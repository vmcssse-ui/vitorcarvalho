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40e4b1-88f6-c215-090f-8a12625904fa}">
          <p14:sldIdLst>
            <p14:sldId id="256"/>
          </p14:sldIdLst>
        </p14:section>
        <p14:section name="Gate" id="{9a1c27e5-650e-e2c5-0065-513a3af1b8cf}">
          <p14:sldIdLst>
            <p14:sldId id="257"/>
            <p14:sldId id="258"/>
            <p14:sldId id="259"/>
          </p14:sldIdLst>
        </p14:section>
        <p14:section name="Pre-teach" id="{012bc489-0fcd-87b0-56b3-0e2e8e166a46}">
          <p14:sldIdLst>
            <p14:sldId id="260"/>
            <p14:sldId id="261"/>
          </p14:sldIdLst>
        </p14:section>
        <p14:section name="Read-along" id="{e15292a5-17dd-1f6d-211a-0195687315e0}">
          <p14:sldIdLst>
            <p14:sldId id="262"/>
            <p14:sldId id="263"/>
          </p14:sldIdLst>
        </p14:section>
        <p14:section name="Teach" id="{df2b613e-25f3-ff68-fcd5-ffc4a7272628}">
          <p14:sldIdLst>
            <p14:sldId id="264"/>
            <p14:sldId id="265"/>
            <p14:sldId id="266"/>
            <p14:sldId id="267"/>
            <p14:sldId id="268"/>
            <p14:sldId id="269"/>
          </p14:sldIdLst>
        </p14:section>
        <p14:section name="Routes" id="{64e87456-ce85-0c50-74c2-e887ed32a6d5}">
          <p14:sldIdLst>
            <p14:sldId id="270"/>
            <p14:sldId id="271"/>
            <p14:sldId id="272"/>
            <p14:sldId id="273"/>
          </p14:sldIdLst>
        </p14:section>
        <p14:section name="Close" id="{51ea2e15-df36-f103-2e5e-9d9d319a8db3}">
          <p14:sldIdLst>
            <p14:sldId id="274"/>
          </p14:sldIdLst>
        </p14:section>
        <p14:section name="Answers" id="{bbf4468c-c2c4-5fe6-1e72-814200e9e67b}">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Why the Slave Trade began, and what it did to Africa. What slavery and the Slave Trade mean, why European empires wanted enslaved workers, how people were captured, and what the trade did to West Africa.
This deck covers the department's lesson: 1 (Slavery and its impact on Africa: How did the Slave Trade start, and how did it impact Africa?).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slavery mean?  →  A   Owning people as property and forcing them to work for nothing
2. Europeans wanted more workers because many ___ people in the Americas had died from European diseases.  →  native
3. Which of these was a reason the Slave Trade began?  →  A   Europeans wanted workers for sugar, tobacco and cotton plantations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slavery mean?  →  A   Owning people as property and forcing them to work for nothing
2. Europeans wanted more workers because many ___ people in the Americas had died from European diseases.  →  native
3. Which of these was a reason the Slave Trade began?  →  A   Europeans wanted workers for sugar, tobacco and cotton plantations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Owning people as property and forcing them to work for nothing. Slavery is ownership: a person is treated as property, bought and sold, and made to work for nothing.
2. native. The native populations of the Americas died in huge numbers from diseases the Europeans brought, so the Europeans looked for workers elsewhere.
3. A   Europeans wanted workers for sugar, tobacco and cotton plantations. The trade began because European empires wanted more workers and more luxury crops: sugar, tobacco and cotton.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slavery: owning people as property and forcing them to work for nothing. Example: "Slavery treated people as things that could be bought and sold."
• enslaved person: a person who was made someone else's property. Example: "Each enslaved person had a name, a family and a home before they were taken."
• Empire: a group of lands ruled by one powerful country. Example: "The British Empire wanted sugar, cotton and tobacco from its lands across the sea."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resources: useful things a country wants, such as crops, metals and cloth. Example: "European countries built empires to get hold of resources."
• demand: how much people want to buy something. Example: "As the demand for enslaved workers grew, more people were captured."
• vicious circle: a chain of events in which each step makes the next one worse. Example: "Selling captives for guns, then needing guns to stay safe, was a vicious circle."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the 1500s and 1600s, European countries were building empires.
2. They wanted resources such as sugar, tobacco and cotton.
3. Growing these crops in the Americas took many workers.
4. Many native people there had died from diseases the Europeans brought.
5. So the Europeans looked for workers somewhere else.
6. They turned to West Africa.
7. Some African kingdoms already sold prisoners of war and criminals to traders.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Europeans offered guns, money and goods in exchange for enslaved people.
9. The demand grew, and kingdoms went to war to capture more people.
10. Other kingdoms bought weapons to protect themselves.
11. This became a vicious circle.
12. Villages lost farmers, parents and children.
13. West Africa was weakened for hundreds of years.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do slavery and the Slave Trade mean?. Say it in your own words, then check understanding with a quick question: ask a pupil from the pre-teach group first, since they met these words and ideas before the lesson. Pupils try to recall before you re-explain.
Slavery means owning people as property and forcing them to work for nothing. A person who has this done to them is an enslaved person. In this unit we say enslaved person rather than slave, because the word reminds us that this was something done to a person, not what the person was.
The Transatlantic Slave Trade was the buying, shipping and selling of enslaved African people across the Atlantic Ocean, to work in the Americas. It lasted from the 1500s to the 1800s. The first English trader known to have captured and sold people in this way was John Hawkins, in 1562.
You have already studied how the British Empire grew in India, and why empires are created: to gain land, power and resources. The Slave Trade grew out of the same wish for resources. The difference is that here the resource the Europeans decided they needed was people.
Tip: When you write about this topic, use enslaved person or enslaved people. It is more accurate, and it is the language historians use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Europeans want enslaved workers?. Say it in your own words, then check understanding with a quick question: ask a pupil from the pre-teach group first, since they met these words and ideas before the lesson. Pupils try to recall before you re-explain.
There were two main reasons. First, the European empires needed more workers. Their new lands in the Americas were huge, and the native populations often died from diseases such as smallpox that the Europeans brought with them. There were not enough people left to do the work the Europeans wanted done.
Second, Europeans wanted more luxury products. Tobacco, sugar and cotton sold for high prices in Europe, but they are hard, slow crops to grow and harvest. Plantation owners wanted workers they did not have to pay.
So the Europeans looked to West Africa, where traders were already on the coast. Just as the East India Company had arrived in India in the 1600s looking for resources, European ships now arrived in Africa looking for people.
Worked example — model it step by step, thinking aloud: Explain one reason why the Slave Trade began. (1) Make your point in one sentence: One reason the Slave Trade began was that European empires needed more workers in the Americas. (2) Give the evidence from your lesson: many native people had died from European diseases, and crops such as sugar and tobacco needed many hands. (3) Explain the link: because there were not enough workers, European traders bought enslaved people in West Africa and shipped them to the plantations. (4) Finish by saying what this shows: this shows the trade began for economic reasons, to make money from crops. Answer: Point, evidence, explain: Europeans needed workers; native people had died and the crops were hard to grow; so traders bought enslaved Africans to do the work and make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Europeans want enslaved workers?. Say it in your own words, then check understanding with a quick question: ask a pupil from the pre-teach group first, since they met these words and ideas before the lesson. Pupils try to recall before you re-explain.
There were two main reasons. First, the European empires needed more workers. Their new lands in the Americas were huge, and the native populations often died from diseases such as smallpox that the Europeans brought with them. There were not enough people left to do the work the Europeans wanted done.
Second, Europeans wanted more luxury products. Tobacco, sugar and cotton sold for high prices in Europe, but they are hard, slow crops to grow and harvest. Plantation owners wanted workers they did not have to pay.
So the Europeans looked to West Africa, where traders were already on the coast. Just as the East India Company had arrived in India in the 1600s looking for resources, European ships now arrived in Africa looking for people.
Worked example — model it step by step, thinking aloud: Explain one reason why the Slave Trade began. (1) Make your point in one sentence: One reason the Slave Trade began was that European empires needed more workers in the Americas. (2) Give the evidence from your lesson: many native people had died from European diseases, and crops such as sugar and tobacco needed many hands. (3) Explain the link: because there were not enough workers, European traders bought enslaved people in West Africa and shipped them to the plantations. (4) Finish by saying what this shows: this shows the trade began for economic reasons, to make money from crops. Answer: Point, evidence, explain: Europeans needed workers; native people had died and the crops were hard to grow; so traders bought enslaved Africans to do the work and make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Europeans want enslaved workers?. Say it in your own words, then check understanding with a quick question: ask a pupil from the pre-teach group first, since they met these words and ideas before the lesson. Pupils try to recall before you re-explain.
There were two main reasons. First, the European empires needed more workers. Their new lands in the Americas were huge, and the native populations often died from diseases such as smallpox that the Europeans brought with them. There were not enough people left to do the work the Europeans wanted done.
Second, Europeans wanted more luxury products. Tobacco, sugar and cotton sold for high prices in Europe, but they are hard, slow crops to grow and harvest. Plantation owners wanted workers they did not have to pay.
So the Europeans looked to West Africa, where traders were already on the coast. Just as the East India Company had arrived in India in the 1600s looking for resources, European ships now arrived in Africa looking for people.
Worked example — model it step by step, thinking aloud: Explain one reason why the Slave Trade began. (1) Make your point in one sentence: One reason the Slave Trade began was that European empires needed more workers in the Americas. (2) Give the evidence from your lesson: many native people had died from European diseases, and crops such as sugar and tobacco needed many hands. (3) Explain the link: because there were not enough workers, European traders bought enslaved people in West Africa and shipped them to the plantations. (4) Finish by saying what this shows: this shows the trade began for economic reasons, to make money from crops. Answer: Point, evidence, explain: Europeans needed workers; native people had died and the crops were hard to grow; so traders bought enslaved Africans to do the work and make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were people captured? The vicious circle. Say it in your own words, then check understanding with a quick question: ask a pupil from the pre-teach group first, since they met these words and ideas before the lesson. Pupils try to recall before you re-explain.
At first, African kingdoms sold people they already held: prisoners of war, criminals and people who owed a debt. Europeans did not usually go inland themselves. They waited at the coast and offered gold, money and guns.
Then the demand grew. To keep selling, kingdoms needed more captives, so they went to war with their neighbours to seize people. Other kingdoms bought European weapons to protect themselves, but the only way to pay for the weapons was to sell captives too.
This is a vicious circle: each step made the next one worse. Europeans gladly traded with the kingdoms and even encouraged wars between them, because more wars meant more captives to buy.
Tip: Learn the vicious circle as four steps: sell captives, get guns, need more captives, neighbours arm themselves. You can draw it as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did the trade do to Africa?. Say it in your own words, then check understanding with a quick question: ask a pupil from the pre-teach group first, since they met these words and ideas before the lesson. Pupils try to recall before you re-explain.
Historians separate short-term and long-term impacts. In the short term there was more war, because rival kingdoms fought to capture people to sell. Farms and farmland were destroyed or abandoned, so there was famine. In some places so many people fled that other areas became over-crowded. Warlords took control, and the rich grew richer while most people grew poorer.
In the long term, over eight million people were taken by force, most of them the young and healthy who would have farmed, built and raised families. Traditional ways of farming and trading were replaced by the trade in people. Some African economies came to depend on it, so when the trade ended they became poorer still.
The historian Eric Williams argued that slavery was adopted for economic reasons, because it was cheap, and that racism was then used to justify it: enslaved people were told they were inferior so that they would obey. Some historians argue that people of African descent across the world still feel the effects of the trade today.
Tip: A short-term impact happens during or soon after an event. A long-term impact is still felt years or centuries later. Say which one you mean,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vicious circle of slavery.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the vicious circle of slavery in the order your lesson gave them.
Support — work through the steps with the group: (1) Find the step that could happen without any Europeans at all. That is the start. (2) Next comes the European offer: what did they pay with? (3) Ask: once kingdoms were being paid, what did they need more of? How did they get it? (4) The last step is the reaction of the other kingdoms, which feeds back to the start.
Parallel worked example for Support (model it, do not give the task answer): Put these steps of a debt circle in order: borrow more to pay the interest; borrow money; interest is added; the interest grows even bigger. Nothing can happen until money is borrowed, so that is first.; Interest is added to the loan.; To pay the interest the person borrows more.; So the interest grows even bigger, and the circle repeats.. Answer: borrow money; interest is added; borrow more to pay the interest; the interest grows even bigger.
Core — reveal the hint only on request: Start with what kingdoms already did before the Europeans arrived. End with the step that sends everyone back to the beginning.
Stretch — no help; when finished: Explain why the Europeans were happy for this circle to continue, and suggest one thing that would have had to change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vicious circle of slavery.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the vicious circle of slavery in the order your lesson gave them.
Support — work through the steps with the group: (1) Find the step that could happen without any Europeans at all. That is the start. (2) Next comes the European offer: what did they pay with? (3) Ask: once kingdoms were being paid, what did they need more of? How did they get it? (4) The last step is the reaction of the other kingdoms, which feeds back to the start.
Parallel worked example for Support (model it, do not give the task answer): Put these steps of a debt circle in order: borrow more to pay the interest; borrow money; interest is added; the interest grows even bigger. Nothing can happen until money is borrowed, so that is first.; Interest is added to the loan.; To pay the interest the person borrows more.; So the interest grows even bigger, and the circle repeats.. Answer: borrow money; interest is added; borrow more to pay the interest; the interest grows even bigger.
Core — reveal the hint only on request: Start with what kingdoms already did before the Europeans arrived. End with the step that sends everyone back to the beginning.
Stretch — no help; when finished: Explain why the Europeans were happy for this circle to continue, and suggest one thing that would have had to change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One impact on Africa.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impact of the Slave Trade on Africa. Say whether it was a short-term or a long-term impact, and why. Write one paragraph of four to six sentences.
Support — work through the steps with the group: (1) Choose ONE impact from the list: more war, famine, loss of culture, economies relying on the trade, over-crowding where people fled, warlords in control. (2) Sentence 1: One impact of the Slave Trade on Africa was… (3) Sentences 2 and 3: The effect of this on Africa was… Explain who it hurt and how. (4) Sentence 4: This was a short-term / long-term impact because…
Parallel worked example for Support (model it, do not give the task answer): Explain one impact of the Norman Conquest on England and say whether it was short-term or long-term. Name the impact: the Normans built castles across England.; Explain it: the castles let a small Norman army control a large English population.; Judge it: this was long-term because many of the castles still stand and towns grew around them.. Answer: One impact was castle building; it gave the Normans control; it was long-term because the castles and the towns around them lasted for centuries..
Core — reveal the hint only on request: Pick one impact and stay with it. Short-term means during or soon after; long-term means still felt much later. Use because.
Stretch — no help; when finished: Choose a second impact and argue which of the two was more serious for West Africa, giving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One impact on Africa.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impact of the Slave Trade on Africa. Say whether it was a short-term or a long-term impact, and why. Write one paragraph of four to six sentences.
Support — work through the steps with the group: (1) Choose ONE impact from the list: more war, famine, loss of culture, economies relying on the trade, over-crowding where people fled, warlords in control. (2) Sentence 1: One impact of the Slave Trade on Africa was… (3) Sentences 2 and 3: The effect of this on Africa was… Explain who it hurt and how. (4) Sentence 4: This was a short-term / long-term impact because…
Parallel worked example for Support (model it, do not give the task answer): Explain one impact of the Norman Conquest on England and say whether it was short-term or long-term. Name the impact: the Normans built castles across England.; Explain it: the castles let a small Norman army control a large English population.; Judge it: this was long-term because many of the castles still stand and towns grew around them.. Answer: One impact was castle building; it gave the Normans control; it was long-term because the castles and the towns around them lasted for centuries..
Core — reveal the hint only on request: Pick one impact and stay with it. Short-term means during or soon after; long-term means still felt much later. Use because.
Stretch — no help; when finished: Choose a second impact and argue which of the two was more serious for West Africa, giving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LONG-term impact of the Slave Trade on Africa?
Answer: A   Some African economies came to rely on the trade, so when it ended they became poorer. Long-term impacts outlast the events that caused them. Reliance on the trade, and the poverty that followed its end, lasted for generations; raids, purchases and voyages were single events.
Source of this question: module 3 task ("Short-term or long-term?")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vicious circle of slavery. Reveal the answer; pupils mark their own work in a different colour, then read the "why" together. Same destination for every lane, so one answer serves the whole class.
Answer: African kingdoms sentence criminals and prisoners of war to be enslaved  (D); Europeans offer to buy the enslaved people for gold, money and guns  (A); Kingdoms go to war with their neighbours to capture more people to sell  (B); Other kingdoms buy weapons to protect themselves, and need captives to pay for them  (C)
Why: Kingdoms first sold people they already held; Europeans paid with guns and money; the demand pushed kingdoms into wars to capture more people; and other kingdoms armed themselves, which they could only pay for with more captives.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One impact on Africa. Reveal the answer; pupils mark their own work in a different colour, then read the "why" together. Same destination for every lane, so one answer serves the whole class.
Answer: I name one clear impact of the Slave Trade on Africa.; I explain what this impact did to people, farming, or kingdoms.; I say whether it was short-term or long-term, using the word because.; I use at least one key word from the chapter correctly, such as vicious circle, demand or Empire.
Why: A strong answer names one impact, explains its effect on people or kingdoms, and judges it short-term or long-term with a reason. The best answers notice that one impact can have both a short-term and a long-term side.
Model answer: One impact of the Slave Trade on Africa was that farming collapsed in many areas. The effect of this was famine, because the people who should have been planting and harvesting had been captured, or had fled from the raids, and farmland was left empty or destroyed in the wars between kingdoms. This was mainly a short-term impact because the hunger followed each raid and each war directly. However, it had a long-term side too, because traditional ways of growing food were replaced by the trade in people, and that was hard to rebuild once the trade ended.
Success criteria: I name one clear impact of the Slave Trade on Africa.; I explain what this impact did to people, farming, or kingdoms.; I say whether it was short-term or long-term, using the word because.; I use at least one key word from the chapter correctly, such as vicious circle, demand or Empire.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Some African economies came to rely on the trade, so when it ended they became poorer
Why: Long-term impacts outlast the events that caused them. Reliance on the trade, and the poverty that followed its end, lasted for generations; raids, purchases and voyages were single events.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Why the Slave Trade began, and what it did to Africa</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4F0EC"/>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Slavery and its impact on Africa</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the word slavery mean?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Owning people as property and forcing them to work for nothing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Paying workers a very low wage for long hours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Sending prisoners to another country for a fixed number of years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Working for an employer until a debt has been paid off</a:t>
            </a:r>
            <a:endParaRPr lang="en-US" sz="22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Europeans wanted more workers because many ___ people in the Americas had died from European diseases.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native  ·  European  ·  enslaved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was a reason the Slave Trade began?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Europeans wanted workers for sugar, tobacco and cotton plantations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 had too many workers and nowhere to use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African kingdoms asked Europe to take their people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Europeans wanted to teach new farming methods in the Americas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Owning people as property and forcing them to work for nothing</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Slavery is ownership: a person is treated as property, bought and sold, and made to work for nothing.</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native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Europeans wanted more workers because many ___ people in the Americas had died from European diseases.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native populations of the Americas died in huge numbers from diseases the Europeans brought, so the Europeans looked for workers elsewhere.</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EE3CD"/>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Europeans wanted workers for sugar, tobacco and cotton plantations</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trade began because European empires wanted more workers and more luxury crops: sugar, tobacco and cotton.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slavery</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owning people as property and forcing them to work for nothing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Slavery treated people as things that could be bought and sold.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enslaved person</a:t>
            </a:r>
            <a:endParaRPr lang="en-US" sz="2600" dirty="0"/>
          </a:p>
        </p:txBody>
      </p:sp>
      <p:sp>
        <p:nvSpPr>
          <p:cNvPr id="17" name="word-rule"/>
          <p:cNvSpPr/>
          <p:nvPr/>
        </p:nvSpPr>
        <p:spPr>
          <a:xfrm>
            <a:off x="4521098" y="2558288"/>
            <a:ext cx="3149498" cy="0"/>
          </a:xfrm>
          <a:prstGeom prst="line">
            <a:avLst/>
          </a:prstGeom>
          <a:ln w="12700">
            <a:solidFill>
              <a:srgbClr val="CCB9A8"/>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was made someone else's property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enslaved person had a name, a family and a home before they were taken.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Empire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lands ruled by one powerful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Empire wanted sugar, cotton and tobacco from its lands across the sea.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resources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useful things a country wants, such as crops, metals and cloth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European countries built empires to get hold of resources.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demand</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much people want to buy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As the demand for enslaved workers grew, more people were captured.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vicious circle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chain of events in which each step makes the next one worse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Selling captives for guns, then needing guns to stay safe, was a vicious circle.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1500s and 1600s, European countries were building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empires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wanted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resources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such as sugar, tobacco and cotton.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Growing these crops in the Americas took many workers.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native people there had died from diseases the Europeans brought.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Europeans looked for workers somewhere else.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turned to West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African kingdoms already sold prisoners of war and criminals to traders.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Europeans offered guns, money and goods in exchange for enslaved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demand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grew, and kingdoms went to war to capture more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Other kingdoms bought weapons to protect themselves.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became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vicious circle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Villages lost farmers, parents and children.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West Africa was weakened for hundreds of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do slavery and the Slave Trade mean?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this topic, use enslaved person or enslaved people. It is more accurate, and it is the language historians use now.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Slavery means owning people as property and forcing them to work for nothing.</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Transatlantic Slave Trade was the buying, shipping and selling of enslaved African people across the Atlantic Ocean, to work in the Americas.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 have already studied how the British Empire grew in India, and why empires are created: to gain land, power and resources.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did Europeans want enslaved workers?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were two main reasons. First, the European empires needed more workers.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Second, Europeans wanted more luxury products. Tobacco, sugar and cotton sold for high prices in Europe, but they are hard, slow crops to grow and harvest.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the Europeans looked to West Africa, where traders were already on the coast.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Why did Europeans want enslaved workers?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Slave Trade began.</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your point in one sentence: One reason the Slave Trade began was that European empires needed more workers in the Americas.</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evidence from your lesson: many native people had died from European diseases, and crops such as sugar and tobacco needed many hands.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Why did Europeans want enslaved workers?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Slave Trade began.</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because there were not enough workers, European traders bought enslaved people in West Africa and shipped them to the plantations.</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by saying what this shows: this shows the trade began for economic reasons, to make money from crops.</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Europeans needed workers; native people had died and the crops were hard to grow; so traders bought enslaved Africans to do the work and make money.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were people captured? The vicious circle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vicious circle as four steps: sell captives, get guns, need more captives, neighbours arm themselves. You can draw it as a loop.</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At first, African kingdoms sold people they already held: prisoners of war, criminals and people who owed a debt.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Then the demand grew. To keep selling, kingdoms needed more captives, so they went to war with their neighbours to seize people.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This is a vicious circle: each step made the next one worse.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did the trade do to Africa?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short-term impact happens during or soon after an event. A long-term impact is still felt years or centuries later. Say which one you mean, and why.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Historians separate short-term and long-term impacts. In the short term there was more war, because rival kingdoms fought to capture people to sell.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long term, over eight million people were taken by force, most of them the young and healthy who would have farmed, built and raised families.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historian Eric Williams argued that slavery was adopted for economic reasons, because it was cheap, and that racism was then used to justify it: enslaved people were told they were inferior so that they would obey.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vicious circle of slavery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steps of the vicious circle of slavery in the order your lesson gave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Europeans offer to buy the enslaved people for gold, money and guns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Kingdoms go to war with their neighbours to capture more people to sell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Other kingdoms buy weapons to protect themselves, and need captives to pay for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African kingdoms sentence criminals and prisoners of war to be enslaved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The vicious circle of slavery</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vicious circle of slavery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step that could happen without any Europeans at all. That is the start.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European offer: what did they pay with?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once kingdoms were being paid, what did they need more of? How did they get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step is the reaction of the other kingdoms, which feeds back to the start.</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Start with what kingdoms already did before the Europeans arrived. End with the step that sends everyone back to the beginning.</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Europeans were happy for this circle to continue, and suggest one thing that would have had to change to break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One impact on Africa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one impact of the Slave Trade on Africa. Say whether it was a short-term or a long-term impact, and why.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One impact on Africa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One impact on Africa</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ONE impact from the list: more war, famine, loss of culture, economies relying on the trade, over-crowding where people fled, warlords in control.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One impact of the Slave Trade on Africa was…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The effect of this on Africa was… Explain who it hurt and how.</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This was a short-term / long-term impact because…</a:t>
            </a:r>
            <a:endParaRPr lang="en-US" sz="1800" dirty="0"/>
          </a:p>
        </p:txBody>
      </p:sp>
      <p:sp>
        <p:nvSpPr>
          <p:cNvPr id="17" name="col-Core"/>
          <p:cNvSpPr/>
          <p:nvPr/>
        </p:nvSpPr>
        <p:spPr>
          <a:xfrm>
            <a:off x="7150425" y="2395728"/>
            <a:ext cx="2109155" cy="3749040"/>
          </a:xfrm>
          <a:prstGeom prst="roundRect">
            <a:avLst>
              <a:gd name="adj" fmla="val 2601"/>
            </a:avLst>
          </a:prstGeom>
          <a:solidFill>
            <a:srgbClr val="E4DAD1"/>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Pick one impact and stay with it. Short-term means during or soon after; long-term means still felt much later. Use because.</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a second impact and argue which of the two was more serious for West Africa, giving one reason for your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LONG-term impact of the Slave Trade on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African economies came to rely on the trade, so when it ended they became poorer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village was raided and its people were taken in one night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kingdom bought guns from European traders one summer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ship full of captives left the port of Whydah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vicious circle of slavery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African kingdoms sentence criminals and prisoners of war to be enslaved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Europeans offer to buy the enslaved people for gold, money and guns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Kingdoms go to war with their neighbours to capture more people to sell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Other kingdoms buy weapons to protect themselves, and need captives to pay for them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Kingdoms first sold people they already held; Europeans paid with guns and money; the demand pushed kingdoms into wars to capture more people; and other kingdoms armed themselves, which they could only pay for with more captives.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One impact on Africa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863473"/>
          </a:xfrm>
          <a:prstGeom prst="roundRect">
            <a:avLst>
              <a:gd name="adj" fmla="val 10590"/>
            </a:avLst>
          </a:prstGeom>
          <a:solidFill>
            <a:srgbClr val="F6F3F0"/>
          </a:solidFill>
          <a:ln/>
        </p:spPr>
      </p:sp>
      <p:sp>
        <p:nvSpPr>
          <p:cNvPr id="9" name="tickbox"/>
          <p:cNvSpPr/>
          <p:nvPr/>
        </p:nvSpPr>
        <p:spPr>
          <a:xfrm>
            <a:off x="713232" y="2269680"/>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4709160" cy="8634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one clear impact of the Slave Trade on Africa.</a:t>
            </a:r>
            <a:endParaRPr lang="en-US" sz="2200" dirty="0"/>
          </a:p>
        </p:txBody>
      </p:sp>
      <p:sp>
        <p:nvSpPr>
          <p:cNvPr id="11" name="crit-box"/>
          <p:cNvSpPr/>
          <p:nvPr/>
        </p:nvSpPr>
        <p:spPr>
          <a:xfrm>
            <a:off x="548640" y="2939161"/>
            <a:ext cx="5486400" cy="863473"/>
          </a:xfrm>
          <a:prstGeom prst="roundRect">
            <a:avLst>
              <a:gd name="adj" fmla="val 10590"/>
            </a:avLst>
          </a:prstGeom>
          <a:solidFill>
            <a:srgbClr val="F6F3F0"/>
          </a:solidFill>
          <a:ln/>
        </p:spPr>
      </p:sp>
      <p:sp>
        <p:nvSpPr>
          <p:cNvPr id="12" name="tickbox"/>
          <p:cNvSpPr/>
          <p:nvPr/>
        </p:nvSpPr>
        <p:spPr>
          <a:xfrm>
            <a:off x="713232" y="3224593"/>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939161"/>
            <a:ext cx="4709160" cy="8634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what this impact did to people, farming, or kingdoms.</a:t>
            </a:r>
            <a:endParaRPr lang="en-US" sz="2200" dirty="0"/>
          </a:p>
        </p:txBody>
      </p:sp>
      <p:sp>
        <p:nvSpPr>
          <p:cNvPr id="14" name="crit-box"/>
          <p:cNvSpPr/>
          <p:nvPr/>
        </p:nvSpPr>
        <p:spPr>
          <a:xfrm>
            <a:off x="548640" y="3894074"/>
            <a:ext cx="5486400" cy="863473"/>
          </a:xfrm>
          <a:prstGeom prst="roundRect">
            <a:avLst>
              <a:gd name="adj" fmla="val 10590"/>
            </a:avLst>
          </a:prstGeom>
          <a:solidFill>
            <a:srgbClr val="F6F3F0"/>
          </a:solidFill>
          <a:ln/>
        </p:spPr>
      </p:sp>
      <p:sp>
        <p:nvSpPr>
          <p:cNvPr id="15" name="tickbox"/>
          <p:cNvSpPr/>
          <p:nvPr/>
        </p:nvSpPr>
        <p:spPr>
          <a:xfrm>
            <a:off x="713232" y="4179506"/>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894074"/>
            <a:ext cx="4709160" cy="8634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say whether it was short-term or long-term, using the word because.</a:t>
            </a:r>
            <a:endParaRPr lang="en-US" sz="2200" dirty="0"/>
          </a:p>
        </p:txBody>
      </p:sp>
      <p:sp>
        <p:nvSpPr>
          <p:cNvPr id="17" name="crit-box"/>
          <p:cNvSpPr/>
          <p:nvPr/>
        </p:nvSpPr>
        <p:spPr>
          <a:xfrm>
            <a:off x="548640" y="4848987"/>
            <a:ext cx="5486400" cy="1204341"/>
          </a:xfrm>
          <a:prstGeom prst="roundRect">
            <a:avLst>
              <a:gd name="adj" fmla="val 7593"/>
            </a:avLst>
          </a:prstGeom>
          <a:solidFill>
            <a:srgbClr val="F6F3F0"/>
          </a:solidFill>
          <a:ln/>
        </p:spPr>
      </p:sp>
      <p:sp>
        <p:nvSpPr>
          <p:cNvPr id="18" name="tickbox"/>
          <p:cNvSpPr/>
          <p:nvPr/>
        </p:nvSpPr>
        <p:spPr>
          <a:xfrm>
            <a:off x="713232" y="5304853"/>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48987"/>
            <a:ext cx="4709160" cy="120434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one key word from the chapter correctly, such as vicious circle, demand or Empire.</a:t>
            </a:r>
            <a:endParaRPr lang="en-US" sz="2200" dirty="0"/>
          </a:p>
        </p:txBody>
      </p:sp>
      <p:sp>
        <p:nvSpPr>
          <p:cNvPr id="20" name="model-panel"/>
          <p:cNvSpPr/>
          <p:nvPr/>
        </p:nvSpPr>
        <p:spPr>
          <a:xfrm>
            <a:off x="6309360" y="1389888"/>
            <a:ext cx="5333695" cy="4754880"/>
          </a:xfrm>
          <a:prstGeom prst="roundRect">
            <a:avLst>
              <a:gd name="adj" fmla="val 962"/>
            </a:avLst>
          </a:prstGeom>
          <a:solidFill>
            <a:srgbClr val="F8F2E9"/>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impact of the Slave Trade on Africa was that farming collapsed in many areas. The effect of this was famine, because the people who should have been planting and harvesting had been captured, or had fled from the raids, and farmland was left empty or destroyed in the wars between kingdoms. This was mainly a short-term impact because the hunger followed each raid and each war directly. However, it had a long-term side too, because traditional ways of growing food were replaced by the trade in people, and that was hard to rebuild once the trade ended.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LONG-term impact of the Slave Trade on Africa?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Some African economies came to rely on the trade, so when it ended they became poorer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Long-term impacts outlast the events that caused them. Reliance on the trade, and the poverty that followed its end, lasted for generations; raids, purchases and voyages were single events.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1: Why the Slave Trade began, and what it did to Africa</dc:title>
  <dc:subject>History · Year 8</dc:subject>
  <dc:creator>Dr Vitor Merissi de Carvalho</dc:creator>
  <cp:lastModifiedBy>Dr Vitor Merissi de Carvalho</cp:lastModifiedBy>
  <cp:revision>1</cp:revision>
  <dcterms:created xsi:type="dcterms:W3CDTF">2026-10-18T21:47:54Z</dcterms:created>
  <dcterms:modified xsi:type="dcterms:W3CDTF">2026-10-18T21:47:54Z</dcterms:modified>
</cp:coreProperties>
</file>