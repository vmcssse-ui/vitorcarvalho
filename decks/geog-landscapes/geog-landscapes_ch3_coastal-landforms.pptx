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e53504-9b37-7f34-27ae-a2d6501d11bf}">
          <p14:sldIdLst>
            <p14:sldId id="256"/>
          </p14:sldIdLst>
        </p14:section>
        <p14:section name="Gate" id="{6506161a-7a19-a39a-0819-aad85cacd93b}">
          <p14:sldIdLst>
            <p14:sldId id="257"/>
            <p14:sldId id="258"/>
          </p14:sldIdLst>
        </p14:section>
        <p14:section name="Pre-teach" id="{5e94ce49-adb3-e720-4a20-c45d6e1eff13}">
          <p14:sldIdLst>
            <p14:sldId id="259"/>
            <p14:sldId id="260"/>
          </p14:sldIdLst>
        </p14:section>
        <p14:section name="Read-along" id="{ee6e88da-1cf0-e886-4691-22639d099b6e}">
          <p14:sldIdLst>
            <p14:sldId id="261"/>
            <p14:sldId id="262"/>
          </p14:sldIdLst>
        </p14:section>
        <p14:section name="Teach" id="{447e419d-c307-8959-bb3c-209b388f1000}">
          <p14:sldIdLst>
            <p14:sldId id="263"/>
            <p14:sldId id="264"/>
            <p14:sldId id="265"/>
            <p14:sldId id="266"/>
            <p14:sldId id="267"/>
            <p14:sldId id="268"/>
            <p14:sldId id="269"/>
            <p14:sldId id="270"/>
          </p14:sldIdLst>
        </p14:section>
        <p14:section name="Routes" id="{5ac728ea-e911-640f-60a8-532deb402c7e}">
          <p14:sldIdLst>
            <p14:sldId id="271"/>
            <p14:sldId id="272"/>
            <p14:sldId id="273"/>
            <p14:sldId id="274"/>
          </p14:sldIdLst>
        </p14:section>
        <p14:section name="Close" id="{97a281b6-043d-cf4d-77e6-d2bca53c665c}">
          <p14:sldIdLst>
            <p14:sldId id="275"/>
          </p14:sldIdLst>
        </p14:section>
        <p14:section name="Answers" id="{4e76cb87-37f4-6b2f-d51a-8340b0d52093}">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Landforms of the coast, and the Swanage case study. How headlands and bays, caves, arches, stacks and stumps are carved by erosion, how beaches, dunes, spits and bars are built by deposition, and how the coast at Swanage shows them all.
This deck covers the department's lessons: 5 (Coastal erosional landforms: How are headlands, bays, caves, arches, stacks and stumps formed?); 6 (Coastal deposition landforms: How are beaches, sand dunes, spits and bars formed, and how do you write a six-mark landform answer?); 7 (Coastal landforms at Swanage (1): Where is Swanage, why is the Jurassic Coast important, and how have rock type and structure shaped its coastline?); 8 (Coastal landforms at Swanage (2): How do you read the Swanage coastline from an OS map and photographs?).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Old Harry Rocks, near Swanage, are a famous UK example of which landform?  →  A   Stacks
2. The Jurassic Coast stretches along the coast of East Devon and Dorset. How long is it, in kilometres?  →  154 km
3. Marram grass is planted on sand dunes to ___ them.  →  stabilise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Stacks. Old Harry Rocks are chalk stacks at the tip of The Foreland headland, left standing when arches collapsed.
2. 154 km. The Jurassic Coast is a 154 km stretch of coast that was made a World Heritage Site in 2001.
3. stabilise. Marram grass is adapted to windy, exposed conditions; its roots bind the sand and stop the wind blowing the dunes away.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headland: a point of harder rock that sticks out into the sea. Example: "Waves attack a headland from three sides."
• discordant: a coast where bands of hard and soft rock meet the sea at right angles. Example: "On a discordant coast, soft rock is eroded into bays between hard headlands."
• stack: a pillar of rock left standing in the sea when an arch collapses. Example: "Old Harry is a chalk stack near Swanage."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spit: a long, narrow ridge of sand and shingle built out from the coast by longshore drift. Example: "A spit often has a curved end where the wind bends it."
• marram grass: a tough grass planted to hold sand dunes together. Example: "Marram grass stops the wind blowing the dunes away."
• grid reference: numbers that give a place on an OS map. Example: "A six-figure grid reference pins a place down to a single point."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Some coasts have bands of hard and soft rock that meet the sea at right angles.
2. Soft rock wears away faster and forms bays.
3. Hard rock is left sticking out as headlands.
4. Waves attack the headland and open cracks into caves.
5. A cave may cut right through to make an arch.
6. When the arch roof falls, a stack is left standing in the sea.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stack is worn down to a stump.
8. In sheltered places the sea deposits sand and shingle to form beaches.
9. Wind blows dry sand inland to form sand dunes.
10. Longshore drift can build a spit out across a river mouth or bay.
11. Swanage, in Dorset, shows many of these landforms.
12. Its coast is part of the Jurassic Coast, a World Heritage Site.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Headlands and bays. Say it in your own words, then check understanding with a quick question: ask a pupil from the pre-teach group first, since they met these words and ideas before the lesson. Pupils try to recall before you re-explain.
The shape of a coastline depends on its geology: the rock type and the geological structure, which is the way the layers of rock are folded or tilted. Where bands of harder and softer rock run at right angles to the coast, the sea erodes the soft rock (such as clay and sands) quickly into bays, and leaves the harder rock (such as chalk and limestone) sticking out as headlands. A coast like this is called discordant.
Where the bands of rock run parallel to the coast, a single band of hard rock faces the sea and protects the softer rock behind it. This is a concordant coast: it is straighter, with fewer bays, until the sea breaks through the hard band. Swanage, in Dorset, has a discordant coast, which is why its headlands and bays are so clear on the map.
Once a headland exists, it takes the full force of the waves from three sides, while the bay behind it is sheltered. So erosion concentrates on the headland and deposition builds a beach in the bay. Over time this evens the coast out again.
Tip: Geology means rock type AND structure. Mention both when you explain why a coastline has the shape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Caves, arches, stacks and stumps. Say it in your own words, then check understanding with a quick question: ask a pupil from the pre-teach group first, since they met these words and ideas before the lesson. Pupils try to recall before you re-explain.
A headland is attacked by hydraulic action and abrasion where the waves break against its base. Any joint or crack in the rock is a weakness, and the waves widen it first into a small cave and then into a large cave. If the cave is eroded right through the headland, or two caves on opposite sides meet, the result is an arch, a passage you can see daylight through.
The arch is attacked from both sides. Erosion widens it at the base while weathering (freeze-thaw, rain and roots) weakens the roof. A point comes when the roof cannot support itself and it collapses, leaving a pillar of rock standing in the sea, cut off from the headland: a stack. The waves keep working at the base of the stack until it topples and is worn down into a low stump, often only visible at low tide.
The same attack at the base of any cliff cuts a wave-cut notch. As the notch deepens, the cliff above becomes unstable and collapses, so the cliff retreats inland and leaves a flat, rocky wave-cut platform at its foot, exposed at low tide.
Worked example — model it step by step, thinking aloud: Explain how a stack is formed. (4 marks) (1) Begin at the headland: name the weakness (a joint or crack) and the processes that attack it (hydraulic action and abrasion). (2) Say what the crack becomes: the waves widen it into a cave. (3) Say how the cave becomes an arch: it is eroded right through the headland, or meets a cave from the other side. (4) Finish with the collapse: weathering weakens the arch roof and erosion widens the base until the roof falls, leaving an isolated pillar of rock, the stack. Name a UK example: Old Harry, near Swanage. Answer: 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
Tip: Sequence words earn marks: first, then, over time, eventually. Add one process word to each step and one named example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Caves, arches, stacks and stumps. Say it in your own words, then check understanding with a quick question: ask a pupil from the pre-teach group first, since they met these words and ideas before the lesson. Pupils try to recall before you re-explain.
A headland is attacked by hydraulic action and abrasion where the waves break against its base. Any joint or crack in the rock is a weakness, and the waves widen it first into a small cave and then into a large cave. If the cave is eroded right through the headland, or two caves on opposite sides meet, the result is an arch, a passage you can see daylight through.
The arch is attacked from both sides. Erosion widens it at the base while weathering (freeze-thaw, rain and roots) weakens the roof. A point comes when the roof cannot support itself and it collapses, leaving a pillar of rock standing in the sea, cut off from the headland: a stack. The waves keep working at the base of the stack until it topples and is worn down into a low stump, often only visible at low tide.
The same attack at the base of any cliff cuts a wave-cut notch. As the notch deepens, the cliff above becomes unstable and collapses, so the cliff retreats inland and leaves a flat, rocky wave-cut platform at its foot, exposed at low tide.
Worked example — model it step by step, thinking aloud: Explain how a stack is formed. (4 marks) (1) Begin at the headland: name the weakness (a joint or crack) and the processes that attack it (hydraulic action and abrasion). (2) Say what the crack becomes: the waves widen it into a cave. (3) Say how the cave becomes an arch: it is eroded right through the headland, or meets a cave from the other side. (4) Finish with the collapse: weathering weakens the arch roof and erosion widens the base until the roof falls, leaving an isolated pillar of rock, the stack. Name a UK example: Old Harry, near Swanage. Answer: 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
Tip: Sequence words earn marks: first, then, over time, eventually. Add one process word to each step and one named example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Caves, arches, stacks and stumps. Say it in your own words, then check understanding with a quick question: ask a pupil from the pre-teach group first, since they met these words and ideas before the lesson. Pupils try to recall before you re-explain.
A headland is attacked by hydraulic action and abrasion where the waves break against its base. Any joint or crack in the rock is a weakness, and the waves widen it first into a small cave and then into a large cave. If the cave is eroded right through the headland, or two caves on opposite sides meet, the result is an arch, a passage you can see daylight through.
The arch is attacked from both sides. Erosion widens it at the base while weathering (freeze-thaw, rain and roots) weakens the roof. A point comes when the roof cannot support itself and it collapses, leaving a pillar of rock standing in the sea, cut off from the headland: a stack. The waves keep working at the base of the stack until it topples and is worn down into a low stump, often only visible at low tide.
The same attack at the base of any cliff cuts a wave-cut notch. As the notch deepens, the cliff above becomes unstable and collapses, so the cliff retreats inland and leaves a flat, rocky wave-cut platform at its foot, exposed at low tide.
Worked example — model it step by step, thinking aloud: Explain how a stack is formed. (4 marks) (1) Begin at the headland: name the weakness (a joint or crack) and the processes that attack it (hydraulic action and abrasion). (2) Say what the crack becomes: the waves widen it into a cave. (3) Say how the cave becomes an arch: it is eroded right through the headland, or meets a cave from the other side. (4) Finish with the collapse: weathering weakens the arch roof and erosion widens the base until the roof falls, leaving an isolated pillar of rock, the stack. Name a UK example: Old Harry, near Swanage. Answer: 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
Tip: Sequence words earn marks: first, then, over time, eventually. Add one process word to each step and one named example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Caves, arches, stacks and stumps. Say it in your own words, then check understanding with a quick question: ask a pupil from the pre-teach group first, since they met these words and ideas before the lesson. Pupils try to recall before you re-explain.
A headland is attacked by hydraulic action and abrasion where the waves break against its base. Any joint or crack in the rock is a weakness, and the waves widen it first into a small cave and then into a large cave. If the cave is eroded right through the headland, or two caves on opposite sides meet, the result is an arch, a passage you can see daylight through.
The arch is attacked from both sides. Erosion widens it at the base while weathering (freeze-thaw, rain and roots) weakens the roof. A point comes when the roof cannot support itself and it collapses, leaving a pillar of rock standing in the sea, cut off from the headland: a stack. The waves keep working at the base of the stack until it topples and is worn down into a low stump, often only visible at low tide.
The same attack at the base of any cliff cuts a wave-cut notch. As the notch deepens, the cliff above becomes unstable and collapses, so the cliff retreats inland and leaves a flat, rocky wave-cut platform at its foot, exposed at low tide.
Worked example — model it step by step, thinking aloud: Explain how a stack is formed. (4 marks) (1) Begin at the headland: name the weakness (a joint or crack) and the processes that attack it (hydraulic action and abrasion). (2) Say what the crack becomes: the waves widen it into a cave. (3) Say how the cave becomes an arch: it is eroded right through the headland, or meets a cave from the other side. (4) Finish with the collapse: weathering weakens the arch roof and erosion widens the base until the roof falls, leaving an isolated pillar of rock, the stack. Name a UK example: Old Harry, near Swanage. Answer: 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
Tip: Sequence words earn marks: first, then, over time, eventually. Add one process word to each step and one named example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Caves, arches, stacks and stumps. Say it in your own words, then check understanding with a quick question: ask a pupil from the pre-teach group first, since they met these words and ideas before the lesson. Pupils try to recall before you re-explain.
A headland is attacked by hydraulic action and abrasion where the waves break against its base. Any joint or crack in the rock is a weakness, and the waves widen it first into a small cave and then into a large cave. If the cave is eroded right through the headland, or two caves on opposite sides meet, the result is an arch, a passage you can see daylight through.
The arch is attacked from both sides. Erosion widens it at the base while weathering (freeze-thaw, rain and roots) weakens the roof. A point comes when the roof cannot support itself and it collapses, leaving a pillar of rock standing in the sea, cut off from the headland: a stack. The waves keep working at the base of the stack until it topples and is worn down into a low stump, often only visible at low tide.
The same attack at the base of any cliff cuts a wave-cut notch. As the notch deepens, the cliff above becomes unstable and collapses, so the cliff retreats inland and leaves a flat, rocky wave-cut platform at its foot, exposed at low tide.
Worked example — model it step by step, thinking aloud: Explain how a stack is formed. (4 marks) (1) Begin at the headland: name the weakness (a joint or crack) and the processes that attack it (hydraulic action and abrasion). (2) Say what the crack becomes: the waves widen it into a cave. (3) Say how the cave becomes an arch: it is eroded right through the headland, or meets a cave from the other side. (4) Finish with the collapse: weathering weakens the arch roof and erosion widens the base until the roof falls, leaving an isolated pillar of rock, the stack. Name a UK example: Old Harry, near Swanage. Answer: 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
Tip: Sequence words earn marks: first, then, over time, eventually. Add one process word to each step and one named example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Landforms of deposition. Say it in your own words, then check understanding with a quick question: ask a pupil from the pre-teach group first, since they met these words and ideas before the lesson. Pupils try to recall before you re-explain.
A beach is a store of sand and shingle deposited between the high and low tide marks, usually in a sheltered bay where constructive waves bring in more than they take away. At the back of a sandy beach, the wind blows dry sand inland until it is trapped by an obstacle such as driftwood or a plant. Sand dunes build up in ridges. Marram grass, which is adapted to windy, exposed conditions, roots into the sand and holds the dunes together.
A spit is a long, narrow stretch of sand and shingle that juts out from the coast into the sea. It forms where longshore drift carries material along the coast and the coastline suddenly changes direction, for example at a river mouth or the entrance to a bay; the drift carries on in a straight line and the sediment is deposited in the calmer water beyond. Strong winds or tidal currents bend the end of the spit into a recurved end. Behind the spit, sheltered water fills with fine sediment: mudflats that, over time, develop into a salt marsh.
If a spit grows right across a bay and joins the land on the other side, it becomes a bar. The bay behind it is cut off from the sea and becomes a lagoon.
Tip: Spit, bar, lagoon: a spit is open at one end; a bar closes the bay; the trapped water behind a bar is a lagoon.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the coast at Swanage. Say it in your own words, then check understanding with a quick question: ask a pupil from the pre-teach group first, since they met these words and ideas before the lesson. Pupils try to recall before you re-explain.
Swanage is a seaside town on the Dorset coast in southern England. Its coastline is part of the Jurassic Coast, a 154 km stretch of coast in East Devon and Dorset that was made a World Heritage Site in 2001 because of its geological importance. The coast around Swanage is discordant: bands of harder and softer rock meet the sea at right angles, so headlands and bays alternate along it.
To the north of the town, The Foreland is a headland of chalk. At its tip stand the chalk stacks called Old Harry Rocks, with the white chalk cliffs behind them: a textbook sequence of cave, arch, stack and stump. Between The Foreland and the headland of Peveril Point, the softer rock has been eroded back to form Swanage Bay. The bay is sheltered, so the sea has deposited a wide sandy beach that made Swanage a popular tourist resort. South of Peveril Point lies another headland of harder rock, Durlston Head. Further north, Studland Bay has a sandy beach backed by sand dunes, stabilised by marram grass, and Studland Heath behind it is a protected natural environment.
You studied this coast on an OS map, the highly accurate maps drawn by Ordnance Survey. A four-figure grid reference, such as 0376, names one whole grid square; a six-figure reference, such as 032789, pins down a point inside a square to the nearest 100 metres. Always give the easting (the number along the bottom of the map) before the northing (the number up the side). You also used the scale to estimate the width of Swanage Bay, and photographs to tell whether the tide was in or out.
Tip: For a named example question, give the place, the landform and one specific detail: Old Harry Rocks are chalk stacks at The Foreland, near Swanage, on the Jurassic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headland to stump.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stack and stump in the correct order.
Support — work through the steps with the group: (1) Start with the headland still whole. What is the first weakness the waves find? (2) Each stage makes the hole bigger: crack, then cave, then right through. (3) Something has to collapse before a stack can stand on its own. (4) The last stage is the smallest thing left.
Parallel worked example for Support (model it, do not give the task answer): Put these stages of a cliff retreating in order: the cliff collapses; waves cut a notch at the base; a wave-cut platform is left; the notch deepens and the cliff overhangs. The waves act first, at the base.; The notch gets deeper until the cliff above is unsupported.; Collapse, then the flat platform is what remains.. Answer: Waves cut a notch; the notch deepens and the cliff overhangs; the cliff collapses; a wave-cut platform is left..
Core — reveal the hint only on request: Crack, cave, arch, stack, stump: each one is what the last one becomes.
Stretch — no help; when finished: Explain the different jobs that erosion and weathering do in turning an arch into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headland to stump.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stack and stump in the correct order.
Support — work through the steps with the group: (1) Start with the headland still whole. What is the first weakness the waves find? (2) Each stage makes the hole bigger: crack, then cave, then right through. (3) Something has to collapse before a stack can stand on its own. (4) The last stage is the smallest thing left.
Parallel worked example for Support (model it, do not give the task answer): Put these stages of a cliff retreating in order: the cliff collapses; waves cut a notch at the base; a wave-cut platform is left; the notch deepens and the cliff overhangs. The waves act first, at the base.; The notch gets deeper until the cliff above is unsupported.; Collapse, then the flat platform is what remains.. Answer: Waves cut a notch; the notch deepens and the cliff overhangs; the cliff collapses; a wave-cut platform is left..
Core — reveal the hint only on request: Crack, cave, arch, stack, stump: each one is what the last one becomes.
Stretch — no help; when finished: Explain the different jobs that erosion and weathering do in turning an arch into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Landforms built by deposition.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depositional landform to its description.
Support — work through the steps with the group: (1) One landform is made by wind, not waves. Which one grows behind the beach? (2) One is the basic store of sand that the others grow from. (3) Two are long ridges built by longshore drift. One is still open at the end; one has closed off a bay. (4) A lagoon is trapped water, so it goes with the one that has closed the bay.
Parallel worked example for Support (model it, do not give the task answer): Match: salt marsh, lagoon. Choices: a shallow stretch of water cut off from the sea by a bar; an area of mudflats behind a spit that has been colonised by plants. A lagoon is water cut off by a bar.; Salt marsh develops on sheltered mudflats behind a spit.. Answer: Salt marsh: mudflats behind a spit colonised by plants. Lagoon: water cut off from the sea by a bar..
Core — reveal the hint only on request: Beach first, dunes behind it; spit and bar are both ridges, but only one has closed off a bay.
Stretch — no help; when finished: Explain why a spit forms where the coastline changes direction, and what makes its end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Landforms built by deposition.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depositional landform to its description.
Support — work through the steps with the group: (1) One landform is made by wind, not waves. Which one grows behind the beach? (2) One is the basic store of sand that the others grow from. (3) Two are long ridges built by longshore drift. One is still open at the end; one has closed off a bay. (4) A lagoon is trapped water, so it goes with the one that has closed the bay.
Parallel worked example for Support (model it, do not give the task answer): Match: salt marsh, lagoon. Choices: a shallow stretch of water cut off from the sea by a bar; an area of mudflats behind a spit that has been colonised by plants. A lagoon is water cut off by a bar.; Salt marsh develops on sheltered mudflats behind a spit.. Answer: Salt marsh: mudflats behind a spit colonised by plants. Lagoon: water cut off from the sea by a bar..
Core — reveal the hint only on request: Beach first, dunes behind it; spit and bar are both ridges, but only one has closed off a bay.
Stretch — no help; when finished: Explain why a spit forms where the coastline changes direction, and what makes its end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Old Harry Rocks, near Swanage, are a famous UK example of which landform?
Answer: D   Stacks. Old Harry Rocks are chalk stacks at the tip of The Foreland headland, left standing when arches collapsed.
Source of this question: gate item 1 re-asked (options rotated) — this chapter has no third quick-check module.
The ebook also holds task 3, "Geology and the shape of a coast",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headland to stump. Reveal the answer; pupils mark their own work in a different colour, then read the "why" together. Same destination for every lane, so one answer serves the whole class.
Answer: Waves attack a joint or crack in the headland by hydraulic action and abrasion  (E); The crack is widened into a cave  (B); The cave is eroded right through the headland to form an arch  (A); Weathering weakens the arch roof and erosion widens its base until the roof collapses, leaving a stack  (D); Waves erode the base of the stack until it topples and is worn down to a stump  (C)
Why: Hydraulic action and abrasion open a crack into a cave; the cave becomes an arch; weathering above and erosion below bring the roof down to leave a stack; the stack is worn to a stump.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Landforms built by deposition. Reveal the answer; pupils mark their own work in a different colour, then read the "why" together. Same destination for every lane, so one answer serves the whole class.
Answer: Beach  →  B  Sand and shingle deposited between the high and low tide marks, usually in a sheltered bay; Sand dunes  →  A  Ridges of wind-blown sand at the back of a beach, held together by marram grass; Spit  →  C  A long, narrow ridge of sand and shingle built out from the coast by longshore drift, often with a recurved end; Bar  →  D  A ridge of sand and shingle that has grown right across a bay, trapping a lagoon behind it
Why: All four are built where the sea or wind loses energy and drops its load: a beach in a sheltered bay, dunes where wind-blown sand is trapped, a spit where longshore drift carries on past a bend in the coast, a bar where a spit closes a bay.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Stacks
Why: Old Harry Rocks are chalk stacks at the tip of The Foreland headland, left standing when arches collapsed.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206933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Landforms of the coast, and the Swanage case study</a:t>
            </a:r>
            <a:endParaRPr lang="en-US" sz="2800" dirty="0"/>
          </a:p>
        </p:txBody>
      </p:sp>
      <p:sp>
        <p:nvSpPr>
          <p:cNvPr id="11" name="lessons-card"/>
          <p:cNvSpPr/>
          <p:nvPr/>
        </p:nvSpPr>
        <p:spPr>
          <a:xfrm>
            <a:off x="548640" y="3349498"/>
            <a:ext cx="5287975" cy="2024380"/>
          </a:xfrm>
          <a:prstGeom prst="roundRect">
            <a:avLst>
              <a:gd name="adj" fmla="val 3614"/>
            </a:avLst>
          </a:prstGeom>
          <a:solidFill>
            <a:srgbClr val="E6ECE7"/>
          </a:solidFill>
          <a:ln/>
        </p:spPr>
      </p:sp>
      <p:sp>
        <p:nvSpPr>
          <p:cNvPr id="12" name="lessons"/>
          <p:cNvSpPr txBox="1"/>
          <p:nvPr/>
        </p:nvSpPr>
        <p:spPr>
          <a:xfrm>
            <a:off x="685800" y="3440938"/>
            <a:ext cx="5013655" cy="18415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erosional landforms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deposition landforms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landforms at Swanage (1)</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landforms at Swanage (2)</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Old Harry Rocks, near Swanage, are a famous UK example of which landform?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Stacks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spit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bar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Sand dunes</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Jurassic Coast stretches along the coast of East Devon and Dorset. How long is it, in kilometres?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Marram grass is planted on sand dunes to ___ them.</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stabilise  ·  erode  ·  flood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Stacks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Old Harry Rocks, near Swanage, are a famous UK example of which landform?</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Old Harry Rocks are chalk stacks at the tip of The Foreland headland, left standing when arches collapsed.</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154 km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Jurassic Coast stretches along the coast of East Devon and Dorset. How long is it, in kilometres?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Jurassic Coast is a 154 km stretch of coast that was made a World Heritage Site in 2001.</a:t>
            </a:r>
            <a:endParaRPr lang="en-US" sz="20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stabilise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Marram grass is planted on sand dunes to ___ them.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Marram grass is adapted to windy, exposed conditions; its roots bind the sand and stop the wind blowing the dunes away.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headland</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point of harder rock that sticks out into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Waves attack a headland from three sides.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discordant</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coast where bands of hard and soft rock meet the sea at right angles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 a discordant coast, soft rock is eroded into bays between hard headlands.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stack</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pillar of rock left standing in the sea when an arch collapses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Old Harry is a chalk stack near Swanage.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spit</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narrow ridge of sand and shingle built out from the coast by longshore drift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spit often has a curved end where the wind bends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marram grass</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tough grass planted to hold sand dunes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Marram grass stops the wind blowing the dunes away.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grid reference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numbers that give a place on an OS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six-figure grid reference pins a place down to a single point.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coasts have bands of hard and soft rock that meet the sea at right angles.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Soft rock wears away faster and forms bays.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Hard rock is left sticking out as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headlands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Waves attack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headland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open cracks into caves.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cave may cut right through to make an arch.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the arch roof falls,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stack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left standing in the sea.</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stack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worn down to a stump.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sheltered places the sea deposits sand and shingle to form beaches.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Wind blows dry sand inland to form sand dunes.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Longshore drift can build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spit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out across a river mouth or bay.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Swanage, in Dorset, shows many of these landforms.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coast is part of the Jurassic Coast, a World Heritage Site.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Headlands and bays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Geology means rock type AND structure. Mention both when you explain why a coastline has the shape it does.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shape of a coastline depends on its geology: the rock type and the geological structure, which is the way the layers of rock are folded or tilted.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Where the bands of rock run parallel to the coast, a single band of hard rock faces the sea and protects the softer rock behind it.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Once a headland exists, it takes the full force of the waves from three sides, while the bay behind it is sheltered.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Caves, arches, stacks and stumps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Sequence words earn marks: first, then, over time, eventually. Add one process word to each step and one named example at the end.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headland is attacked by hydraulic action and abrasion where the waves break against its base.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arch is attacked from both sides. Erosion widens it at the base while weathering (freeze-thaw, rain and roots) weakens the roof.</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same attack at the base of any cliff cuts a wave-cut notch.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(1 of 4): Caves, arches, stacks and stumps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6ECE7"/>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stack is formed. (4 marks)</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Begin at the headland: name the weakness (a joint or crack) and the processes that attack it (hydraulic action and abrasion).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4): Caves, arches, stacks and stumps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6ECE7"/>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stack is formed. (4 marks)</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crack becomes: the waves widen it into a cave.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(3 of 4): Caves, arches, stacks and stumps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6ECE7"/>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stack is formed. (4 marks)</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how the cave becomes an arch: it is eroded right through the headland, or meets a cave from the other side.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(4 of 4): Caves, arches, stacks and stumps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6ECE7"/>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a stack is formed. (4 marks)</a:t>
            </a:r>
            <a:endParaRPr lang="en-US" sz="2200" dirty="0"/>
          </a:p>
        </p:txBody>
      </p:sp>
      <p:sp>
        <p:nvSpPr>
          <p:cNvPr id="9" name="step-box"/>
          <p:cNvSpPr/>
          <p:nvPr/>
        </p:nvSpPr>
        <p:spPr>
          <a:xfrm>
            <a:off x="548640" y="2314956"/>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2909316"/>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collapse: weathering weakens the arch roof and erosion widens the base until the roof falls, leaving an isolated pillar of rock, the stack. Name a UK example: Old Harry, near Swanage.</a:t>
            </a:r>
            <a:endParaRPr lang="en-US" sz="1800" dirty="0"/>
          </a:p>
        </p:txBody>
      </p:sp>
      <p:sp>
        <p:nvSpPr>
          <p:cNvPr id="13" name="worked-answer"/>
          <p:cNvSpPr/>
          <p:nvPr/>
        </p:nvSpPr>
        <p:spPr>
          <a:xfrm>
            <a:off x="1463040" y="4755896"/>
            <a:ext cx="9265615" cy="1388872"/>
          </a:xfrm>
          <a:prstGeom prst="roundRect">
            <a:avLst>
              <a:gd name="adj" fmla="val 13168"/>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Waves erode a crack in a headland by hydraulic action and abrasion, widening it into a cave. The cave is eroded through the headland to form an arch. Weathering weakens the arch roof and erosion widens its base until the roof collapses, leaving a pillar of rock standing in the sea: a stack, such as Old Harry near Swanage.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Landforms of deposition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Spit, bar, lagoon: a spit is open at one end; a bar closes the bay; the trapped water behind a bar is a lagoon.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beach is a store of sand and shingle deposited between the high and low tide marks, usually in a sheltered bay where constructive waves bring in more than they take away.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spit is a long, narrow stretch of sand and shingle that juts out from the coast into the sea.</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If a spit grows right across a bay and joins the land on the other side, it becomes a bar.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the coast at Swanage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named example question, give the place, the landform and one specific detail: Old Harry Rocks are chalk stacks at The Foreland, near Swanage, on the Jurassic Coast.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Swanage is a seaside town on the Dorset coast in southern England.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the north of the town, The Foreland is a headland of chalk.</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studied this coast on an OS map, the highly accurate maps drawn by Ordnance Survey.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headland to stump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in the formation of a stack and stump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cave is eroded right through the headland to form an arch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crack is widened into a cave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Waves erode the base of the stack until it topples and is worn down to a stump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Weathering weakens the arch roof and erosion widens its base until the roof collapses, leaving a stack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Waves attack a joint or crack in the headland by hydraulic action and abrasion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From headland to stump</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in the formation of a stack and stump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headland still whole. What is the first weakness the waves find?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stage makes the hole bigger: crack, then cave, then right through.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has to collapse before a stack can stand on its own.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stage is the smallest thing left.</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Crack, cave, arch, stack, stump: each one is what the last one becomes.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the different jobs that erosion and weathering do in turning an arch into a stack.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Landforms built by deposition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depositional landform to its description.</a:t>
            </a:r>
            <a:endParaRPr lang="en-US" sz="2400" dirty="0"/>
          </a:p>
        </p:txBody>
      </p:sp>
      <p:sp>
        <p:nvSpPr>
          <p:cNvPr id="11" name="match-card"/>
          <p:cNvSpPr/>
          <p:nvPr/>
        </p:nvSpPr>
        <p:spPr>
          <a:xfrm>
            <a:off x="777240" y="2468331"/>
            <a:ext cx="3081437" cy="804809"/>
          </a:xfrm>
          <a:prstGeom prst="roundRect">
            <a:avLst>
              <a:gd name="adj" fmla="val 9089"/>
            </a:avLst>
          </a:prstGeom>
          <a:solidFill>
            <a:srgbClr val="EAEFEB"/>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Beach</a:t>
            </a:r>
            <a:endParaRPr lang="en-US" sz="2000" dirty="0"/>
          </a:p>
        </p:txBody>
      </p:sp>
      <p:sp>
        <p:nvSpPr>
          <p:cNvPr id="15" name="match-card"/>
          <p:cNvSpPr/>
          <p:nvPr/>
        </p:nvSpPr>
        <p:spPr>
          <a:xfrm>
            <a:off x="4224437" y="2468331"/>
            <a:ext cx="7190019" cy="804809"/>
          </a:xfrm>
          <a:prstGeom prst="roundRect">
            <a:avLst>
              <a:gd name="adj" fmla="val 9089"/>
            </a:avLst>
          </a:prstGeom>
          <a:solidFill>
            <a:srgbClr val="F4EDDF"/>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Ridges of wind-blown sand at the back of a beach, held together by marram grass</a:t>
            </a:r>
            <a:endParaRPr lang="en-US" sz="2000" dirty="0"/>
          </a:p>
        </p:txBody>
      </p:sp>
      <p:sp>
        <p:nvSpPr>
          <p:cNvPr id="19" name="match-card"/>
          <p:cNvSpPr/>
          <p:nvPr/>
        </p:nvSpPr>
        <p:spPr>
          <a:xfrm>
            <a:off x="777240" y="3364581"/>
            <a:ext cx="3081437" cy="804809"/>
          </a:xfrm>
          <a:prstGeom prst="roundRect">
            <a:avLst>
              <a:gd name="adj" fmla="val 9089"/>
            </a:avLst>
          </a:prstGeom>
          <a:solidFill>
            <a:srgbClr val="EAEFEB"/>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Sand dunes</a:t>
            </a:r>
            <a:endParaRPr lang="en-US" sz="2000" dirty="0"/>
          </a:p>
        </p:txBody>
      </p:sp>
      <p:sp>
        <p:nvSpPr>
          <p:cNvPr id="23" name="match-card"/>
          <p:cNvSpPr/>
          <p:nvPr/>
        </p:nvSpPr>
        <p:spPr>
          <a:xfrm>
            <a:off x="4224437" y="3364581"/>
            <a:ext cx="7190019" cy="804809"/>
          </a:xfrm>
          <a:prstGeom prst="roundRect">
            <a:avLst>
              <a:gd name="adj" fmla="val 9089"/>
            </a:avLst>
          </a:prstGeom>
          <a:solidFill>
            <a:srgbClr val="F4EDDF"/>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Sand and shingle deposited between the high and low tide marks, usually in a sheltered bay</a:t>
            </a:r>
            <a:endParaRPr lang="en-US" sz="2000" dirty="0"/>
          </a:p>
        </p:txBody>
      </p:sp>
      <p:sp>
        <p:nvSpPr>
          <p:cNvPr id="27" name="match-card"/>
          <p:cNvSpPr/>
          <p:nvPr/>
        </p:nvSpPr>
        <p:spPr>
          <a:xfrm>
            <a:off x="777240" y="4260830"/>
            <a:ext cx="3081437" cy="804809"/>
          </a:xfrm>
          <a:prstGeom prst="roundRect">
            <a:avLst>
              <a:gd name="adj" fmla="val 9089"/>
            </a:avLst>
          </a:prstGeom>
          <a:solidFill>
            <a:srgbClr val="EAEFEB"/>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Spit</a:t>
            </a:r>
            <a:endParaRPr lang="en-US" sz="2000" dirty="0"/>
          </a:p>
        </p:txBody>
      </p:sp>
      <p:sp>
        <p:nvSpPr>
          <p:cNvPr id="31" name="match-card"/>
          <p:cNvSpPr/>
          <p:nvPr/>
        </p:nvSpPr>
        <p:spPr>
          <a:xfrm>
            <a:off x="4224437" y="4260830"/>
            <a:ext cx="7190019" cy="804809"/>
          </a:xfrm>
          <a:prstGeom prst="roundRect">
            <a:avLst>
              <a:gd name="adj" fmla="val 9089"/>
            </a:avLst>
          </a:prstGeom>
          <a:solidFill>
            <a:srgbClr val="F4EDDF"/>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long, narrow ridge of sand and shingle built out from the coast by longshore drift, often with a recurved end</a:t>
            </a:r>
            <a:endParaRPr lang="en-US" sz="2000" dirty="0"/>
          </a:p>
        </p:txBody>
      </p:sp>
      <p:sp>
        <p:nvSpPr>
          <p:cNvPr id="35" name="match-card"/>
          <p:cNvSpPr/>
          <p:nvPr/>
        </p:nvSpPr>
        <p:spPr>
          <a:xfrm>
            <a:off x="777240" y="5157079"/>
            <a:ext cx="3081437" cy="804809"/>
          </a:xfrm>
          <a:prstGeom prst="roundRect">
            <a:avLst>
              <a:gd name="adj" fmla="val 9089"/>
            </a:avLst>
          </a:prstGeom>
          <a:solidFill>
            <a:srgbClr val="EAEFEB"/>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Bar</a:t>
            </a:r>
            <a:endParaRPr lang="en-US" sz="2000" dirty="0"/>
          </a:p>
        </p:txBody>
      </p:sp>
      <p:sp>
        <p:nvSpPr>
          <p:cNvPr id="39" name="match-card"/>
          <p:cNvSpPr/>
          <p:nvPr/>
        </p:nvSpPr>
        <p:spPr>
          <a:xfrm>
            <a:off x="4224437" y="5157079"/>
            <a:ext cx="7190019" cy="804809"/>
          </a:xfrm>
          <a:prstGeom prst="roundRect">
            <a:avLst>
              <a:gd name="adj" fmla="val 9089"/>
            </a:avLst>
          </a:prstGeom>
          <a:solidFill>
            <a:srgbClr val="F4EDDF"/>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ridge of sand and shingle that has grown right across a bay, trapping a lagoon behind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Landforms built by deposition</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Landforms built by deposition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landform is made by wind, not waves. Which one grows behind the beach?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is the basic store of sand that the others grow from.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are long ridges built by longshore drift. One is still open at the end; one has closed off a bay.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lagoon is trapped water, so it goes with the one that has closed the bay.</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Beach first, dunes behind it; spit and bar are both ridges, but only one has closed off a bay.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spit forms where the coastline changes direction, and what makes its end curve.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Old Harry Rocks, near Swanage, are a famous UK example of which landform?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spit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bar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Sand dunes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Stacks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headland to stump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Waves attack a joint or crack in the headland by hydraulic action and abrasion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crack is widened into a cave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cave is eroded right through the headland to form an arch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Weathering weakens the arch roof and erosion widens its base until the roof collapses, leaving a stack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Waves erode the base of the stack until it topples and is worn down to a stump  (C)</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Hydraulic action and abrasion open a crack into a cave; the cave becomes an arch; weathering above and erosion below bring the roof down to leave a stack; the stack is worn to a stump.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Landforms built by deposition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Beach  →  B  Sand and shingle deposited between the high and low tide marks, usually in a sheltered bay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Sand dunes  →  A  Ridges of wind-blown sand at the back of a beach, held together by marram grass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Spit  →  C  A long, narrow ridge of sand and shingle built out from the coast by longshore drift, often with a recurved end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Bar  →  D  A ridge of sand and shingle that has grown right across a bay, trapping a lagoon behind it</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All four are built where the sea or wind loses energy and drops its load: a beach in a sheltered bay, dunes where wind-blown sand is trapped, a spit where longshore drift carries on past a bend in the coast, a bar where a spit closes a bay.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Old Harry Rocks, near Swanage, are a famous UK example of which landform?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Stacks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Old Harry Rocks are chalk stacks at the tip of The Foreland headland, left standing when arches collapsed.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3: Landforms of the coast, and the Swanage case study</dc:title>
  <dc:subject>Geography · Year 10</dc:subject>
  <dc:creator>Dr Vitor Merissi de Carvalho</dc:creator>
  <cp:lastModifiedBy>Dr Vitor Merissi de Carvalho</cp:lastModifiedBy>
  <cp:revision>1</cp:revision>
  <dcterms:created xsi:type="dcterms:W3CDTF">2026-10-18T21:47:51Z</dcterms:created>
  <dcterms:modified xsi:type="dcterms:W3CDTF">2026-10-18T21:47:51Z</dcterms:modified>
</cp:coreProperties>
</file>