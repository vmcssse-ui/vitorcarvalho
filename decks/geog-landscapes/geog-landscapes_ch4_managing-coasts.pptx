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a7d2fd-58cf-4634-7810-5611abee009d}">
          <p14:sldIdLst>
            <p14:sldId id="256"/>
          </p14:sldIdLst>
        </p14:section>
        <p14:section name="Gate" id="{7afd0952-aadf-585a-e9df-40b15c75c987}">
          <p14:sldIdLst>
            <p14:sldId id="257"/>
            <p14:sldId id="258"/>
          </p14:sldIdLst>
        </p14:section>
        <p14:section name="Pre-teach" id="{7b492ee7-176b-a326-7eaa-d05394d7ed63}">
          <p14:sldIdLst>
            <p14:sldId id="259"/>
            <p14:sldId id="260"/>
          </p14:sldIdLst>
        </p14:section>
        <p14:section name="Read-along" id="{30a758a0-128c-76a9-d065-0950f6fe3f2e}">
          <p14:sldIdLst>
            <p14:sldId id="261"/>
            <p14:sldId id="262"/>
          </p14:sldIdLst>
        </p14:section>
        <p14:section name="Teach" id="{2de8b33d-9b81-daa5-7246-23a7fec6fdaf}">
          <p14:sldIdLst>
            <p14:sldId id="263"/>
            <p14:sldId id="264"/>
            <p14:sldId id="265"/>
            <p14:sldId id="266"/>
            <p14:sldId id="267"/>
          </p14:sldIdLst>
        </p14:section>
        <p14:section name="Routes" id="{dc0b0f9e-1e05-4358-afda-0c5ca3bd9e8a}">
          <p14:sldIdLst>
            <p14:sldId id="268"/>
            <p14:sldId id="269"/>
            <p14:sldId id="270"/>
            <p14:sldId id="271"/>
          </p14:sldIdLst>
        </p14:section>
        <p14:section name="Close" id="{cec5022a-e979-e1a3-e924-70c853237d4d}">
          <p14:sldIdLst>
            <p14:sldId id="272"/>
          </p14:sldIdLst>
        </p14:section>
        <p14:section name="Answers" id="{6f6260c9-764c-3b59-cb6c-4610716917c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Managing the coast: hard, soft and managed retreat. The hard and soft engineering strategies used to protect UK coasts, what each costs and who gains or loses, managed retreat at Medmerry, and the Lyme Regis case study.
This deck covers the department's lessons: 9 (Coastal management: soft and hard engineering: What are the costs and benefits of hard and soft engineering strategies for managing the coast?); 10 (Managing the coast: managed retreat: What is managed retreat, and is it a sustainable way to manage a coastline?); 11 (Coastal management case study: Lyme Regis: Why did Lyme Regis need coastal management, what was done, and how successful has it been?).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soft engineering strategy?  →  A   Beach nourishment
2. Gabions cost about £110 per metre. How much would it cost to protect 50 metres of beach with gabions? Give your answer in pounds.  →  5500 £
3. Managed retreat means allowing the sea to flood low-value land so that the coastline moves ___.  →  inland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Beach nourishment. Beach nourishment adds natural sand to the beach and works with natural processes. The other three are built structures: hard engineering.
2. 5500 £. 50 × £110 = £5500. Cheap compared with £5000 for a single metre of sea wall.
3. inland. Retreat means moving back. The defences are set further inland and the sea is allowed 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hard engineering: building structures to hold back the sea. Example: "A sea wall is a type of hard engineering."
• soft engineering: working with natural processes to protect the coast. Example: "Planting marram grass on dunes is soft engineering."
• sea wall: a concrete or rock barrier that reflects waves back to sea. Example: "The sea wall has a curved face and a walkway on top."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groyne: a barrier built out across the beach to trap drifting sand. Example: "Sand piles up on one side of each groyne."
• beach nourishment: adding sand or shingle to make a beach wider. Example: "Beach nourishment uses sand dredged from the sea bed."
• managed retreat: letting the sea flood low-value land on purpose. Example: "Managed retreat at Medmerry created a new wildlife habitat."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Coasts are managed to protect people, homes and businesses from erosion and flooding.
2. Hard engineering means building structures to hold back the sea.
3. A sea wall is a concrete barrier with a curved face that reflects waves.
4. Groynes are barriers built out across the beach to trap sand moving by longshore drift.
5. Rock armour is a pile of large boulders at the foot of a cliff.
6. Gabions are wire cages filled with rocks.
7. Hard engineering is expensive and can spoil the look of the coast.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Soft engineering works with nature and is usually cheaper.
9. Beach nourishment adds sand to make the beach wider.
10. Dune regeneration plants marram grass to hold the sand dunes together.
11. Managed retreat lets the sea flood low-value land on purpose.
12. At Medmerry, in West Sussex, this created a new wildlife habitat.
13. Lyme Regis, in Dorset, has used several schemes to protect its town.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Hard engineering. Say it in your own words, then check understanding with a quick question: ask a pupil from the pre-teach group first, since they met these words and ideas before the lesson. Pupils try to recall before you re-explain.
Hard engineering means building artificial structures to resist the sea. It tends to be expensive, can have a high impact on the landscape and the environment, and is often unsustainable, but it works quickly and people trust it. Four structures matter here. A sea wall is a concrete or rock barrier at the foot of a cliff or the top of a beach, usually with a curved face to reflect waves back out to sea; it costs around £5000 to £10 000 per metre. It gives people a sense of security and often carries a walkway, and if well maintained it lasts many years. But it is very expensive to build and maintain, it looks ugly from the beach, it can destroy habitats, it restricts access to the beach, and if waves overtop it the land behind can flood. It does not stop sediment moving along the coast, so it does not starve beaches further along.
Groynes are barriers, of wood or rock, built out across the beach at right angles to the shore. They trap sand and shingle moving by longshore drift, so the beach on the up-drift side grows wider; a bigger beach absorbs wave energy and attracts tourists. Groynes are relatively cheap, around £5000 each, and can last up to 40 years if maintained. Against them: they block people walking along the beach, they are dangerous to climb on because the water is deep on one side and shallow on the other, old ones look unattractive, and the beach beyond the last groyne is starved of sand. Rock groynes at Sandbanks, in Poole, have concrete tops that people use as walkways and fishing points.
Rock armour is large, resistant boulders dumped at the foot of a cliff or along a beach to absorb wave energy. At around £1000 to £3000 per metre it is cheaper than a sea wall, but the rock is often imported from Norway and Sweden, which raises the cost and means it does not match the local geology. It covers large areas of beach, traps litter and driftwood, is awkward and sometimes dangerous to clamber over, and can be shifted by big storms, so it needs maintenance. Gabions are steel wire mesh cages filled with rocks. They are cheap, around £110 per metre, easy to build and last 20 to 25 years, so they are good value. But they only suit sandy beaches (shingle would smash them), they are easily damaged, broken wire is dangerous to people and to seabirds' feet, and they look unattractive unless vegetation grows over them. In 2010 one scheme spent £30 000 repairing gabions damaged by storms.
Worked example — model it step by step, thinking aloud: A council wants to protect 200 metres of coast. Gabions cost about £110 per metre and a sea wall about £5000 per metre. How much would each option cost, and what is the difference? (1) Gabions: 200 × £110 = £22 000. (2) Sea wall: 200 × £5000 = £1 000 000. (3) Difference: £1 000 000 − £22 000 = £978 000. (4) Check the sense of it: the sea wall costs about 45 times as much, but it will last far longer and gives much better protection. Cost is only one side of the decision. Answer: Gabions £22 000; sea wall £1 000 000; the sea wall costs £978 000 more..
Tip: For every strategy learn one cost, one advantage, one disadvantage and one place. That is the kit for a four-mark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Hard engineering. Say it in your own words, then check understanding with a quick question: ask a pupil from the pre-teach group first, since they met these words and ideas before the lesson. Pupils try to recall before you re-explain.
Hard engineering means building artificial structures to resist the sea. It tends to be expensive, can have a high impact on the landscape and the environment, and is often unsustainable, but it works quickly and people trust it. Four structures matter here. A sea wall is a concrete or rock barrier at the foot of a cliff or the top of a beach, usually with a curved face to reflect waves back out to sea; it costs around £5000 to £10 000 per metre. It gives people a sense of security and often carries a walkway, and if well maintained it lasts many years. But it is very expensive to build and maintain, it looks ugly from the beach, it can destroy habitats, it restricts access to the beach, and if waves overtop it the land behind can flood. It does not stop sediment moving along the coast, so it does not starve beaches further along.
Groynes are barriers, of wood or rock, built out across the beach at right angles to the shore. They trap sand and shingle moving by longshore drift, so the beach on the up-drift side grows wider; a bigger beach absorbs wave energy and attracts tourists. Groynes are relatively cheap, around £5000 each, and can last up to 40 years if maintained. Against them: they block people walking along the beach, they are dangerous to climb on because the water is deep on one side and shallow on the other, old ones look unattractive, and the beach beyond the last groyne is starved of sand. Rock groynes at Sandbanks, in Poole, have concrete tops that people use as walkways and fishing points.
Rock armour is large, resistant boulders dumped at the foot of a cliff or along a beach to absorb wave energy. At around £1000 to £3000 per metre it is cheaper than a sea wall, but the rock is often imported from Norway and Sweden, which raises the cost and means it does not match the local geology. It covers large areas of beach, traps litter and driftwood, is awkward and sometimes dangerous to clamber over, and can be shifted by big storms, so it needs maintenance. Gabions are steel wire mesh cages filled with rocks. They are cheap, around £110 per metre, easy to build and last 20 to 25 years, so they are good value. But they only suit sandy beaches (shingle would smash them), they are easily damaged, broken wire is dangerous to people and to seabirds' feet, and they look unattractive unless vegetation grows over them. In 2010 one scheme spent £30 000 repairing gabions damaged by storms.
Worked example — model it step by step, thinking aloud: A council wants to protect 200 metres of coast. Gabions cost about £110 per metre and a sea wall about £5000 per metre. How much would each option cost, and what is the difference? (1) Gabions: 200 × £110 = £22 000. (2) Sea wall: 200 × £5000 = £1 000 000. (3) Difference: £1 000 000 − £22 000 = £978 000. (4) Check the sense of it: the sea wall costs about 45 times as much, but it will last far longer and gives much better protection. Cost is only one side of the decision. Answer: Gabions £22 000; sea wall £1 000 000; the sea wall costs £978 000 more..
Tip: For every strategy learn one cost, one advantage, one disadvantage and one place. That is the kit for a four-mark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Soft engineering. Say it in your own words, then check understanding with a quick question: ask a pupil from the pre-teach group first, since they met these words and ideas before the lesson. Pupils try to recall before you re-explain.
Soft engineering works with natural processes instead of fighting them. It is usually much cheaper than hard engineering, because natural materials are used, and it is usually more sustainable, with less impact on the environment: it can be kept going for a long time without harming the coast. Beach nourishment adds sand or shingle to a beach, usually dredged from the sea bed, to make it wider. A wider beach absorbs wave energy, protects the sea front from flooding, looks natural and attracts more tourists. It is cheaper than hard engineering overall, but it has high overheads: hiring a dredger costs around £300 000, and the new sand drifts away, so it has to be repeated. At Sandbanks, the nourished beach protects some very expensive properties.
Beach reprofiling reshapes the beach using material already there. Destructive winter waves lower a beach; after the storms, bulldozers push the sand and shingle back up the beach to rebuild it as a buffer between land and sea. It keeps the beach looking fairly natural and makes the residents behind it feel safe, but a steep, high-crested beach can look unnatural and uninviting, and major reprofiling is expensive. At Pevensey, in East Sussex, beach nourishment and reprofiling together cost £30 million over 25 years, about £1.2 million a year.
Dune regeneration, or dune stabilising, plants marram grass and fences off the dunes so the grass can take hold. Dunes protect the land behind them, and once established they are popular for walking and picnics. At Studland, dune regeneration has kept a habitat for rare Dartford warblers and nightjars and for six species of reptile, including lizards and adders. Small projects use volunteers and local grass, so costs are minimal. But the dunes must be checked twice a year and fertilised, fencing and signs to stop trampling are expensive, and keep-out signs can put tourists off.
Tip: Sustainable means it can carry on for a long time without using up resources or damaging the environment. Say that in the exam, then give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Managed retreat. Say it in your own words, then check understanding with a quick question: ask a pupil from the pre-teach group first, since they met these words and ideas before the lesson. Pupils try to recall before you re-explain.
Managed retreat (also called coastal realignment) means deliberately allowing the sea to flood or erode an area of low-value land, instead of defending it. The old defences are removed or breached, and a new line of defence is set further inland. The flooded land becomes a natural buffer that absorbs wave energy and protects the coast behind it, and in time a wildlife habitat. Your case study is Medmerry, in West Sussex, where farmland and a caravan site were given up to the sea to create a new wildlife habitat and a natural buffer.
Arguments for: it creates a buffer that protects the coastline; it is cheap, because replacing farmland and caravans costs little and it uses natural processes; it creates a wildlife habitat that can attract tourists in the future; and it is sustainable and environmentally friendly. Arguments against: the area can look unattractive at first; it risks properties and businesses if used near residential areas; it takes a long time to create protection, so it cannot be used everywhere; it can cause conflict between the local authority and residents; it causes an immediate loss of income to farmers and holiday businesses; and it litters the sea if not properly managed.
So should we manage the coast or adapt to it? The honest answer is that it depends on where you are protecting. A town full of homes and businesses justifies expensive hard engineering; a stretch of farmland may not. Geographers monitor the coastline so that each decision is based on how fast it is really changing.
Tip: A nine-mark discuss question needs both sides, a named example and a conclusion that says it depends on what is being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Lyme Regis. Say it in your own words, then check understanding with a quick question: ask a pupil from the pre-teach group first, since they met these words and ideas before the lesson. Pupils try to recall before you re-explain.
Lyme Regis is a small seaside town in Dorset on the Jurassic Coast. In class you used the textbook to describe its location and importance and to find out why it needed coastal management. The reasons were both natural (the physical processes of erosion and mass movement acting on the coast) and human (the homes, businesses and tourist economy of the town sitting right on the sea front). Both kinds of factor made coastal defences necessary.
The town has been protected in phases. Phase 1, in the 1990s, combined hard engineering (a sea wall) with soft engineering (beach reprofiling). Phase 2 ran from 2005 to 2007, and Phase 4 from 2013 to 2015; Phase 3 was never undertaken. Each phase mixed hard and soft methods, and each had costs and benefits that you recorded in your table.
Not everyone agreed. Some local residents argued against more defences, fearing that they would increase visitor numbers and so bring traffic congestion and litter and spoil the natural look of the coastline. Tourists, the local government, and scientists (geologists, archaeologists and geographers) each had their own reasons for wanting defences or not, and their own preferred solutions. When you evaluate the scheme, weigh its success in protecting the town against the conflict it caused.
Tip: For Lyme Regis, learn the four phases and their dates, one hard and one soft method, and one interest group that disagreed.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Hard engineering: which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hard engineering structure to its description.
Support — work through the steps with the group: (1) Find the one made of wire: cages of rock. (2) Find the one that is loose rock without any cage. (3) Of the two left, one is solid concrete and one is built out across the beach to catch sand. (4) Check: the one that traps longshore drift must stick out across the beach.
Parallel worked example for Support (model it, do not give the task answer): Match: revetment, breakwater. Choices: a structure built offshore so waves break before they reach the beach; a sloping wooden or concrete fence-like structure that absorbs wave energy. A breakwater breaks the waves offshore.; A revetment is the sloping fence-like structure on the shore.. Answer: Revetment: sloping fence-like structure that absorbs wave energy. Breakwater: built offshore so waves break early..
Core — reveal the hint only on request: Wire cages, loose boulders, a solid wall, and barriers across the beach. Which one deals with longshore drift?
Stretch — no help; when finished: Explain why a groyne protects one beach but can harm the beach further along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Hard engineering: which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hard engineering structure to its description.
Support — work through the steps with the group: (1) Find the one made of wire: cages of rock. (2) Find the one that is loose rock without any cage. (3) Of the two left, one is solid concrete and one is built out across the beach to catch sand. (4) Check: the one that traps longshore drift must stick out across the beach.
Parallel worked example for Support (model it, do not give the task answer): Match: revetment, breakwater. Choices: a structure built offshore so waves break before they reach the beach; a sloping wooden or concrete fence-like structure that absorbs wave energy. A breakwater breaks the waves offshore.; A revetment is the sloping fence-like structure on the shore.. Answer: Revetment: sloping fence-like structure that absorbs wave energy. Breakwater: built offshore so waves break early..
Core — reveal the hint only on request: Wire cages, loose boulders, a solid wall, and barriers across the beach. Which one deals with longshore drift?
Stretch — no help; when finished: Explain why a groyne protects one beach but can harm the beach further along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cost.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Rock armour costs about £2000 per metre (the middle of the usual range) and a sea wall about £5000 per metre. A town needs 300 metres of protection. How much more, in pounds, would the sea wall cost than the rock armour?
Support — work through the steps with the group: (1) Work out the sea wall: 300 × £5000. (2) Work out the rock armour: 300 × £2000. (3) Subtract the smaller from the larger. (4) Check with a shortcut: the difference per metre is £3000, and 300 × £3000 should give the same answer.
Parallel worked example for Support (model it, do not give the task answer): Gabions cost about £110 per metre and rock armour about £2000 per metre. For 100 metres, how much more does the rock armour cost? Rock armour: 100 × £2000 = £200 000.; Gabions: 100 × £110 = £11 000.; Difference: £200 000 − £11 000 = £189 000.. Answer: £189 000.
Core — reveal the hint only on request: Find the cost of each option for 300 metres, then subtract. Or subtract per metre first, then multiply by 300.
Stretch — no help; when finished: The sea wall may last far longer than the rock armour. Explain why the cheaper option is not always the better value over 50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cost.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Rock armour costs about £2000 per metre (the middle of the usual range) and a sea wall about £5000 per metre. A town needs 300 metres of protection. How much more, in pounds, would the sea wall cost than the rock armour?
Support — work through the steps with the group: (1) Work out the sea wall: 300 × £5000. (2) Work out the rock armour: 300 × £2000. (3) Subtract the smaller from the larger. (4) Check with a shortcut: the difference per metre is £3000, and 300 × £3000 should give the same answer.
Parallel worked example for Support (model it, do not give the task answer): Gabions cost about £110 per metre and rock armour about £2000 per metre. For 100 metres, how much more does the rock armour cost? Rock armour: 100 × £2000 = £200 000.; Gabions: 100 × £110 = £11 000.; Difference: £200 000 − £11 000 = £189 000.. Answer: £189 000.
Core — reveal the hint only on request: Find the cost of each option for 300 metres, then subtract. Or subtract per metre first, then multiply by 300.
Stretch — no help; when finished: The sea wall may last far longer than the rock armour. Explain why the cheaper option is not always the better value over 50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soft engineering strategy?
Answer: D   Beach nourishment. Beach nourishment adds natural sand to the beach and works with natural processes. The other three are built structures: hard engineering.
Source of this question: gate item 1 re-asked (options rotated) — this chapter has no third quick-check module.
The ebook also holds task 3, "Is managed retreat the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Hard engineering: which is which?. Reveal the answer; pupils mark their own work in a different colour, then read the "why" together. Same destination for every lane, so one answer serves the whole class.
Answer: Sea wall  →  B  A concrete or rock barrier with a curved face that reflects waves back out to sea; Groynes  →  A  Barriers built out across the beach to trap sand moving by longshore drift; Rock armour  →  D  Large boulders, often imported, piled up to absorb wave energy; Gabions  →  C  Steel wire mesh cages filled with rocks
Why: A sea wall reflects waves; groynes trap drifting sand to build the beach; rock armour absorbs wave energy; gabions are rock-filled cages. All are artificial structures that resist the sea.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Counting the cost. Reveal the answer; pupils mark their own work in a different colour, then read the "why" together. Same destination for every lane, so one answer serves the whole class.
Answer: 900 000 £
Why: 300 × £5000 = £1 500 000 and 300 × £2000 = £600 000, so the sea wall costs £900 000 more. The per-metre difference of £3000 times 300 metres gives the same £900 000.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Beach nourishment
Why: Beach nourishment adds natural sand to the beach and works with natural processes. The other three are built structures: hard engineering.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186740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Managing the coast: hard, soft and managed retreat</a:t>
            </a:r>
            <a:endParaRPr lang="en-US" sz="3200" dirty="0"/>
          </a:p>
        </p:txBody>
      </p:sp>
      <p:sp>
        <p:nvSpPr>
          <p:cNvPr id="11" name="lessons-card"/>
          <p:cNvSpPr/>
          <p:nvPr/>
        </p:nvSpPr>
        <p:spPr>
          <a:xfrm>
            <a:off x="548640" y="3279648"/>
            <a:ext cx="5287975" cy="2296160"/>
          </a:xfrm>
          <a:prstGeom prst="roundRect">
            <a:avLst>
              <a:gd name="adj" fmla="val 3186"/>
            </a:avLst>
          </a:prstGeom>
          <a:solidFill>
            <a:srgbClr val="E6ECE7"/>
          </a:solidFill>
          <a:ln/>
        </p:spPr>
      </p:sp>
      <p:sp>
        <p:nvSpPr>
          <p:cNvPr id="12" name="lessons"/>
          <p:cNvSpPr txBox="1"/>
          <p:nvPr/>
        </p:nvSpPr>
        <p:spPr>
          <a:xfrm>
            <a:off x="685800" y="337108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management: soft and hard engineering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Managing the coast: managed retreat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management case study: Lyme Regis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soft engineering strategy?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Beach nourishment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Gabions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Rock armour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Sea wall</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Gabions cost about £110 per metre. How much would it cost to protect 50 metres of beach with gabions? Give your answer in pounds.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Managed retreat means allowing the sea to flood low-value land so that the coastline moves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inland  ·  out to sea  ·  nowhere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Beach nourishment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soft engineering strategy?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Beach nourishment adds natural sand to the beach and works with natural processes. The other three are built structures: hard engineering.</a:t>
            </a:r>
            <a:endParaRPr lang="en-US" sz="20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5500 £</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Gabions cost about £110 per metre. How much would it cost to protect 50 metres of beach with gabions? Give your answer in pounds.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50 × £110 = £5500. Cheap compared with £5000 for a single metre of sea wall.</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inland</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Managed retreat means allowing the sea to flood low-value land so that the coastline moves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Retreat means moving back. The defences are set further inland and the sea is allowed in.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hard engineering</a:t>
            </a:r>
            <a:endParaRPr lang="en-US" sz="2600" dirty="0"/>
          </a:p>
        </p:txBody>
      </p:sp>
      <p:sp>
        <p:nvSpPr>
          <p:cNvPr id="11" name="word-rule"/>
          <p:cNvSpPr/>
          <p:nvPr/>
        </p:nvSpPr>
        <p:spPr>
          <a:xfrm>
            <a:off x="731520" y="2558288"/>
            <a:ext cx="3149498" cy="0"/>
          </a:xfrm>
          <a:prstGeom prst="line">
            <a:avLst/>
          </a:prstGeom>
          <a:ln w="12700">
            <a:solidFill>
              <a:srgbClr val="ACBFB1"/>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building structures to hold back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sea wall is a type of hard engineering.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soft engineering</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working with natural processes to protect the coast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Planting marram grass on dunes is soft engineering.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sea wall</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concrete or rock barrier that reflects waves back to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sea wall has a curved face and a walkway on top.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groyne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barrier built out across the beach to trap drifting sand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Sand piles up on one side of each groyne.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beach nourishment</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adding sand or shingle to make a beach wider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Beach nourishment uses sand dredged from the sea bed.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managed retreat</a:t>
            </a:r>
            <a:endParaRPr lang="en-US" sz="2600" dirty="0"/>
          </a:p>
        </p:txBody>
      </p:sp>
      <p:sp>
        <p:nvSpPr>
          <p:cNvPr id="23" name="word-rule"/>
          <p:cNvSpPr/>
          <p:nvPr/>
        </p:nvSpPr>
        <p:spPr>
          <a:xfrm>
            <a:off x="8310677" y="2558288"/>
            <a:ext cx="3149498" cy="0"/>
          </a:xfrm>
          <a:prstGeom prst="line">
            <a:avLst/>
          </a:prstGeom>
          <a:ln w="12700">
            <a:solidFill>
              <a:srgbClr val="ACBFB1"/>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letting the sea flood low-value land on purpose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Managed retreat at Medmerry created a new wildlife habitat.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Coasts are managed to protect people, homes and businesses from erosion and flooding.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Hard engineering</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building structures to hold back the sea.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sea wall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a concrete barrier with a curved face that reflects waves.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Groynes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are barriers built out across the beach to trap sand moving by longshore drift.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Rock armour is a pile of large boulders at the foot of a cliff.</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Gabions are wire cages filled with rocks.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Hard engineering</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expensive and can spoil the look of the coast.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Soft engineering</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works with nature and is usually cheaper.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Beach nourishment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adds sand to make the beach wider.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Dune regeneration plants marram grass to hold the sand dunes together.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Managed retreat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lets the sea flood low-value land on purpose.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Medmerry, in West Sussex, this created a new wildlife habitat.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Lyme Regis, in Dorset, has used several schemes to protect its town.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Hard engineering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every strategy learn one cost, one advantage, one disadvantage and one place. That is the kit for a four-mark comparison.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Hard engineering means building artificial structures to resist the sea.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Groynes are barriers, of wood or rock, built out across the beach at right angles to the shore.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Rock armour is large, resistant boulders dumped at the foot of a cliff or along a beach to absorb wave energy.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Hard engineering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6ECE7"/>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council wants to protect 200 metres of coast. Gabions cost about £110 per metre and a sea wall about £5000 per metre. How much would each option cost, and what is the difference?</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Gabions: 200 × £110 = £22 000.</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Sea wall: 200 × £5000 = £1 000 000.</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Difference: £1 000 000 − £22 000 = £978 000.</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of it: the sea wall costs about 45 times as much, but it will last far longer and gives much better protection. Cost is only one side of the decision.</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Gabions £22 000; sea wall £1 000 000; the sea wall costs £978 000 more.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Soft engineering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Sustainable means it can carry on for a long time without using up resources or damaging the environment. Say that in the exam, then give an example.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Soft engineering works with natural processes instead of fighting them.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Beach reprofiling reshapes the beach using material already there. Destructive winter waves lower a beach; after the storms, bulldozers push the sand and shingle back up the beach to rebuild it as a buffer between land and sea.</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Dune regeneration, or dune stabilising, plants marram grass and fences off the dunes so the grass can take hold.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Managed retreat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nine-mark discuss question needs both sides, a named example and a conclusion that says it depends on what is being protected.</a:t>
            </a:r>
            <a:endParaRPr lang="en-US" sz="1800" dirty="0"/>
          </a:p>
        </p:txBody>
      </p:sp>
      <p:sp>
        <p:nvSpPr>
          <p:cNvPr id="11" name="bullet-card"/>
          <p:cNvSpPr/>
          <p:nvPr/>
        </p:nvSpPr>
        <p:spPr>
          <a:xfrm>
            <a:off x="548640" y="1389888"/>
            <a:ext cx="11094415" cy="984504"/>
          </a:xfrm>
          <a:prstGeom prst="roundRect">
            <a:avLst>
              <a:gd name="adj" fmla="val 7430"/>
            </a:avLst>
          </a:prstGeom>
          <a:solidFill>
            <a:srgbClr val="EAEFEB"/>
          </a:solidFill>
          <a:ln/>
        </p:spPr>
      </p:sp>
      <p:sp>
        <p:nvSpPr>
          <p:cNvPr id="12" name="bullet-hex"/>
          <p:cNvSpPr/>
          <p:nvPr/>
        </p:nvSpPr>
        <p:spPr>
          <a:xfrm>
            <a:off x="676656" y="1715847"/>
            <a:ext cx="384048" cy="332586"/>
          </a:xfrm>
          <a:prstGeom prst="hexagon">
            <a:avLst/>
          </a:prstGeom>
          <a:solidFill>
            <a:srgbClr val="3F6B4A"/>
          </a:solidFill>
          <a:ln/>
        </p:spPr>
      </p:sp>
      <p:sp>
        <p:nvSpPr>
          <p:cNvPr id="13" name="bullet"/>
          <p:cNvSpPr txBox="1"/>
          <p:nvPr/>
        </p:nvSpPr>
        <p:spPr>
          <a:xfrm>
            <a:off x="1143000" y="1389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Managed retreat (also called coastal realignment) means deliberately allowing the sea to flood or erode an area of low-value land, instead of defending it.</a:t>
            </a:r>
            <a:endParaRPr lang="en-US" sz="2200" dirty="0"/>
          </a:p>
        </p:txBody>
      </p:sp>
      <p:sp>
        <p:nvSpPr>
          <p:cNvPr id="14" name="bullet-card"/>
          <p:cNvSpPr/>
          <p:nvPr/>
        </p:nvSpPr>
        <p:spPr>
          <a:xfrm>
            <a:off x="548640" y="2520696"/>
            <a:ext cx="11094415" cy="1666240"/>
          </a:xfrm>
          <a:prstGeom prst="roundRect">
            <a:avLst>
              <a:gd name="adj" fmla="val 4390"/>
            </a:avLst>
          </a:prstGeom>
          <a:solidFill>
            <a:srgbClr val="EAEFEB"/>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520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Arguments for: it creates a buffer that protects the coastline; it is cheap, because replacing farmland and caravans costs little and it uses natural processes; it creates a wildlife habitat that can attract tourists in the future; and it is sustainable and environmentally friendly.</a:t>
            </a:r>
            <a:endParaRPr lang="en-US" sz="2200" dirty="0"/>
          </a:p>
        </p:txBody>
      </p:sp>
      <p:sp>
        <p:nvSpPr>
          <p:cNvPr id="17" name="bullet-card"/>
          <p:cNvSpPr/>
          <p:nvPr/>
        </p:nvSpPr>
        <p:spPr>
          <a:xfrm>
            <a:off x="548640" y="4333240"/>
            <a:ext cx="11094415" cy="742696"/>
          </a:xfrm>
          <a:prstGeom prst="roundRect">
            <a:avLst>
              <a:gd name="adj" fmla="val 9850"/>
            </a:avLst>
          </a:prstGeom>
          <a:solidFill>
            <a:srgbClr val="EAEFEB"/>
          </a:solidFill>
          <a:ln/>
        </p:spPr>
      </p:sp>
      <p:sp>
        <p:nvSpPr>
          <p:cNvPr id="18" name="bullet-hex"/>
          <p:cNvSpPr/>
          <p:nvPr/>
        </p:nvSpPr>
        <p:spPr>
          <a:xfrm>
            <a:off x="676656" y="4538295"/>
            <a:ext cx="384048" cy="332586"/>
          </a:xfrm>
          <a:prstGeom prst="hexagon">
            <a:avLst/>
          </a:prstGeom>
          <a:solidFill>
            <a:srgbClr val="3F6B4A"/>
          </a:solidFill>
          <a:ln/>
        </p:spPr>
      </p:sp>
      <p:sp>
        <p:nvSpPr>
          <p:cNvPr id="19" name="bullet"/>
          <p:cNvSpPr txBox="1"/>
          <p:nvPr/>
        </p:nvSpPr>
        <p:spPr>
          <a:xfrm>
            <a:off x="1143000" y="4333240"/>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should we manage the coast or adapt to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Lyme Regis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Lyme Regis, learn the four phases and their dates, one hard and one soft method, and one interest group that disagreed.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Lyme Regis is a small seaside town in Dorset on the Jurassic Coast.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town has been protected in phases. Phase 1, in the 1990s, combined hard engineering (a sea wall) with soft engineering (beach reprofiling).</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 everyone agreed. Some local residents argued against more defences, fearing that they would increase visitor numbers and so bring traffic congestion and litter and spoil the natural look of the coastline.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Hard engineering: which is which?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hard engineering structure to its description.</a:t>
            </a:r>
            <a:endParaRPr lang="en-US" sz="2400" dirty="0"/>
          </a:p>
        </p:txBody>
      </p:sp>
      <p:sp>
        <p:nvSpPr>
          <p:cNvPr id="11" name="match-card"/>
          <p:cNvSpPr/>
          <p:nvPr/>
        </p:nvSpPr>
        <p:spPr>
          <a:xfrm>
            <a:off x="777240" y="2468331"/>
            <a:ext cx="3081437" cy="890026"/>
          </a:xfrm>
          <a:prstGeom prst="roundRect">
            <a:avLst>
              <a:gd name="adj" fmla="val 8219"/>
            </a:avLst>
          </a:prstGeom>
          <a:solidFill>
            <a:srgbClr val="EAEFEB"/>
          </a:solidFill>
          <a:ln/>
        </p:spPr>
      </p:sp>
      <p:sp>
        <p:nvSpPr>
          <p:cNvPr id="12" name="match-hex"/>
          <p:cNvSpPr/>
          <p:nvPr/>
        </p:nvSpPr>
        <p:spPr>
          <a:xfrm>
            <a:off x="850392" y="2747052"/>
            <a:ext cx="384048" cy="332586"/>
          </a:xfrm>
          <a:prstGeom prst="hexagon">
            <a:avLst/>
          </a:prstGeom>
          <a:solidFill>
            <a:srgbClr val="3F6B4A"/>
          </a:solidFill>
          <a:ln/>
        </p:spPr>
      </p:sp>
      <p:sp>
        <p:nvSpPr>
          <p:cNvPr id="13" name="match-hex-label"/>
          <p:cNvSpPr txBox="1"/>
          <p:nvPr/>
        </p:nvSpPr>
        <p:spPr>
          <a:xfrm>
            <a:off x="850392"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Sea wall</a:t>
            </a:r>
            <a:endParaRPr lang="en-US" sz="2200" dirty="0"/>
          </a:p>
        </p:txBody>
      </p:sp>
      <p:sp>
        <p:nvSpPr>
          <p:cNvPr id="15" name="match-card"/>
          <p:cNvSpPr/>
          <p:nvPr/>
        </p:nvSpPr>
        <p:spPr>
          <a:xfrm>
            <a:off x="4224437" y="2468331"/>
            <a:ext cx="7190019" cy="890026"/>
          </a:xfrm>
          <a:prstGeom prst="roundRect">
            <a:avLst>
              <a:gd name="adj" fmla="val 8219"/>
            </a:avLst>
          </a:prstGeom>
          <a:solidFill>
            <a:srgbClr val="F4EDDF"/>
          </a:solidFill>
          <a:ln/>
        </p:spPr>
      </p:sp>
      <p:sp>
        <p:nvSpPr>
          <p:cNvPr id="16" name="match-hex"/>
          <p:cNvSpPr/>
          <p:nvPr/>
        </p:nvSpPr>
        <p:spPr>
          <a:xfrm>
            <a:off x="4297589" y="2747052"/>
            <a:ext cx="384048" cy="332586"/>
          </a:xfrm>
          <a:prstGeom prst="hexagon">
            <a:avLst/>
          </a:prstGeom>
          <a:solidFill>
            <a:srgbClr val="B8862B"/>
          </a:solidFill>
          <a:ln/>
        </p:spPr>
      </p:sp>
      <p:sp>
        <p:nvSpPr>
          <p:cNvPr id="17" name="match-hex-label"/>
          <p:cNvSpPr txBox="1"/>
          <p:nvPr/>
        </p:nvSpPr>
        <p:spPr>
          <a:xfrm>
            <a:off x="4297589"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Barriers built out across the beach to trap sand moving by longshore drift</a:t>
            </a:r>
            <a:endParaRPr lang="en-US" sz="2200" dirty="0"/>
          </a:p>
        </p:txBody>
      </p:sp>
      <p:sp>
        <p:nvSpPr>
          <p:cNvPr id="19" name="match-card"/>
          <p:cNvSpPr/>
          <p:nvPr/>
        </p:nvSpPr>
        <p:spPr>
          <a:xfrm>
            <a:off x="777240" y="3449798"/>
            <a:ext cx="3081437" cy="890026"/>
          </a:xfrm>
          <a:prstGeom prst="roundRect">
            <a:avLst>
              <a:gd name="adj" fmla="val 8219"/>
            </a:avLst>
          </a:prstGeom>
          <a:solidFill>
            <a:srgbClr val="EAEFEB"/>
          </a:solidFill>
          <a:ln/>
        </p:spPr>
      </p:sp>
      <p:sp>
        <p:nvSpPr>
          <p:cNvPr id="20" name="match-hex"/>
          <p:cNvSpPr/>
          <p:nvPr/>
        </p:nvSpPr>
        <p:spPr>
          <a:xfrm>
            <a:off x="850392" y="3728518"/>
            <a:ext cx="384048" cy="332586"/>
          </a:xfrm>
          <a:prstGeom prst="hexagon">
            <a:avLst/>
          </a:prstGeom>
          <a:solidFill>
            <a:srgbClr val="3F6B4A"/>
          </a:solidFill>
          <a:ln/>
        </p:spPr>
      </p:sp>
      <p:sp>
        <p:nvSpPr>
          <p:cNvPr id="21" name="match-hex-label"/>
          <p:cNvSpPr txBox="1"/>
          <p:nvPr/>
        </p:nvSpPr>
        <p:spPr>
          <a:xfrm>
            <a:off x="850392"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49798"/>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Groynes</a:t>
            </a:r>
            <a:endParaRPr lang="en-US" sz="2200" dirty="0"/>
          </a:p>
        </p:txBody>
      </p:sp>
      <p:sp>
        <p:nvSpPr>
          <p:cNvPr id="23" name="match-card"/>
          <p:cNvSpPr/>
          <p:nvPr/>
        </p:nvSpPr>
        <p:spPr>
          <a:xfrm>
            <a:off x="4224437" y="3449798"/>
            <a:ext cx="7190019" cy="890026"/>
          </a:xfrm>
          <a:prstGeom prst="roundRect">
            <a:avLst>
              <a:gd name="adj" fmla="val 8219"/>
            </a:avLst>
          </a:prstGeom>
          <a:solidFill>
            <a:srgbClr val="F4EDDF"/>
          </a:solidFill>
          <a:ln/>
        </p:spPr>
      </p:sp>
      <p:sp>
        <p:nvSpPr>
          <p:cNvPr id="24" name="match-hex"/>
          <p:cNvSpPr/>
          <p:nvPr/>
        </p:nvSpPr>
        <p:spPr>
          <a:xfrm>
            <a:off x="4297589" y="3728518"/>
            <a:ext cx="384048" cy="332586"/>
          </a:xfrm>
          <a:prstGeom prst="hexagon">
            <a:avLst/>
          </a:prstGeom>
          <a:solidFill>
            <a:srgbClr val="B8862B"/>
          </a:solidFill>
          <a:ln/>
        </p:spPr>
      </p:sp>
      <p:sp>
        <p:nvSpPr>
          <p:cNvPr id="25" name="match-hex-label"/>
          <p:cNvSpPr txBox="1"/>
          <p:nvPr/>
        </p:nvSpPr>
        <p:spPr>
          <a:xfrm>
            <a:off x="4297589"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49798"/>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concrete or rock barrier with a curved face that reflects waves back out to sea</a:t>
            </a:r>
            <a:endParaRPr lang="en-US" sz="2200" dirty="0"/>
          </a:p>
        </p:txBody>
      </p:sp>
      <p:sp>
        <p:nvSpPr>
          <p:cNvPr id="27" name="match-card"/>
          <p:cNvSpPr/>
          <p:nvPr/>
        </p:nvSpPr>
        <p:spPr>
          <a:xfrm>
            <a:off x="777240" y="4431264"/>
            <a:ext cx="3081437" cy="549158"/>
          </a:xfrm>
          <a:prstGeom prst="roundRect">
            <a:avLst>
              <a:gd name="adj" fmla="val 13321"/>
            </a:avLst>
          </a:prstGeom>
          <a:solidFill>
            <a:srgbClr val="EAEFEB"/>
          </a:solidFill>
          <a:ln/>
        </p:spPr>
      </p:sp>
      <p:sp>
        <p:nvSpPr>
          <p:cNvPr id="28" name="match-hex"/>
          <p:cNvSpPr/>
          <p:nvPr/>
        </p:nvSpPr>
        <p:spPr>
          <a:xfrm>
            <a:off x="850392" y="4539550"/>
            <a:ext cx="384048" cy="332586"/>
          </a:xfrm>
          <a:prstGeom prst="hexagon">
            <a:avLst/>
          </a:prstGeom>
          <a:solidFill>
            <a:srgbClr val="3F6B4A"/>
          </a:solidFill>
          <a:ln/>
        </p:spPr>
      </p:sp>
      <p:sp>
        <p:nvSpPr>
          <p:cNvPr id="29" name="match-hex-label"/>
          <p:cNvSpPr txBox="1"/>
          <p:nvPr/>
        </p:nvSpPr>
        <p:spPr>
          <a:xfrm>
            <a:off x="850392" y="45395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Rock armour</a:t>
            </a:r>
            <a:endParaRPr lang="en-US" sz="2200" dirty="0"/>
          </a:p>
        </p:txBody>
      </p:sp>
      <p:sp>
        <p:nvSpPr>
          <p:cNvPr id="31" name="match-card"/>
          <p:cNvSpPr/>
          <p:nvPr/>
        </p:nvSpPr>
        <p:spPr>
          <a:xfrm>
            <a:off x="4224437" y="4431264"/>
            <a:ext cx="7190019" cy="549158"/>
          </a:xfrm>
          <a:prstGeom prst="roundRect">
            <a:avLst>
              <a:gd name="adj" fmla="val 13321"/>
            </a:avLst>
          </a:prstGeom>
          <a:solidFill>
            <a:srgbClr val="F4EDDF"/>
          </a:solidFill>
          <a:ln/>
        </p:spPr>
      </p:sp>
      <p:sp>
        <p:nvSpPr>
          <p:cNvPr id="32" name="match-hex"/>
          <p:cNvSpPr/>
          <p:nvPr/>
        </p:nvSpPr>
        <p:spPr>
          <a:xfrm>
            <a:off x="4297589" y="4539550"/>
            <a:ext cx="384048" cy="332586"/>
          </a:xfrm>
          <a:prstGeom prst="hexagon">
            <a:avLst/>
          </a:prstGeom>
          <a:solidFill>
            <a:srgbClr val="B8862B"/>
          </a:solidFill>
          <a:ln/>
        </p:spPr>
      </p:sp>
      <p:sp>
        <p:nvSpPr>
          <p:cNvPr id="33" name="match-hex-label"/>
          <p:cNvSpPr txBox="1"/>
          <p:nvPr/>
        </p:nvSpPr>
        <p:spPr>
          <a:xfrm>
            <a:off x="4297589" y="45395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31264"/>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Steel wire mesh cages filled with rocks</a:t>
            </a:r>
            <a:endParaRPr lang="en-US" sz="2200" dirty="0"/>
          </a:p>
        </p:txBody>
      </p:sp>
      <p:sp>
        <p:nvSpPr>
          <p:cNvPr id="35" name="match-card"/>
          <p:cNvSpPr/>
          <p:nvPr/>
        </p:nvSpPr>
        <p:spPr>
          <a:xfrm>
            <a:off x="777240" y="5071862"/>
            <a:ext cx="3081437" cy="890026"/>
          </a:xfrm>
          <a:prstGeom prst="roundRect">
            <a:avLst>
              <a:gd name="adj" fmla="val 8219"/>
            </a:avLst>
          </a:prstGeom>
          <a:solidFill>
            <a:srgbClr val="EAEFEB"/>
          </a:solidFill>
          <a:ln/>
        </p:spPr>
      </p:sp>
      <p:sp>
        <p:nvSpPr>
          <p:cNvPr id="36" name="match-hex"/>
          <p:cNvSpPr/>
          <p:nvPr/>
        </p:nvSpPr>
        <p:spPr>
          <a:xfrm>
            <a:off x="850392" y="5350582"/>
            <a:ext cx="384048" cy="332586"/>
          </a:xfrm>
          <a:prstGeom prst="hexagon">
            <a:avLst/>
          </a:prstGeom>
          <a:solidFill>
            <a:srgbClr val="3F6B4A"/>
          </a:solidFill>
          <a:ln/>
        </p:spPr>
      </p:sp>
      <p:sp>
        <p:nvSpPr>
          <p:cNvPr id="37" name="match-hex-label"/>
          <p:cNvSpPr txBox="1"/>
          <p:nvPr/>
        </p:nvSpPr>
        <p:spPr>
          <a:xfrm>
            <a:off x="850392"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71862"/>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Gabions</a:t>
            </a:r>
            <a:endParaRPr lang="en-US" sz="2200" dirty="0"/>
          </a:p>
        </p:txBody>
      </p:sp>
      <p:sp>
        <p:nvSpPr>
          <p:cNvPr id="39" name="match-card"/>
          <p:cNvSpPr/>
          <p:nvPr/>
        </p:nvSpPr>
        <p:spPr>
          <a:xfrm>
            <a:off x="4224437" y="5071862"/>
            <a:ext cx="7190019" cy="890026"/>
          </a:xfrm>
          <a:prstGeom prst="roundRect">
            <a:avLst>
              <a:gd name="adj" fmla="val 8219"/>
            </a:avLst>
          </a:prstGeom>
          <a:solidFill>
            <a:srgbClr val="F4EDDF"/>
          </a:solidFill>
          <a:ln/>
        </p:spPr>
      </p:sp>
      <p:sp>
        <p:nvSpPr>
          <p:cNvPr id="40" name="match-hex"/>
          <p:cNvSpPr/>
          <p:nvPr/>
        </p:nvSpPr>
        <p:spPr>
          <a:xfrm>
            <a:off x="4297589" y="5350582"/>
            <a:ext cx="384048" cy="332586"/>
          </a:xfrm>
          <a:prstGeom prst="hexagon">
            <a:avLst/>
          </a:prstGeom>
          <a:solidFill>
            <a:srgbClr val="B8862B"/>
          </a:solidFill>
          <a:ln/>
        </p:spPr>
      </p:sp>
      <p:sp>
        <p:nvSpPr>
          <p:cNvPr id="41" name="match-hex-label"/>
          <p:cNvSpPr txBox="1"/>
          <p:nvPr/>
        </p:nvSpPr>
        <p:spPr>
          <a:xfrm>
            <a:off x="4297589"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71862"/>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Large boulders, often imported, piled up to absorb wave energy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Hard engineering: which is which?</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hard engineering structure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one made of wire: cages of rock.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one that is loose rock without any cage.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left, one is solid concrete and one is built out across the beach to catch sand.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one that traps longshore drift must stick out across the beach.</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Wire cages, loose boulders, a solid wall, and barriers across the beach. Which one deals with longshore drift?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groyne protects one beach but can harm the beach further along the coast.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Counting the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Rock armour costs about £2000 per metre (the middle of the usual range) and a sea wall about £5000 per metre. A town needs 300 metres of protection. How much more, in pounds, would the sea wall cost than the rock armour?</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Counting the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Rock armour costs about £2000 per metre (the middle of the usual range) and a sea wall about £5000 per metre. A town needs 300 metres of protection. How much more, in pounds, would the sea wall cost than the rock armour?</a:t>
            </a:r>
            <a:endParaRPr lang="en-US" sz="2000" dirty="0"/>
          </a:p>
        </p:txBody>
      </p:sp>
      <p:sp>
        <p:nvSpPr>
          <p:cNvPr id="12" name="col-Support"/>
          <p:cNvSpPr/>
          <p:nvPr/>
        </p:nvSpPr>
        <p:spPr>
          <a:xfrm>
            <a:off x="548640" y="3213608"/>
            <a:ext cx="4667802" cy="2931160"/>
          </a:xfrm>
          <a:prstGeom prst="roundRect">
            <a:avLst>
              <a:gd name="adj" fmla="val 1872"/>
            </a:avLst>
          </a:prstGeom>
          <a:solidFill>
            <a:srgbClr val="E6ECE7"/>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4393482"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the sea wall: 300 × £5000.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the rock armour: 300 × £2000.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smaller from the larger.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with a shortcut: the difference per metre is £3000, and 300 × £3000 should give the same answer.</a:t>
            </a:r>
            <a:endParaRPr lang="en-US" sz="1800" dirty="0"/>
          </a:p>
        </p:txBody>
      </p:sp>
      <p:sp>
        <p:nvSpPr>
          <p:cNvPr id="17" name="col-Core"/>
          <p:cNvSpPr/>
          <p:nvPr/>
        </p:nvSpPr>
        <p:spPr>
          <a:xfrm>
            <a:off x="5490762" y="3213608"/>
            <a:ext cx="2938987" cy="2931160"/>
          </a:xfrm>
          <a:prstGeom prst="roundRect">
            <a:avLst>
              <a:gd name="adj" fmla="val 1872"/>
            </a:avLst>
          </a:prstGeom>
          <a:solidFill>
            <a:srgbClr val="CFDAD2"/>
          </a:solidFill>
          <a:ln/>
        </p:spPr>
      </p:sp>
      <p:sp>
        <p:nvSpPr>
          <p:cNvPr id="18" name="col-hex"/>
          <p:cNvSpPr/>
          <p:nvPr/>
        </p:nvSpPr>
        <p:spPr>
          <a:xfrm>
            <a:off x="5600490"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50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53688"/>
            <a:ext cx="2664667" cy="2181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the cost of each option for 300 metres, then subtract. Or subtract per metre first, then multiply by 300.</a:t>
            </a:r>
            <a:endParaRPr lang="en-US" sz="1800" dirty="0"/>
          </a:p>
        </p:txBody>
      </p:sp>
      <p:sp>
        <p:nvSpPr>
          <p:cNvPr id="22" name="col-Stretch"/>
          <p:cNvSpPr/>
          <p:nvPr/>
        </p:nvSpPr>
        <p:spPr>
          <a:xfrm>
            <a:off x="8704069" y="3213608"/>
            <a:ext cx="2938987" cy="2931160"/>
          </a:xfrm>
          <a:prstGeom prst="roundRect">
            <a:avLst>
              <a:gd name="adj" fmla="val 1872"/>
            </a:avLst>
          </a:prstGeom>
          <a:solidFill>
            <a:srgbClr val="3F6B4A"/>
          </a:solidFill>
          <a:ln/>
        </p:spPr>
      </p:sp>
      <p:sp>
        <p:nvSpPr>
          <p:cNvPr id="23" name="col-hex"/>
          <p:cNvSpPr/>
          <p:nvPr/>
        </p:nvSpPr>
        <p:spPr>
          <a:xfrm>
            <a:off x="8813797" y="3286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50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53688"/>
            <a:ext cx="2664667" cy="2181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sea wall may last far longer than the rock armour. Explain why the cheaper option is not always the better value over 50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soft engineering strategy?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Gabions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Rock armour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Sea wall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Beach nourishment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Hard engineering: which is which?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Sea wall  →  B  A concrete or rock barrier with a curved face that reflects waves back out to sea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Groynes  →  A  Barriers built out across the beach to trap sand moving by longshore drift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Rock armour  →  D  Large boulders, often imported, piled up to absorb wave energy</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Gabions  →  C  Steel wire mesh cages filled with rocks</a:t>
            </a:r>
            <a:endParaRPr lang="en-US" sz="22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sea wall reflects waves; groynes trap drifting sand to build the beach; rock armour absorbs wave energy; gabions are rock-filled cages. All are artificial structures that resist the sea.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Counting the cost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Rock armour costs about £2000 per metre (the middle of the usual range) and a sea wall about £5000 per metre. A town needs 300 metres of protection. How much more, in pounds, would the sea wall cost than the rock armour?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900 000 £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300 × £5000 = £1 500 000 and 300 × £2000 = £600 000, so the sea wall costs £900 000 more. The per-metre difference of £3000 times 300 metres gives the same £900 000.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soft engineering strategy?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Beach nourishment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Beach nourishment adds natural sand to the beach and works with natural processes. The other three are built structures: hard engineering.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4: Managing the coast: hard, soft and managed retreat</dc:title>
  <dc:subject>Geography · Year 10</dc:subject>
  <dc:creator>Dr Vitor Merissi de Carvalho</dc:creator>
  <cp:lastModifiedBy>Dr Vitor Merissi de Carvalho</cp:lastModifiedBy>
  <cp:revision>1</cp:revision>
  <dcterms:created xsi:type="dcterms:W3CDTF">2026-10-19T06:07:39Z</dcterms:created>
  <dcterms:modified xsi:type="dcterms:W3CDTF">2026-10-19T06:07:39Z</dcterms:modified>
</cp:coreProperties>
</file>