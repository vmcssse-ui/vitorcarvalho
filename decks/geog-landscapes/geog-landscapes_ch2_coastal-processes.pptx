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5b65d6a-23f9-6dc0-2e09-efcb28d478a7}">
          <p14:sldIdLst>
            <p14:sldId id="256"/>
          </p14:sldIdLst>
        </p14:section>
        <p14:section name="Gate" id="{d6796a19-58e4-02a8-aa42-6321293ecfd5}">
          <p14:sldIdLst>
            <p14:sldId id="257"/>
            <p14:sldId id="258"/>
          </p14:sldIdLst>
        </p14:section>
        <p14:section name="Pre-teach" id="{08842161-2432-1756-49ea-1779caef3708}">
          <p14:sldIdLst>
            <p14:sldId id="259"/>
            <p14:sldId id="260"/>
          </p14:sldIdLst>
        </p14:section>
        <p14:section name="Read-along" id="{63972af4-dd1f-fe85-f6b9-bb1db41e83ee}">
          <p14:sldIdLst>
            <p14:sldId id="261"/>
            <p14:sldId id="262"/>
          </p14:sldIdLst>
        </p14:section>
        <p14:section name="Teach" id="{9e4750c4-5de7-a80d-e560-6772da8ec409}">
          <p14:sldIdLst>
            <p14:sldId id="263"/>
            <p14:sldId id="264"/>
            <p14:sldId id="265"/>
            <p14:sldId id="266"/>
            <p14:sldId id="267"/>
          </p14:sldIdLst>
        </p14:section>
        <p14:section name="Routes" id="{fb4168b8-7799-7e7e-0bfa-2abf2dafb403}">
          <p14:sldIdLst>
            <p14:sldId id="268"/>
            <p14:sldId id="269"/>
            <p14:sldId id="270"/>
            <p14:sldId id="271"/>
          </p14:sldIdLst>
        </p14:section>
        <p14:section name="Close" id="{392ac2da-ab6a-c8d5-5b9e-65e065c9679e}">
          <p14:sldIdLst>
            <p14:sldId id="272"/>
          </p14:sldIdLst>
        </p14:section>
        <p14:section name="Answers" id="{587d238d-7eb2-0006-b804-faea18554a72}">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Erosion, transport and deposition at the coast. The four ways the sea wears rock away, how longshore drift moves sand along a beach, the four ways the sea carries its load, and when it lets go.
This deck covers the department's lessons: 3 (Mass movement, coastal erosion and longshore drift: How does material move down a cliff, how does the sea erode it, and how is it carried along the beach?); 4 (Coastal transportation and deposition: How does the sea carry its load, and when does it drop it?).
Read the big question aloud: "How do waves and rivers shape the UK's coasts and valleys, and how should we manage the risks they bring?"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Pebbles carried by the waves knock against each other and become smaller and rounder. Which process is this?  →  A   Attrition
2. Longshore drift moves sediment along the beach in a ___ pattern.  →  zig-zag
3. Where is deposition most likely to happen?  →  D   Where waves enter a sheltered bay and lose energy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Attrition. Attrition is the load wearing itself down: pebbles knocking into each other and becoming smaller, smoother and rounder.
2. zig-zag. Swash at an angle, backwash straight back: repeated, this makes a zig-zag along the beach.
3. D   Where waves enter a sheltered bay and lose energy. Waves deposit when they lose energy: in sheltered bays, with a small fetch, in shallow water and where there is plenty of material.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hydraulic action: the force of waves pushing air and water into cracks in rock. Example: "Hydraulic action widens the cracks in a cliff until pieces break off."
• abrasion: rocks and sand in the waves grinding against the cliff. Example: "Abrasion wears the base of the cliff away like sandpaper."
• attrition: pebbles knocking against each other and getting smaller and rounder. Example: "Attrition is why beach pebbles are smooth and round."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longshore drift: the movement of sand and shingle along a beach by the waves. Example: "Longshore drift carries sand along the coast in a zig-zag."
• fetch: the distance of open sea the wind has blown across to make a wave. Example: "A long fetch makes bigger, more powerful waves."
• deposition: waves dropping the sand and pebbles they are carrying. Example: "Deposition happens in sheltered bays where the waves lose energy."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sea wears away the coast in four ways.
2. Hydraulic action is the force of waves pushing air into cracks in the cliff.
3. Abrasion is rocks and sand in the waves grinding against the cliff like sandpaper.
4. Attrition is pebbles knocking against each other and getting smaller and rounder.
5. Solution is sea water slowly dissolving rocks such as chalk and limestone.
6. Waves also move sediment along the beach.
7. They usually arrive at an angle, pushed by the prevailing wind.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swash carries sand up the beach at that angle.
9. The backwash drags it straight back down.
10. Over time the sand zig-zags along the coast.
11. This is called longshore drift.
12. When waves lose energy, they drop what they are carrying.
13. This is called deposition.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ways the sea erodes. Say it in your own words, then check understanding with a quick question: ask a pupil from the pre-teach group first, since they met these words and ideas before the lesson. Pupils try to recall before you re-explain.
Erosion is the wearing away and removal of rock. At the coast it is done by waves in four ways, and you need all four names. Hydraulic action (the deck also calls it hydraulic power) happens when a breaking wave traps air and water in the joints and cracks of a cliff; the trapped air is compressed, the pressure weakens the rock, and over many waves the crack widens and pieces break off. Abrasion happens when the waves pick up sand and bits of rock and throw them against the cliff, grinding its surface down like sandpaper.
Attrition does not attack the cliff at all. It is what happens to the load the sea is carrying: rocks and pebbles are knocked against one another until they break into smaller, smoother, rounder pieces. That is why beach pebbles are round. Solution is chemical: sea water slowly dissolves minerals from rocks such as chalk and limestone and carries them away in the water.
How fast a coast erodes depends on the energy of the waves and the strength of the rock. Big destructive waves with a long fetch erode fastest. Soft rocks like clay, and rocks full of joints, give way quickly; hard, solid rocks like granite resist for centuries. Weathering and mass movement speed things up by loosening the cliff before the waves arrive.
Tip: Attrition is the odd one out: it wears down the load, not the cliff. Abrasion uses the load to wear down the cliff.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Longshore drift. Say it in your own words, then check understanding with a quick question: ask a pupil from the pre-teach group first, since they met these words and ideas before the lesson. Pupils try to recall before you re-explain.
Waves rarely arrive straight on. The prevailing wind pushes them towards the beach at an angle. When a wave breaks, its swash runs up the beach at that same angle, carrying sand and shingle with it. The backwash, pulled by gravity, drains straight back down the beach at right angles to the shoreline.
Each wave therefore moves a little material up the beach at a slant and back down straight. Repeated thousands of times, this zig-zag carries sediment slowly along the coast in the direction of the prevailing wind. This process of transportation is called longshore drift. It is why a beach can be starved of sand at one end and piled up at the other, and why groynes are built across beaches to trap the drifting sand.
Worked example — model it step by step, thinking aloud: Explain how longshore drift moves sand along a beach. (4 marks) (1) Start with the cause: the prevailing wind makes waves approach the beach at an angle. (2) Describe the swash: it carries sand up the beach at the same angle as the waves. (3) Describe the backwash: gravity pulls it straight back down the beach at right angles to the shore. (4) Finish with the result: the repeated zig-zag moves sand slowly along the beach in the direction of the prevailing wind. Answer: Waves driven by the prevailing wind approach at an angle. The swash carries sand up the beach at that angle; the backwash drains straight back down under gravity. Repeated many times, this zig-zag moves sand along the beach in the direction of the prevailing wind..
Tip: Four marks, four ideas: angle, swash, backwash, zig-zag. Name the prevailing wind to show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Longshore drift. Say it in your own words, then check understanding with a quick question: ask a pupil from the pre-teach group first, since they met these words and ideas before the lesson. Pupils try to recall before you re-explain.
Waves rarely arrive straight on. The prevailing wind pushes them towards the beach at an angle. When a wave breaks, its swash runs up the beach at that same angle, carrying sand and shingle with it. The backwash, pulled by gravity, drains straight back down the beach at right angles to the shoreline.
Each wave therefore moves a little material up the beach at a slant and back down straight. Repeated thousands of times, this zig-zag carries sediment slowly along the coast in the direction of the prevailing wind. This process of transportation is called longshore drift. It is why a beach can be starved of sand at one end and piled up at the other, and why groynes are built across beaches to trap the drifting sand.
Worked example — model it step by step, thinking aloud: Explain how longshore drift moves sand along a beach. (4 marks) (1) Start with the cause: the prevailing wind makes waves approach the beach at an angle. (2) Describe the swash: it carries sand up the beach at the same angle as the waves. (3) Describe the backwash: gravity pulls it straight back down the beach at right angles to the shore. (4) Finish with the result: the repeated zig-zag moves sand slowly along the beach in the direction of the prevailing wind. Answer: Waves driven by the prevailing wind approach at an angle. The swash carries sand up the beach at that angle; the backwash drains straight back down under gravity. Repeated many times, this zig-zag moves sand along the beach in the direction of the prevailing wind..
Tip: Four marks, four ideas: angle, swash, backwash, zig-zag. Name the prevailing wind to show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Carrying the load: four kinds of transport. Say it in your own words, then check understanding with a quick question: ask a pupil from the pre-teach group first, since they met these words and ideas before the lesson. Pupils try to recall before you re-explain.
The sea carries eroded material in four ways, and the same four words are used for rivers in Chapter 5. Traction is when large stones and boulders are rolled along the sea bed by the waves; it needs a lot of energy, so it mostly happens in storms. Saltation is when small pebbles and stones are bounced along the sea bed.
Suspension is when fine, light material, such as sand and silt, is carried along within the water itself; it is what makes the sea look cloudy after a storm. Solution is when dissolved minerals are carried along, invisible, in the water. The more energy the waves have, the bigger the material they can move.
Tip: Think size order: traction (boulders rolled), saltation (pebbles bounced), suspension (sand and silt floated), solution (dissolved).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Deposition: when the sea lets go. Say it in your own words, then check understanding with a quick question: ask a pupil from the pre-teach group first, since they met these words and ideas before the lesson. Pupils try to recall before you re-explain.
When waves do not have enough energy to carry their load, they drop it. This is deposition, and it builds beaches, spits and bars. Deposition happens where the swash is stronger than the backwash, which means constructive waves.
You can predict where deposition will happen. It is most likely where there is little wind or the waves enter a sheltered area such as a bay; where the fetch is small; where waves run into shallow water and lose power; and where there is a large supply of eroded material to drop. The sheltered sandy beach inside Swanage Bay, which you will meet in the next chapter, is a result of exactly these conditions.
Tip: Erosion needs energy; deposition is what happens when the energy runs out. Say so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ways the sea erodes.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process of coastal erosion to its description.
Support — work through the steps with the group: (1) Find the one about dissolving: that is a chemical process. (2) Find the one about air and pressure in cracks: hydraulic means to do with water pressure. (3) Two are left and both involve rock hitting rock. Ask: is the cliff being hit, or are pebbles hitting each other? (4) Hitting the cliff is abrasion (think sandpaper); pebbles hitting each other is attrition.
Parallel worked example for Support (model it, do not give the task answer): A river bank is being worn away by stones hurled against it in a flood. Which process is this? Stones are hitting the bank, not each other.; Rock material wearing a surface down is abrasion.. Answer: Abrasion..
Core — reveal the hint only on request: One process is chemical, one is about trapped air, and two involve rock hitting something. Which of those hits the cliff?
Stretch — no help; when finished: Explain which two of these processes would be strongest on a chalk headland, and why the rock type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ways the sea erodes.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process of coastal erosion to its description.
Support — work through the steps with the group: (1) Find the one about dissolving: that is a chemical process. (2) Find the one about air and pressure in cracks: hydraulic means to do with water pressure. (3) Two are left and both involve rock hitting rock. Ask: is the cliff being hit, or are pebbles hitting each other? (4) Hitting the cliff is abrasion (think sandpaper); pebbles hitting each other is attrition.
Parallel worked example for Support (model it, do not give the task answer): A river bank is being worn away by stones hurled against it in a flood. Which process is this? Stones are hitting the bank, not each other.; Rock material wearing a surface down is abrasion.. Answer: Abrasion..
Core — reveal the hint only on request: One process is chemical, one is about trapped air, and two involve rock hitting something. Which of those hits the cliff?
Stretch — no help; when finished: Explain which two of these processes would be strongest on a chalk headland, and why the rock type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Longshore drift,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longshore drift in the correct order.
Support — work through the steps with the group: (1) Start with the cause: what makes the waves arrive at an angle? (2) A wave breaks: first the water goes up the beach (swash), then it comes back down (backwash). (3) After one wave, think about many waves: what shape does the path make? (4) End with the long-term result along the coast.
Parallel worked example for Support (model it, do not give the task answer): Put these stages of a tide in order: the sea reaches high tide; the sea rises up the beach; the sea falls back down the beach; the sea reaches low tide. Start with the sea low, then rising.; It reaches its highest point, then falls back.. Answer: Low tide; rises up the beach; high tide; falls back down the beach..
Core — reveal the hint only on request: Cause first (wind and angle), then one wave (swash before backwash), then many waves, then the result.
Stretch — no help; when finished: Explain how a groyne interrupts longshore drift, and what happens to the beach on the far side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Longshore drift,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longshore drift in the correct order.
Support — work through the steps with the group: (1) Start with the cause: what makes the waves arrive at an angle? (2) A wave breaks: first the water goes up the beach (swash), then it comes back down (backwash). (3) After one wave, think about many waves: what shape does the path make? (4) End with the long-term result along the coast.
Parallel worked example for Support (model it, do not give the task answer): Put these stages of a tide in order: the sea reaches high tide; the sea rises up the beach; the sea falls back down the beach; the sea reaches low tide. Start with the sea low, then rising.; It reaches its highest point, then falls back.. Answer: Low tide; rises up the beach; high tide; falls back down the beach..
Core — reveal the hint only on request: Cause first (wind and angle), then one wave (swash before backwash), then many waves, then the result.
Stretch — no help; when finished: Explain how a groyne interrupts longshore drift, and what happens to the beach on the far side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Small pebbles are being bounced along the sea bed by the waves. Which type of transportation is this?
Answer: A   Saltation. Saltation is small pebbles and stones bounced along the bed. Traction rolls boulders, suspension floats fine material, solution carries dissolved minerals.
Source of this question: module 3 task ("How is this load being carried?")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ways the sea erodes. Reveal the answer; pupils mark their own work in a different colour, then read the "why" together. Same destination for every lane, so one answer serves the whole class.
Answer: Hydraulic action  →  D  Breaking waves trap and compress air in cracks in the cliff, weakening the rock; Abrasion  →  A  Sand and rock in the waves are thrown against the cliff and grind it down; Attrition  →  C  Rocks and pebbles carried by the waves hit each other and break into smaller, rounder pieces; Solution  →  B  Sea water dissolves minerals from rocks such as chalk and limestone
Why: Hydraulic action is trapped, compressed air in cracks; abrasion is the load thrown at the cliff; attrition is the load wearing itself down; solution is dissolving.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Longshore drift, step by step. Reveal the answer; pupils mark their own work in a different colour, then read the "why" together. Same destination for every lane, so one answer serves the whole class.
Answer: The prevailing wind makes waves approach the beach at an angle  (D); The swash carries sediment up the beach at the same angle as the waves  (C); The backwash drags the sediment straight back down the beach, at right angles to the shore  (B); Swash and backwash repeat, moving the sediment in a zig-zag along the beach  (A); Over time the sediment slowly travels along the coast in the direction of the prevailing wind  (E)
Why: The wind sets the angle; the swash carries material up at that angle; gravity pulls the backwash straight back; many repeats make a zig-zag; the sediment ends up moving along the coast.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Saltation
Why: Saltation is small pebbles and stones bounced along the bed. Traction rolls boulders, suspension floats fine material, solution carries dissolved minerals.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Physical Landscapes in the UK: Rivers and Coasts · AQA 8035</a:t>
            </a:r>
            <a:endParaRPr lang="en-US" sz="1800" dirty="0"/>
          </a:p>
        </p:txBody>
      </p:sp>
      <p:sp>
        <p:nvSpPr>
          <p:cNvPr id="10" name="deck-title"/>
          <p:cNvSpPr txBox="1"/>
          <p:nvPr/>
        </p:nvSpPr>
        <p:spPr>
          <a:xfrm>
            <a:off x="548640" y="213029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Erosion, transport and deposition at the coast</a:t>
            </a:r>
            <a:endParaRPr lang="en-US" sz="3600" dirty="0"/>
          </a:p>
        </p:txBody>
      </p:sp>
      <p:sp>
        <p:nvSpPr>
          <p:cNvPr id="11" name="lessons-card"/>
          <p:cNvSpPr/>
          <p:nvPr/>
        </p:nvSpPr>
        <p:spPr>
          <a:xfrm>
            <a:off x="548640" y="3674618"/>
            <a:ext cx="5287975" cy="1638300"/>
          </a:xfrm>
          <a:prstGeom prst="roundRect">
            <a:avLst>
              <a:gd name="adj" fmla="val 4465"/>
            </a:avLst>
          </a:prstGeom>
          <a:solidFill>
            <a:srgbClr val="E6ECE7"/>
          </a:solidFill>
          <a:ln/>
        </p:spPr>
      </p:sp>
      <p:sp>
        <p:nvSpPr>
          <p:cNvPr id="12" name="lessons"/>
          <p:cNvSpPr txBox="1"/>
          <p:nvPr/>
        </p:nvSpPr>
        <p:spPr>
          <a:xfrm>
            <a:off x="685800" y="376605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Mass movement, coastal erosion and longshore drift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Coastal transportation and deposition</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waves and rivers shape the UK's coasts and valleys, and how should we manage the risks they bring?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Pebbles carried by the waves knock against each other and become smaller and rounder. Which process is this?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Attrition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Solution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Abrasion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Hydraulic action</a:t>
            </a:r>
            <a:endParaRPr lang="en-US" sz="22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Longshore drift moves sediment along the beach in a ___ pattern.</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zig-zag  ·  straight  ·  circular</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Where is deposition most likely to happen?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the backwash is stronger than the swash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a storm brings tall destructive waves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there is a long fetch and a strong wind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waves enter a sheltered bay and lose energy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Attrition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Pebbles carried by the waves knock against each other and become smaller and rounder. Which process is this?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Attrition is the load wearing itself down: pebbles knocking into each other and becoming smaller, smoother and rounder.</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zig-zag</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Longshore drift moves sediment along the beach in a ___ pattern.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Swash at an angle, backwash straight back: repeated, this makes a zig-zag along the beach.</a:t>
            </a:r>
            <a:endParaRPr lang="en-US" sz="22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Where waves enter a sheltered bay and lose energy</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Waves deposit when they lose energy: in sheltered bays, with a small fetch, in shallow water and where there is plenty of material.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hydraulic action</a:t>
            </a:r>
            <a:endParaRPr lang="en-US" sz="2600" dirty="0"/>
          </a:p>
        </p:txBody>
      </p:sp>
      <p:sp>
        <p:nvSpPr>
          <p:cNvPr id="11" name="word-rule"/>
          <p:cNvSpPr/>
          <p:nvPr/>
        </p:nvSpPr>
        <p:spPr>
          <a:xfrm>
            <a:off x="731520" y="2558288"/>
            <a:ext cx="3149498" cy="0"/>
          </a:xfrm>
          <a:prstGeom prst="line">
            <a:avLst/>
          </a:prstGeom>
          <a:ln w="12700">
            <a:solidFill>
              <a:srgbClr val="ACBFB1"/>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force of waves pushing air and water into cracks in rock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Hydraulic action widens the cracks in a cliff until pieces break off.</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abrasion</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rocks and sand in the waves grinding against the cliff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Abrasion wears the base of the cliff away like sandpaper.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attrition</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pebbles knocking against each other and getting smaller and rounder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Attrition is why beach pebbles are smooth and round.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longshore drift</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movement of sand and shingle along a beach by the waves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Longshore drift carries sand along the coast in a zig-zag.</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fetch</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distance of open sea the wind has blown across to make a wave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long fetch makes bigger, more powerful waves.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deposition</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waves dropping the sand and pebbles they are carrying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Deposition happens in sheltered bays where the waves lose energy.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sea wears away the coast in four ways.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Hydraulic action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the force of waves pushing air into cracks in the cliff.</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Abrasion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rocks and sand in the waves grinding against the cliff like sandpaper.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Attrition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pebbles knocking against each other and getting smaller and rounder.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Solution is sea water slowly dissolving rocks such as chalk and limestone.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Waves also move sediment along the beach.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usually arrive at an angle, pushed by the prevailing wind.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swash carries sand up the beach at that angle.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backwash drags it straight back down.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Over time the sand zig-zags along the coast.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longshore drift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When waves lose energy, they drop what they are carrying.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deposition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Four ways the sea erodes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Attrition is the odd one out: it wears down the load, not the cliff. Abrasion uses the load to wear down the cliff.</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Erosion is the wearing away and removal of rock. At the coast it is done by waves in four ways, and you need all four names.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Attrition does not attack the cliff at all. It is what happens to the load the sea is carrying: rocks and pebbles are knocked against one another until they break into smaller, smoother, rounder pieces.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How fast a coast erodes depends on the energy of the waves and the strength of the rock.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Longshore drift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marks, four ideas: angle, swash, backwash, zig-zag. Name the prevailing wind to show the cause.</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Waves rarely arrive straight on. The prevailing wind pushes them towards the beach at an angle.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wave therefore moves a little material up the beach at a slant and back down straight.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Longshore drift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6ECE7"/>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longshore drift moves sand along a beach. (4 marks)</a:t>
            </a:r>
            <a:endParaRPr lang="en-US" sz="2000" dirty="0"/>
          </a:p>
        </p:txBody>
      </p:sp>
      <p:sp>
        <p:nvSpPr>
          <p:cNvPr id="9" name="step-box"/>
          <p:cNvSpPr/>
          <p:nvPr/>
        </p:nvSpPr>
        <p:spPr>
          <a:xfrm>
            <a:off x="548640" y="2192528"/>
            <a:ext cx="11094415" cy="519278"/>
          </a:xfrm>
          <a:prstGeom prst="roundRect">
            <a:avLst>
              <a:gd name="adj" fmla="val 14087"/>
            </a:avLst>
          </a:prstGeom>
          <a:solidFill>
            <a:srgbClr val="FFFFFF"/>
          </a:solidFill>
          <a:ln w="15875">
            <a:solidFill>
              <a:srgbClr val="95AE9B"/>
            </a:solidFill>
            <a:prstDash val="solid"/>
          </a:ln>
        </p:spPr>
      </p:sp>
      <p:sp>
        <p:nvSpPr>
          <p:cNvPr id="10" name="step-hex"/>
          <p:cNvSpPr/>
          <p:nvPr/>
        </p:nvSpPr>
        <p:spPr>
          <a:xfrm>
            <a:off x="685800" y="2254199"/>
            <a:ext cx="457200" cy="395935"/>
          </a:xfrm>
          <a:prstGeom prst="hexagon">
            <a:avLst/>
          </a:prstGeom>
          <a:solidFill>
            <a:srgbClr val="3F6B4A"/>
          </a:solidFill>
          <a:ln/>
        </p:spPr>
      </p:sp>
      <p:sp>
        <p:nvSpPr>
          <p:cNvPr id="11" name="step-hex-label"/>
          <p:cNvSpPr txBox="1"/>
          <p:nvPr/>
        </p:nvSpPr>
        <p:spPr>
          <a:xfrm>
            <a:off x="685800" y="225419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with the cause: the prevailing wind makes waves approach the beach at an angle.</a:t>
            </a:r>
            <a:endParaRPr lang="en-US" sz="1800" dirty="0"/>
          </a:p>
        </p:txBody>
      </p:sp>
      <p:sp>
        <p:nvSpPr>
          <p:cNvPr id="13" name="step-box"/>
          <p:cNvSpPr/>
          <p:nvPr/>
        </p:nvSpPr>
        <p:spPr>
          <a:xfrm>
            <a:off x="548640" y="2784958"/>
            <a:ext cx="11094415" cy="519278"/>
          </a:xfrm>
          <a:prstGeom prst="roundRect">
            <a:avLst>
              <a:gd name="adj" fmla="val 14087"/>
            </a:avLst>
          </a:prstGeom>
          <a:solidFill>
            <a:srgbClr val="FFFFFF"/>
          </a:solidFill>
          <a:ln w="15875">
            <a:solidFill>
              <a:srgbClr val="95AE9B"/>
            </a:solidFill>
            <a:prstDash val="solid"/>
          </a:ln>
        </p:spPr>
      </p:sp>
      <p:sp>
        <p:nvSpPr>
          <p:cNvPr id="14" name="step-hex"/>
          <p:cNvSpPr/>
          <p:nvPr/>
        </p:nvSpPr>
        <p:spPr>
          <a:xfrm>
            <a:off x="685800" y="2846629"/>
            <a:ext cx="457200" cy="395935"/>
          </a:xfrm>
          <a:prstGeom prst="hexagon">
            <a:avLst/>
          </a:prstGeom>
          <a:solidFill>
            <a:srgbClr val="3F6B4A"/>
          </a:solidFill>
          <a:ln/>
        </p:spPr>
      </p:sp>
      <p:sp>
        <p:nvSpPr>
          <p:cNvPr id="15" name="step-hex-label"/>
          <p:cNvSpPr txBox="1"/>
          <p:nvPr/>
        </p:nvSpPr>
        <p:spPr>
          <a:xfrm>
            <a:off x="685800" y="284662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495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swash: it carries sand up the beach at the same angle as the waves.</a:t>
            </a:r>
            <a:endParaRPr lang="en-US" sz="1800" dirty="0"/>
          </a:p>
        </p:txBody>
      </p:sp>
      <p:sp>
        <p:nvSpPr>
          <p:cNvPr id="17" name="step-box"/>
          <p:cNvSpPr/>
          <p:nvPr/>
        </p:nvSpPr>
        <p:spPr>
          <a:xfrm>
            <a:off x="548640" y="3377387"/>
            <a:ext cx="11094415" cy="519278"/>
          </a:xfrm>
          <a:prstGeom prst="roundRect">
            <a:avLst>
              <a:gd name="adj" fmla="val 14087"/>
            </a:avLst>
          </a:prstGeom>
          <a:solidFill>
            <a:srgbClr val="FFFFFF"/>
          </a:solidFill>
          <a:ln w="15875">
            <a:solidFill>
              <a:srgbClr val="95AE9B"/>
            </a:solidFill>
            <a:prstDash val="solid"/>
          </a:ln>
        </p:spPr>
      </p:sp>
      <p:sp>
        <p:nvSpPr>
          <p:cNvPr id="18" name="step-hex"/>
          <p:cNvSpPr/>
          <p:nvPr/>
        </p:nvSpPr>
        <p:spPr>
          <a:xfrm>
            <a:off x="685800" y="3439058"/>
            <a:ext cx="457200" cy="395935"/>
          </a:xfrm>
          <a:prstGeom prst="hexagon">
            <a:avLst/>
          </a:prstGeom>
          <a:solidFill>
            <a:srgbClr val="3F6B4A"/>
          </a:solidFill>
          <a:ln/>
        </p:spPr>
      </p:sp>
      <p:sp>
        <p:nvSpPr>
          <p:cNvPr id="19" name="step-hex-label"/>
          <p:cNvSpPr txBox="1"/>
          <p:nvPr/>
        </p:nvSpPr>
        <p:spPr>
          <a:xfrm>
            <a:off x="685800" y="343905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37738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backwash: gravity pulls it straight back down the beach at right angles to the shore.</a:t>
            </a:r>
            <a:endParaRPr lang="en-US" sz="1800" dirty="0"/>
          </a:p>
        </p:txBody>
      </p:sp>
      <p:sp>
        <p:nvSpPr>
          <p:cNvPr id="21" name="step-box"/>
          <p:cNvSpPr/>
          <p:nvPr/>
        </p:nvSpPr>
        <p:spPr>
          <a:xfrm>
            <a:off x="548640" y="3969817"/>
            <a:ext cx="11094415" cy="783438"/>
          </a:xfrm>
          <a:prstGeom prst="roundRect">
            <a:avLst>
              <a:gd name="adj" fmla="val 9337"/>
            </a:avLst>
          </a:prstGeom>
          <a:solidFill>
            <a:srgbClr val="FFFFFF"/>
          </a:solidFill>
          <a:ln w="15875">
            <a:solidFill>
              <a:srgbClr val="95AE9B"/>
            </a:solidFill>
            <a:prstDash val="solid"/>
          </a:ln>
        </p:spPr>
      </p:sp>
      <p:sp>
        <p:nvSpPr>
          <p:cNvPr id="22" name="step-hex"/>
          <p:cNvSpPr/>
          <p:nvPr/>
        </p:nvSpPr>
        <p:spPr>
          <a:xfrm>
            <a:off x="685800" y="4163568"/>
            <a:ext cx="457200" cy="395935"/>
          </a:xfrm>
          <a:prstGeom prst="hexagon">
            <a:avLst/>
          </a:prstGeom>
          <a:solidFill>
            <a:srgbClr val="3F6B4A"/>
          </a:solidFill>
          <a:ln/>
        </p:spPr>
      </p:sp>
      <p:sp>
        <p:nvSpPr>
          <p:cNvPr id="23" name="step-hex-label"/>
          <p:cNvSpPr txBox="1"/>
          <p:nvPr/>
        </p:nvSpPr>
        <p:spPr>
          <a:xfrm>
            <a:off x="685800" y="41635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3969817"/>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result: the repeated zig-zag moves sand slowly along the beach in the direction of the prevailing wind.</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Waves driven by the prevailing wind approach at an angle. The swash carries sand up the beach at that angle; the backwash drains straight back down under gravity. Repeated many times, this zig-zag moves sand along the beach in the direction of the prevailing wind.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Carrying the load: four kinds of transport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Think size order: traction (boulders rolled), saltation (pebbles bounced), suspension (sand and silt floated), solution (dissolved).</a:t>
            </a:r>
            <a:endParaRPr lang="en-US" sz="1800" dirty="0"/>
          </a:p>
        </p:txBody>
      </p:sp>
      <p:sp>
        <p:nvSpPr>
          <p:cNvPr id="11" name="point-card"/>
          <p:cNvSpPr/>
          <p:nvPr/>
        </p:nvSpPr>
        <p:spPr>
          <a:xfrm>
            <a:off x="548640" y="1389888"/>
            <a:ext cx="5410048" cy="3686048"/>
          </a:xfrm>
          <a:prstGeom prst="roundRect">
            <a:avLst>
              <a:gd name="adj" fmla="val 1488"/>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sea carries eroded material in four ways, and the same four words are used for rivers in Chapter 5.</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Suspension is when fine, light material, such as sand and silt, is carried along within the water itself; it is what makes the sea look cloudy after a storm.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Deposition: when the sea lets go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Erosion needs energy; deposition is what happens when the energy runs out. Say so in your answer.</a:t>
            </a:r>
            <a:endParaRPr lang="en-US" sz="1800" dirty="0"/>
          </a:p>
        </p:txBody>
      </p:sp>
      <p:sp>
        <p:nvSpPr>
          <p:cNvPr id="11" name="point-card"/>
          <p:cNvSpPr/>
          <p:nvPr/>
        </p:nvSpPr>
        <p:spPr>
          <a:xfrm>
            <a:off x="548640" y="1389888"/>
            <a:ext cx="5410048" cy="3964940"/>
          </a:xfrm>
          <a:prstGeom prst="roundRect">
            <a:avLst>
              <a:gd name="adj" fmla="val 1384"/>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waves do not have enough energy to carry their load, they drop it.</a:t>
            </a:r>
            <a:endParaRPr lang="en-US" sz="22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 can predict where deposition will happen. It is most likely where there is little wind or the waves enter a sheltered area such as a bay; where the fetch is small; where waves run into shallow water and lose power; and where there is a large supply of eroded material to drop.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ways the sea erodes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process of coastal erosion to its description.</a:t>
            </a:r>
            <a:endParaRPr lang="en-US" sz="2400" dirty="0"/>
          </a:p>
        </p:txBody>
      </p:sp>
      <p:sp>
        <p:nvSpPr>
          <p:cNvPr id="11" name="match-card"/>
          <p:cNvSpPr/>
          <p:nvPr/>
        </p:nvSpPr>
        <p:spPr>
          <a:xfrm>
            <a:off x="777240" y="2468331"/>
            <a:ext cx="3081437" cy="804809"/>
          </a:xfrm>
          <a:prstGeom prst="roundRect">
            <a:avLst>
              <a:gd name="adj" fmla="val 9089"/>
            </a:avLst>
          </a:prstGeom>
          <a:solidFill>
            <a:srgbClr val="EAEFEB"/>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Hydraulic action</a:t>
            </a:r>
            <a:endParaRPr lang="en-US" sz="2000" dirty="0"/>
          </a:p>
        </p:txBody>
      </p:sp>
      <p:sp>
        <p:nvSpPr>
          <p:cNvPr id="15" name="match-card"/>
          <p:cNvSpPr/>
          <p:nvPr/>
        </p:nvSpPr>
        <p:spPr>
          <a:xfrm>
            <a:off x="4224437" y="2468331"/>
            <a:ext cx="7190019" cy="804809"/>
          </a:xfrm>
          <a:prstGeom prst="roundRect">
            <a:avLst>
              <a:gd name="adj" fmla="val 9089"/>
            </a:avLst>
          </a:prstGeom>
          <a:solidFill>
            <a:srgbClr val="F4EDDF"/>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Sand and rock in the waves are thrown against the cliff and grind it down</a:t>
            </a:r>
            <a:endParaRPr lang="en-US" sz="2000" dirty="0"/>
          </a:p>
        </p:txBody>
      </p:sp>
      <p:sp>
        <p:nvSpPr>
          <p:cNvPr id="19" name="match-card"/>
          <p:cNvSpPr/>
          <p:nvPr/>
        </p:nvSpPr>
        <p:spPr>
          <a:xfrm>
            <a:off x="777240" y="3364581"/>
            <a:ext cx="3081437" cy="804809"/>
          </a:xfrm>
          <a:prstGeom prst="roundRect">
            <a:avLst>
              <a:gd name="adj" fmla="val 9089"/>
            </a:avLst>
          </a:prstGeom>
          <a:solidFill>
            <a:srgbClr val="EAEFEB"/>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Abrasion</a:t>
            </a:r>
            <a:endParaRPr lang="en-US" sz="2000" dirty="0"/>
          </a:p>
        </p:txBody>
      </p:sp>
      <p:sp>
        <p:nvSpPr>
          <p:cNvPr id="23" name="match-card"/>
          <p:cNvSpPr/>
          <p:nvPr/>
        </p:nvSpPr>
        <p:spPr>
          <a:xfrm>
            <a:off x="4224437" y="3364581"/>
            <a:ext cx="7190019" cy="804809"/>
          </a:xfrm>
          <a:prstGeom prst="roundRect">
            <a:avLst>
              <a:gd name="adj" fmla="val 9089"/>
            </a:avLst>
          </a:prstGeom>
          <a:solidFill>
            <a:srgbClr val="F4EDDF"/>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Sea water dissolves minerals from rocks such as chalk and limestone</a:t>
            </a:r>
            <a:endParaRPr lang="en-US" sz="2000" dirty="0"/>
          </a:p>
        </p:txBody>
      </p:sp>
      <p:sp>
        <p:nvSpPr>
          <p:cNvPr id="27" name="match-card"/>
          <p:cNvSpPr/>
          <p:nvPr/>
        </p:nvSpPr>
        <p:spPr>
          <a:xfrm>
            <a:off x="777240" y="4260830"/>
            <a:ext cx="3081437" cy="804809"/>
          </a:xfrm>
          <a:prstGeom prst="roundRect">
            <a:avLst>
              <a:gd name="adj" fmla="val 9089"/>
            </a:avLst>
          </a:prstGeom>
          <a:solidFill>
            <a:srgbClr val="EAEFEB"/>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Attrition</a:t>
            </a:r>
            <a:endParaRPr lang="en-US" sz="2000" dirty="0"/>
          </a:p>
        </p:txBody>
      </p:sp>
      <p:sp>
        <p:nvSpPr>
          <p:cNvPr id="31" name="match-card"/>
          <p:cNvSpPr/>
          <p:nvPr/>
        </p:nvSpPr>
        <p:spPr>
          <a:xfrm>
            <a:off x="4224437" y="4260830"/>
            <a:ext cx="7190019" cy="804809"/>
          </a:xfrm>
          <a:prstGeom prst="roundRect">
            <a:avLst>
              <a:gd name="adj" fmla="val 9089"/>
            </a:avLst>
          </a:prstGeom>
          <a:solidFill>
            <a:srgbClr val="F4EDDF"/>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Rocks and pebbles carried by the waves hit each other and break into smaller, rounder pieces</a:t>
            </a:r>
            <a:endParaRPr lang="en-US" sz="2000" dirty="0"/>
          </a:p>
        </p:txBody>
      </p:sp>
      <p:sp>
        <p:nvSpPr>
          <p:cNvPr id="35" name="match-card"/>
          <p:cNvSpPr/>
          <p:nvPr/>
        </p:nvSpPr>
        <p:spPr>
          <a:xfrm>
            <a:off x="777240" y="5157079"/>
            <a:ext cx="3081437" cy="804809"/>
          </a:xfrm>
          <a:prstGeom prst="roundRect">
            <a:avLst>
              <a:gd name="adj" fmla="val 9089"/>
            </a:avLst>
          </a:prstGeom>
          <a:solidFill>
            <a:srgbClr val="EAEFEB"/>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Solution</a:t>
            </a:r>
            <a:endParaRPr lang="en-US" sz="2000" dirty="0"/>
          </a:p>
        </p:txBody>
      </p:sp>
      <p:sp>
        <p:nvSpPr>
          <p:cNvPr id="39" name="match-card"/>
          <p:cNvSpPr/>
          <p:nvPr/>
        </p:nvSpPr>
        <p:spPr>
          <a:xfrm>
            <a:off x="4224437" y="5157079"/>
            <a:ext cx="7190019" cy="804809"/>
          </a:xfrm>
          <a:prstGeom prst="roundRect">
            <a:avLst>
              <a:gd name="adj" fmla="val 9089"/>
            </a:avLst>
          </a:prstGeom>
          <a:solidFill>
            <a:srgbClr val="F4EDDF"/>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Breaking waves trap and compress air in cracks in the cliff, weakening the rock</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Four ways the sea erodes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Four ways the sea erodes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one about dissolving: that is a chemical process.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one about air and pressure in cracks: hydraulic means to do with water pressure.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are left and both involve rock hitting rock. Ask: is the cliff being hit, or are pebbles hitting each other?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Hitting the cliff is abrasion (think sandpaper); pebbles hitting each other is attrition.</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process is chemical, one is about trapped air, and two involve rock hitting something. Which of those hits the cliff?</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two of these processes would be strongest on a chalk headland, and why the rock type matters.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Longshore drift, step by step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stages of longshore drift in the correct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Swash and backwash repeat, moving the sediment in a zig-zag along the beach</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backwash drags the sediment straight back down the beach, at right angles to the shore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swash carries sediment up the beach at the same angle as the waves</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prevailing wind makes waves approach the beach at an angle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Over time the sediment slowly travels along the coast in the direction of the prevailing wind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Longshore drift, step by step</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Longshore drift, step by step</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cause: what makes the waves arrive at an angle?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wave breaks: first the water goes up the beach (swash), then it comes back down (backwash).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After one wave, think about many waves: what shape does the path make?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End with the long-term result along the coast.</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Cause first (wind and angle), then one wave (swash before backwash), then many waves, then the result.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a groyne interrupts longshore drift, and what happens to the beach on the far side of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Small pebbles are being bounced along the sea bed by the waves. Which type of transportation is this?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Saltation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Solution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Suspension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Traction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Four ways the sea erodes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Hydraulic action  →  D  Breaking waves trap and compress air in cracks in the cliff, weakening the rock</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Abrasion  →  A  Sand and rock in the waves are thrown against the cliff and grind it down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Attrition  →  C  Rocks and pebbles carried by the waves hit each other and break into smaller, rounder pieces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Solution  →  B  Sea water dissolves minerals from rocks such as chalk and limestone</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Hydraulic action is trapped, compressed air in cracks; abrasion is the load thrown at the cliff; attrition is the load wearing itself down; solution is dissolving.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Longshore drift, step by step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prevailing wind makes waves approach the beach at an angle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swash carries sediment up the beach at the same angle as the waves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backwash drags the sediment straight back down the beach, at right angles to the shore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Swash and backwash repeat, moving the sediment in a zig-zag along the beach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Over time the sediment slowly travels along the coast in the direction of the prevailing wind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wind sets the angle; the swash carries material up at that angle; gravity pulls the backwash straight back; many repeats make a zig-zag; the sediment ends up moving along the coast.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Small pebbles are being bounced along the sea bed by the waves. Which type of transportation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Saltation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Saltation is small pebbles and stones bounced along the bed. Traction rolls boulders, suspension floats fine material, solution carries dissolved minerals.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Landscapes in the UK: Rivers and Coasts · Chapter 2: Erosion, transport and deposition at the coast</dc:title>
  <dc:subject>Geography · Year 10</dc:subject>
  <dc:creator>Dr Vitor Merissi de Carvalho</dc:creator>
  <cp:lastModifiedBy>Dr Vitor Merissi de Carvalho</cp:lastModifiedBy>
  <cp:revision>1</cp:revision>
  <dcterms:created xsi:type="dcterms:W3CDTF">2026-10-19T06:07:39Z</dcterms:created>
  <dcterms:modified xsi:type="dcterms:W3CDTF">2026-10-19T06:07:39Z</dcterms:modified>
</cp:coreProperties>
</file>