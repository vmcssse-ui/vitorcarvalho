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9aef68-5a16-6244-f185-0d8685d67d98}">
          <p14:sldIdLst>
            <p14:sldId id="256"/>
          </p14:sldIdLst>
        </p14:section>
        <p14:section name="Gate" id="{23f66f5b-3a71-d628-39e1-df1c94a116b4}">
          <p14:sldIdLst>
            <p14:sldId id="257"/>
            <p14:sldId id="258"/>
          </p14:sldIdLst>
        </p14:section>
        <p14:section name="Pre-teach" id="{7096df4f-ea34-0244-879e-34ec768fe78b}">
          <p14:sldIdLst>
            <p14:sldId id="259"/>
          </p14:sldIdLst>
        </p14:section>
        <p14:section name="Read-along" id="{4b09ade5-d2c5-1e4f-5da3-8d345fd03705}">
          <p14:sldIdLst>
            <p14:sldId id="260"/>
            <p14:sldId id="261"/>
          </p14:sldIdLst>
        </p14:section>
        <p14:section name="Teach" id="{de1f0c26-7973-2a71-3759-b57a34fbdb62}">
          <p14:sldIdLst>
            <p14:sldId id="262"/>
            <p14:sldId id="263"/>
            <p14:sldId id="264"/>
            <p14:sldId id="265"/>
            <p14:sldId id="266"/>
          </p14:sldIdLst>
        </p14:section>
        <p14:section name="Routes" id="{f2efee88-a8fb-dcd6-9eb8-d1a1d978b2c0}">
          <p14:sldIdLst>
            <p14:sldId id="267"/>
            <p14:sldId id="268"/>
            <p14:sldId id="269"/>
            <p14:sldId id="270"/>
          </p14:sldIdLst>
        </p14:section>
        <p14:section name="Close" id="{a1dd3c44-27ae-bc69-4f3a-3e7a41bf0b04}">
          <p14:sldIdLst>
            <p14:sldId id="271"/>
          </p14:sldIdLst>
        </p14:section>
        <p14:section name="Answers" id="{54d6cec7-9553-2496-513e-a6e1161f0ed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Currents make magnetic fields: solenoids and electromagnets. How a current in a wire makes a magnetic field, how coiling the wire makes it stronger, and how to investigate what makes an electromagnet strong. (Also in Combined Science.)
This deck covers the department's lessons: 2 (P15.2 Magnetic fields of electric current: What shape is the magnetic field around a current-carrying wire and a solenoid, and how could you investigate it?); 3 (P15.3 Electromagnets in devices (H): What affects the strength of an electromagnet, and how would you investigate it?).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current in a straight wire is reversed. What happens to the magnetic field around the wire?  →  A   It reverses direction
2. A solenoid with an ___ core is called an electromagnet.  →  iron
3. Which of these would NOT make an electromagnet stronger?  →  B   Using thicker card to wrap the coil 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It reverses direction. The field direction depends on the current direction, so reversing the current reverses the field. Its strength does not change.
2. iron. Iron is a magnetic material that becomes an induced magnet inside the coil, making the field much stronger.
3. B   Using thicker card to wrap the coil on. Card is not magnetic, so it has no effect on the field. The three ways to make an electromagnet stronger are an iron core, more turns and more current.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current: the flow of electric charge through a wire. Example: "When the switch is closed, a current flows in the wire."
• solenoid: a long coil of insulated wire. Example: "A solenoid with a current in it acts like a bar magnet."
• electromagnet: a solenoid with an iron core inside it. Example: "The scrapyard crane uses an electromagnet to lift cars."
• iron core: a bar of iron placed inside a coil to make its field stronger. Example: "Adding an iron core made the electromagnet pick up more paperclips."
• uniform: the same everywhere. Example: "The field inside a solenoid is strong and uniform."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wire carrying a current has a magnetic field around it.
2. The field is a set of circles around the wire.
3. A plotting compass near the wire turns to follow the circles.
4. A bigger current makes a stronger field.
5. Reverse the current and the field reverses too.
6. A solenoid is a long coil of insulated wire.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Inside a solenoid the field is strong and uniform.
8. Outside, it looks like the field of a bar magnet.
9. Put an iron core inside the coil and the field gets much stronger.
10. A solenoid with an iron core is called an electromagnet.
11. You can switch an electromagnet on and off.
12. More turns, more current or an iron core all make it stronger.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field around a wire. Say it in your own words, then check understanding with a quick question: ask a pupil from the pre-teach group first, since they met these words and ideas before the lesson. Pupils try to recall before you re-explain.
When a current flows along a wire, a magnetic field is set up around the wire. The field lines are circles centred on the wire. A plotting compass placed near the wire swings round to lie along one of these circles, and moving it round the wire traces the circle out.
The strength of this field depends on two things: the size of the current, and the distance from the wire. A bigger current gives a stronger field. Further from the wire the circles are more spread out, so the field is weaker.
The direction of the field depends on the direction of the current. Looking down on a wire with the current flowing downwards, away from you, the field runs clockwise. Reverse the current so it flows upwards, towards you, and the field runs anticlockwise. The deck calls this the corkscrew rule: turn a corkscrew the way the field goes and it moves the way the current flows.
Tip: Three things to say about the field round a wire: circular, stronger with more current and closer to the wire, reversed if the current reverses.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Solenoids. Say it in your own words, then check understanding with a quick question: ask a pupil from the pre-teach group first, since they met these words and ideas before the lesson. Pupils try to recall before you re-explain.
Wind the wire into a long coil and you have a solenoid. Each turn of the coil adds its own circular field, and inside the coil these all point the same way. The result is a field inside the solenoid that is strong and uniform: the field lines are parallel to the axis of the coil and all in the same direction.
Outside the solenoid the field lines bend round from one end to the other, so the field outside looks just like the field of a bar magnet. One end of the solenoid behaves as a north pole and the other as a south pole. Look straight at one end: if the current goes round anticlockwise, that end is the north pole; if it goes round clockwise, that end is the south pole.
Like the field around a single wire, the solenoid's field gets stronger if the current is increased, and it reverses direction if the current is reversed.
Worked example — model it step by step, thinking aloud: A pupil looks at one end of a solenoid and sees the current going round anticlockwise. The current is then reversed. Describe the pole at that end before and after. (2 marks) (1) Use the end-on rule: anticlockwise current means that end is a north pole. (2) Reversing the current reverses the field, so the current now looks clockwise from that end and it becomes a south pole. Answer: Before: a north pole (anticlockwise current). After: a south pole, because reversing the current reverses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Solenoids. Say it in your own words, then check understanding with a quick question: ask a pupil from the pre-teach group first, since they met these words and ideas before the lesson. Pupils try to recall before you re-explain.
Wind the wire into a long coil and you have a solenoid. Each turn of the coil adds its own circular field, and inside the coil these all point the same way. The result is a field inside the solenoid that is strong and uniform: the field lines are parallel to the axis of the coil and all in the same direction.
Outside the solenoid the field lines bend round from one end to the other, so the field outside looks just like the field of a bar magnet. One end of the solenoid behaves as a north pole and the other as a south pole. Look straight at one end: if the current goes round anticlockwise, that end is the north pole; if it goes round clockwise, that end is the south pole.
Like the field around a single wire, the solenoid's field gets stronger if the current is increased, and it reverses direction if the current is reversed.
Worked example — model it step by step, thinking aloud: A pupil looks at one end of a solenoid and sees the current going round anticlockwise. The current is then reversed. Describe the pole at that end before and after. (2 marks) (1) Use the end-on rule: anticlockwise current means that end is a north pole. (2) Reversing the current reverses the field, so the current now looks clockwise from that end and it becomes a south pole. Answer: Before: a north pole (anticlockwise current). After: a south pole, because reversing the current reverses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Electromagnets and how to make them stronger. Say it in your own words, then check understanding with a quick question: ask a pupil from the pre-teach group first, since they met these words and ideas before the lesson. Pupils try to recall before you re-explain.
An electromagnet is a solenoid with an iron core: the insulated wire is wrapped round an iron bar. Iron is a magnetic material, so it becomes an induced magnet inside the coil's field, and that adds to the field. Adding an iron core makes the field of a solenoid much stronger, and you can see this on a diagram as field lines packed much more densely through the core.
There are three ways to make an electromagnet stronger: wrap the coil round an iron core, increase the number of turns on the coil, and increase the current. In the department's investigation the current is raised by turning up the potential difference of the supply.
The big advantage of an electromagnet over a permanent magnet is that it can be switched on and off. A scrapyard crane picks up a car with the current on and drops it with the current off. Electromagnets are also used as switches, called relays, inside electrical devices.
Tip: Iron, not steel, for the core: iron loses its magnetism as soon as the current stops, so the electromagnet switches off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Investigating the strength of an electromagnet. Say it in your own words, then check understanding with a quick question: ask a pupil from the pre-teach group first, since they met these words and ideas before the lesson. Pupils try to recall before you re-explain.
The department's investigation measures strength by counting paperclips. Wrap insulated wire round an iron nail, connect it to a supply through a switch, press the switch and count how many paperclips the nail picks up. More paperclips means a stronger electromagnet.
Experiment 1 changes the number of turns, from 0 to 70 in steps of 10, with the potential difference kept at 2 V. Here the number of turns is the independent variable, the number of paperclips is the dependent variable, and the potential difference, the type and size of paperclip and the nail are the control variables. The sample results rise steadily and the graph is close to a straight line through the origin.
Experiment 2 keeps the turns the same and raises the potential difference in 0.5 V steps. Again more paperclips are picked up as the p.d., and so the current, rises. To improve either experiment you could repeat each reading and take a mean, and use a greater range of turns or p.d. Switch off between readings so the coil does not get hot.
Tip: Independent = what you change. Dependent = what you measure. Control = what you keep the same so the test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Plot the field around a wire.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the department's method for finding the shape of the field around a current-carrying wire in order.
Support — work through the steps with the group: (1) Before anything is set up, make sure the compass works: it should point north. (2) Set up the apparatus, then the circuit. (3) Only now switch on, and get the current high enough to move the needle. (4) Take the readings, then change one thing (current direction) and repeat.
Parallel worked example for Support (model it, do not give the task answer): Put these steps for plotting the field of a bar magnet in order: join the dots; place the compass by a pole; mark the needle tip; move the compass to the mark. Start with the compass next to a pole.; Mark where the needle points, then move the compass to that mark.; Only when you have a set of dots can you join them.. Answer: place the compass by a pole; mark the needle tip; move the compass to the mark; join the dots.
Core — reveal the hint only on request: Check, set up, connect, switch on, record, then reverse and repeat.
Stretch — no help; when finished: Explain why the method starts the variable resistor at its maximum resistance, and why the compass is first placed on the south side of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Plot the field around a wire.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the department's method for finding the shape of the field around a current-carrying wire in order.
Support — work through the steps with the group: (1) Before anything is set up, make sure the compass works: it should point north. (2) Set up the apparatus, then the circuit. (3) Only now switch on, and get the current high enough to move the needle. (4) Take the readings, then change one thing (current direction) and repeat.
Parallel worked example for Support (model it, do not give the task answer): Put these steps for plotting the field of a bar magnet in order: join the dots; place the compass by a pole; mark the needle tip; move the compass to the mark. Start with the compass next to a pole.; Mark where the needle points, then move the compass to that mark.; Only when you have a set of dots can you join them.. Answer: place the compass by a pole; mark the needle tip; move the compass to the mark; join the dots.
Core — reveal the hint only on request: Check, set up, connect, switch on, record, then reverse and repeat.
Stretch — no help; when finished: Explain why the method starts the variable resistor at its maximum resistance, and why the compass is first placed on the south side of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Make it stronger.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electromagnet is not quite strong enough to lift a steel plate. Which change would make it stronger without changing the supply?
Support — work through the steps with the group: (1) Recall the three ways: iron core, more turns, more current. (2) The supply cannot change, so more current is not on offer. (3) Look for the option that adds turns or keeps an iron core. (4) Reject anything that removes iron or increases distance.
Parallel worked example for Support (model it, do not give the task answer): A pupil's electromagnet picks up 5 paperclips with 10 turns at 2 V. Suggest two changes that would let it pick up more. Add more turns to the coil.; Increase the current by turning up the p.d.; (An iron core, if it does not have one already.). Answer: Add more turns, or increase the current; an iron core also helps..
Core — reveal the hint only on request: Iron core, more turns, more current. Which of these does the question allow?
Stretch — no help; when finished: Explain why the iron core makes such a large difference, using the idea of induced magnetism from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Make it stronger.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electromagnet is not quite strong enough to lift a steel plate. Which change would make it stronger without changing the supply?
Support — work through the steps with the group: (1) Recall the three ways: iron core, more turns, more current. (2) The supply cannot change, so more current is not on offer. (3) Look for the option that adds turns or keeps an iron core. (4) Reject anything that removes iron or increases distance.
Parallel worked example for Support (model it, do not give the task answer): A pupil's electromagnet picks up 5 paperclips with 10 turns at 2 V. Suggest two changes that would let it pick up more. Add more turns to the coil.; Increase the current by turning up the p.d.; (An iron core, if it does not have one already.). Answer: Add more turns, or increase the current; an iron core also helps..
Core — reveal the hint only on request: Iron core, more turns, more current. Which of these does the question allow?
Stretch — no help; when finished: Explain why the iron core makes such a large difference, using the idea of induced magnetism from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The current in a straight wire is reversed. What happens to the magnetic field around the wire?
Answer: D   It reverses direction. The field direction depends on the current direction, so reversing the current reverses the field. Its strength does not change.
Source of this question: gate item 1 re-asked (options rotated) — this chapter has no third quick-check module.
The ebook also holds task 3, "Plan the paperclip investigation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Plot the field around a wire. Reveal the answer; pupils mark their own work in a different colour, then read the "why" together. Same destination for every lane, so one answer serves the whole class.
Answer: Check that the compass points north with no magnets or wires nearby  (D); Clamp the card horizontally with the wire passing vertically through it  (B); Connect the wire, variable resistor, switch and supply in series, with the current flowing downwards  (C); Switch on and increase the current until the compass needle moves  (A); Move the compass to different positions round the wire and record which way it points  (E); Switch off, swap the supply connections so the current flows upwards, and repeat  (F)
Why: Check the compass first, set up the card and wire, connect the circuit, switch on and raise the current, plot round the wire, then reverse the current and repeat to show the field reverses.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Make it stronger. Reveal the answer; pupils mark their own work in a different colour, then read the "why" together. Same destination for every lane, so one answer serves the whole class.
Answer: C   Wind more turns of wire on the coil
Why: The three ways to strengthen an electromagnet are an iron core, more turns and more current. With the supply fixed, winding more turns is the change that works; wood, card and distance all make it weaker or do nothing.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It reverses direction
Why: The field direction depends on the current direction, so reversing the current reverses the field. Its strength does not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Currents make magnetic fields: solenoids and electromagnets</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DEE1E9"/>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P15.2 Magnetic fields of electric current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P15.3 Electromagnets in devices (H)</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current in a straight wire is reversed. What happens to the magnetic field around the wire?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reverses direction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stays exactly the same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becomes twice as strong</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disappears</a:t>
            </a:r>
            <a:endParaRPr lang="en-US" sz="20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solenoid with an ___ core is called an electromagnet.</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iron  ·  copper  ·  plastic</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would NOT make an electromagnet stronger?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Adding more turns to the coil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Using thicker card to wrap the coil 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Adding an iron core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Increasing the current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It reverses direction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current in a straight wire is reversed. What happens to the magnetic field around the wire?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field direction depends on the current direction, so reversing the current reverses the field. Its strength does not change.</a:t>
            </a:r>
            <a:endParaRPr lang="en-US" sz="18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iron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solenoid with an ___ core is called an electromagnet.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Iron is a magnetic material that becomes an induced magnet inside the coil, making the field much stronger.</a:t>
            </a:r>
            <a:endParaRPr lang="en-US" sz="20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ADBBF"/>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Using thicker card to wrap the coil on</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Card is not magnetic, so it has no effect on the field. The three ways to make an electromagnet stronger are an iron core, more turns and more current.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3E5EC"/>
          </a:solidFill>
          <a:ln/>
        </p:spPr>
      </p:sp>
      <p:sp>
        <p:nvSpPr>
          <p:cNvPr id="12" name="kw-hex"/>
          <p:cNvSpPr/>
          <p:nvPr/>
        </p:nvSpPr>
        <p:spPr>
          <a:xfrm>
            <a:off x="658368" y="2135261"/>
            <a:ext cx="411480" cy="356342"/>
          </a:xfrm>
          <a:prstGeom prst="hexagon">
            <a:avLst/>
          </a:prstGeom>
          <a:solidFill>
            <a:srgbClr val="24366B"/>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current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flow of electric charge through a wire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When the switch is closed, a current flows in the wire.</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solenoid</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long coil of insulated wire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solenoid with a current in it acts like a bar magnet.</a:t>
            </a:r>
            <a:endParaRPr lang="en-US" sz="1800" dirty="0"/>
          </a:p>
        </p:txBody>
      </p:sp>
      <p:sp>
        <p:nvSpPr>
          <p:cNvPr id="21" name="kw-row"/>
          <p:cNvSpPr/>
          <p:nvPr/>
        </p:nvSpPr>
        <p:spPr>
          <a:xfrm>
            <a:off x="548640" y="3639312"/>
            <a:ext cx="11094415" cy="786384"/>
          </a:xfrm>
          <a:prstGeom prst="roundRect">
            <a:avLst>
              <a:gd name="adj" fmla="val 6977"/>
            </a:avLst>
          </a:prstGeom>
          <a:solidFill>
            <a:srgbClr val="E3E5EC"/>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electromagnet</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solenoid with an iron core inside it</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scrapyard crane uses an electromagnet to lift cars.</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iron core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bar of iron placed inside a coil to make its field stronger</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Adding an iron core made the electromagnet pick up more paperclips.</a:t>
            </a:r>
            <a:endParaRPr lang="en-US" sz="1800" dirty="0"/>
          </a:p>
        </p:txBody>
      </p:sp>
      <p:sp>
        <p:nvSpPr>
          <p:cNvPr id="31" name="kw-row"/>
          <p:cNvSpPr/>
          <p:nvPr/>
        </p:nvSpPr>
        <p:spPr>
          <a:xfrm>
            <a:off x="548640" y="5358384"/>
            <a:ext cx="11094415" cy="786384"/>
          </a:xfrm>
          <a:prstGeom prst="roundRect">
            <a:avLst>
              <a:gd name="adj" fmla="val 6977"/>
            </a:avLst>
          </a:prstGeom>
          <a:solidFill>
            <a:srgbClr val="E3E5EC"/>
          </a:solidFill>
          <a:ln/>
        </p:spPr>
      </p:sp>
      <p:sp>
        <p:nvSpPr>
          <p:cNvPr id="32" name="kw-hex"/>
          <p:cNvSpPr/>
          <p:nvPr/>
        </p:nvSpPr>
        <p:spPr>
          <a:xfrm>
            <a:off x="658368" y="5573405"/>
            <a:ext cx="411480" cy="356342"/>
          </a:xfrm>
          <a:prstGeom prst="hexagon">
            <a:avLst/>
          </a:prstGeom>
          <a:solidFill>
            <a:srgbClr val="24366B"/>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uniform</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same everywhere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field inside a solenoid is strong and uniform.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wire carrying 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current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a magnetic field around it.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field is a set of circles around the wire.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plotting compass near the wire turns to follow the circles.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bigger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current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makes a stronger field.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Reverse the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current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the field reverses too.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solenoid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long coil of insulated wire.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Inside 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solenoid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field is strong and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uniform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Outside, it looks like the field of a bar magnet.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Put 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iron core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inside the coil and the field gets much stronger.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solenoid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with 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iron core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called 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electromagnet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switch 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electromagnet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on and off.</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More turns, more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current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or 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iron core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all make it stronger.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field around a wire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things to say about the field round a wire: circular, stronger with more current and closer to the wire, reversed if the current reverses.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 current flows along a wire, a magnetic field is set up around the wire.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strength of this field depends on two things: the size of the current, and the distance from the wire.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direction of the field depends on the direction of the current.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Solenoids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Wind the wire into a long coil and you have a solenoid.</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Outside the solenoid the field lines bend round from one end to the other, so the field outside looks just like the field of a bar magnet.</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Like the field around a single wire, the solenoid's field gets stronger if the current is increased, and it reverses direction if the current is reversed.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Solenoids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pupil looks at one end of a solenoid and sees the current going round anticlockwise. The current is then reversed. Describe the pole at that end before and after. (2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the end-on rule: anticlockwise current means that end is a north pole.</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8790AE"/>
            </a:solidFill>
            <a:prstDash val="solid"/>
          </a:ln>
        </p:spPr>
      </p:sp>
      <p:sp>
        <p:nvSpPr>
          <p:cNvPr id="15" name="step-hex"/>
          <p:cNvSpPr/>
          <p:nvPr/>
        </p:nvSpPr>
        <p:spPr>
          <a:xfrm>
            <a:off x="6438748" y="2765552"/>
            <a:ext cx="530352" cy="459285"/>
          </a:xfrm>
          <a:prstGeom prst="hexagon">
            <a:avLst/>
          </a:prstGeom>
          <a:solidFill>
            <a:srgbClr val="24366B"/>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Reversing the current reverses the field, so the current now looks clockwise from that end and it becomes a south pole.</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Before: a north pole (anticlockwise current). After: a south pole, because reversing the current reverses the field.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Electromagnets and how to make them stronger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Iron, not steel, for the core: iron loses its magnetism as soon as the current stops, so the electromagnet switches off cleanly.</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 electromagnet is a solenoid with an iron core: the insulated wire is wrapped round an iron bar.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are three ways to make an electromagnet stronger: wrap the coil round an iron core, increase the number of turns on the coil, and increase the current.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big advantage of an electromagnet over a permanent magnet is that it can be switched on and off.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Investigating the strength of an electromagnet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Independent = what you change. Dependent = what you measure. Control = what you keep the same so the test is fair.</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department's investigation measures strength by counting paperclips. Wrap insulated wire round an iron nail, connect it to a supply through a switch, press the switch and count how many paperclips the nail picks up.</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Experiment 1 changes the number of turns, from 0 to 70 in steps of 10, with the potential difference kept at 2 V.</a:t>
            </a:r>
            <a:endParaRPr lang="en-US" sz="18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Experiment 2 keeps the turns the same and raises the potential difference in 0.5 V steps.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Plot the field around a wire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 steps of the department's method for finding the shape of the field around a current-carrying wire in order.</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Switch on and increase the current until the compass needle moves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Clamp the card horizontally with the wire passing vertically through it</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Connect the wire, variable resistor, switch and supply in series, with the current flowing downwards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Check that the compass points north with no magnets or wires nearby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Move the compass to different positions round the wire and record which way it points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Switch off, swap the supply connections so the current flows upwards, and repeat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Plot the field around a wire</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steps of the department's method for finding the shape of the field around a current-carrying wire in order.</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Before anything is set up, make sure the compass works: it should point north.</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Set up the apparatus, then the circuit.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now switch on, and get the current high enough to move the needle.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the readings, then change one thing (current direction) and repeat.</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Check, set up, connect, switch on, record, then reverse and repeat.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method starts the variable resistor at its maximum resistance, and why the compass is first placed on the south side of the wire.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Make it stronger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An electromagnet is not quite strong enough to lift a steel plate. Which change would make it stronger without changing the supply?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Use thinner card between the coil and the plate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Replace the iron core with a wooden 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Wind more turns of wire on the coil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Move the plate further away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Make it stronger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An electromagnet is not quite strong enough to lift a steel plate. Which change would make it stronger without changing the supply?</a:t>
            </a:r>
            <a:endParaRPr lang="en-US" sz="2000" dirty="0"/>
          </a:p>
        </p:txBody>
      </p:sp>
      <p:sp>
        <p:nvSpPr>
          <p:cNvPr id="12" name="col-Support"/>
          <p:cNvSpPr/>
          <p:nvPr/>
        </p:nvSpPr>
        <p:spPr>
          <a:xfrm>
            <a:off x="548640" y="2593848"/>
            <a:ext cx="3515258" cy="3550920"/>
          </a:xfrm>
          <a:prstGeom prst="roundRect">
            <a:avLst>
              <a:gd name="adj" fmla="val 1561"/>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the three ways: iron core, more turns, more current.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supply cannot change, so more current is not on offer.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option that adds turns or keeps an iron core.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Reject anything that removes iron or increases distance.</a:t>
            </a:r>
            <a:endParaRPr lang="en-US" sz="1800" dirty="0"/>
          </a:p>
        </p:txBody>
      </p:sp>
      <p:sp>
        <p:nvSpPr>
          <p:cNvPr id="17" name="col-Core"/>
          <p:cNvSpPr/>
          <p:nvPr/>
        </p:nvSpPr>
        <p:spPr>
          <a:xfrm>
            <a:off x="4338218" y="2593848"/>
            <a:ext cx="3515258" cy="3550920"/>
          </a:xfrm>
          <a:prstGeom prst="roundRect">
            <a:avLst>
              <a:gd name="adj" fmla="val 1561"/>
            </a:avLst>
          </a:prstGeom>
          <a:solidFill>
            <a:srgbClr val="C4C9D7"/>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Iron core, more turns, more current. Which of these does the question allow?</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24366B"/>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iron core makes such a large difference, using the idea of induced magnetism from Chapter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The current in a straight wire is reversed. What happens to the magnetic field around the wire?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stays exactly the same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becomes twice as strong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disappears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reverses direction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Plot the field around a wire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86384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740664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Check that the compass points north with no magnets or wires nearby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Clamp the card horizontally with the wire passing vertically through it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Connect the wire, variable resistor, switch and supply in series, with the current flowing downwards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Switch on and increase the current until the compass needle moves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Move the compass to different positions round the wire and record which way it points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Switch off, swap the supply connections so the current flows upwards, and repeat  (F)</a:t>
            </a:r>
            <a:endParaRPr lang="en-US" sz="1800" dirty="0"/>
          </a:p>
        </p:txBody>
      </p:sp>
      <p:sp>
        <p:nvSpPr>
          <p:cNvPr id="10" name="why-panel"/>
          <p:cNvSpPr/>
          <p:nvPr/>
        </p:nvSpPr>
        <p:spPr>
          <a:xfrm>
            <a:off x="8686800" y="1389888"/>
            <a:ext cx="2956255" cy="4754880"/>
          </a:xfrm>
          <a:prstGeom prst="roundRect">
            <a:avLst>
              <a:gd name="adj" fmla="val 1547"/>
            </a:avLst>
          </a:prstGeom>
          <a:solidFill>
            <a:srgbClr val="DEE1E9"/>
          </a:solidFill>
          <a:ln/>
        </p:spPr>
      </p:sp>
      <p:sp>
        <p:nvSpPr>
          <p:cNvPr id="11" name="why-hex"/>
          <p:cNvSpPr/>
          <p:nvPr/>
        </p:nvSpPr>
        <p:spPr>
          <a:xfrm>
            <a:off x="8869680" y="1572768"/>
            <a:ext cx="685800" cy="593903"/>
          </a:xfrm>
          <a:prstGeom prst="hexagon">
            <a:avLst/>
          </a:prstGeom>
          <a:solidFill>
            <a:srgbClr val="24366B"/>
          </a:solidFill>
          <a:ln/>
        </p:spPr>
      </p:sp>
      <p:sp>
        <p:nvSpPr>
          <p:cNvPr id="12" name="why-hex-label"/>
          <p:cNvSpPr txBox="1"/>
          <p:nvPr/>
        </p:nvSpPr>
        <p:spPr>
          <a:xfrm>
            <a:off x="886968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869680" y="2304288"/>
            <a:ext cx="259049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Check the compass first, set up the card and wire, connect the circuit, switch on and raise the current, plot round the wire, then reverse the current and repeat to show the field reverses.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Make it stronger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An electromagnet is not quite strong enough to lift a steel plate. Which change would make it stronger without changing the supply?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Wind more turns of wire on the coil</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three ways to strengthen an electromagnet are an iron core, more turns and more current. With the supply fixed, winding more turns is the change that works; wood, card and distance all make it weaker or do nothing.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current in a straight wire is reversed. What happens to the magnetic field around the wire?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reverses direction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field direction depends on the current direction, so reversing the current reverses the field. Its strength does not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2: Currents make magnetic fields: solenoids and electromagnets</dc:title>
  <dc:subject>Physics (Triple Science) · Year 11</dc:subject>
  <dc:creator>Dr Vitor Merissi de Carvalho</dc:creator>
  <cp:lastModifiedBy>Dr Vitor Merissi de Carvalho</cp:lastModifiedBy>
  <cp:revision>1</cp:revision>
  <dcterms:created xsi:type="dcterms:W3CDTF">2026-10-19T16:23:26Z</dcterms:created>
  <dcterms:modified xsi:type="dcterms:W3CDTF">2026-10-19T16:23:26Z</dcterms:modified>
</cp:coreProperties>
</file>