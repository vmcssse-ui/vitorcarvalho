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55b4c2-b3f9-b2d2-a201-83fdd271055a}">
          <p14:sldIdLst>
            <p14:sldId id="256"/>
          </p14:sldIdLst>
        </p14:section>
        <p14:section name="Gate" id="{a11ab921-58ad-76e2-8165-10e6a226fbcc}">
          <p14:sldIdLst>
            <p14:sldId id="257"/>
            <p14:sldId id="258"/>
          </p14:sldIdLst>
        </p14:section>
        <p14:section name="Pre-teach" id="{7fc0022a-4c9f-51aa-c09a-26de62b0f150}">
          <p14:sldIdLst>
            <p14:sldId id="259"/>
            <p14:sldId id="260"/>
          </p14:sldIdLst>
        </p14:section>
        <p14:section name="Read-along" id="{1ff37383-54ef-a238-a209-11ddd3e297e7}">
          <p14:sldIdLst>
            <p14:sldId id="261"/>
            <p14:sldId id="262"/>
          </p14:sldIdLst>
        </p14:section>
        <p14:section name="Teach" id="{bbfbef60-8bb7-9320-91a5-fd4c654dafb2}">
          <p14:sldIdLst>
            <p14:sldId id="263"/>
            <p14:sldId id="264"/>
            <p14:sldId id="265"/>
            <p14:sldId id="266"/>
          </p14:sldIdLst>
        </p14:section>
        <p14:section name="Routes" id="{fcc01714-3dd1-a077-bfce-f528415f2b5a}">
          <p14:sldIdLst>
            <p14:sldId id="267"/>
            <p14:sldId id="268"/>
            <p14:sldId id="269"/>
            <p14:sldId id="270"/>
          </p14:sldIdLst>
        </p14:section>
        <p14:section name="Close" id="{85c2974f-c499-38de-6adc-23c5063eb4b8}">
          <p14:sldIdLst>
            <p14:sldId id="271"/>
          </p14:sldIdLst>
        </p14:section>
        <p14:section name="Answers" id="{0eead6b4-b3f4-3dce-3162-fc92ac5ddc1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Electric motors and loudspeakers. How a coil in a magnetic field is made to spin, why it needs a split-ring commutator to keep going, and how the same push moves a loudspeaker cone to make sound. (Motor: also in Combined, Higher. Loudspeaker: Physics only.)
This deck covers the department's lessons: 4 (P15.4 The motor effect: Why does a current-carrying wire in a magnetic field feel a force, and how does a motor use it?); 6 (P15.6 The alternating current generator (H): How do an alternator, a dynamo, a microphone and a loudspeaker use coils and magnets?).
Read the big question aloud: "How can a coil of wire and a magnet turn electricity into movement, movement into electricity, and 230 V into 400 000 V?"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job of the split-ring commutator in a d.c. motor?  →  D   To reverse the current in the coil every half turn
2. A loudspeaker is supplied with an ___ current, so the force on its coil keeps changing direction.  →  alternating
3. Why do the two long sides of a motor coil feel forces in opposite directions?  →  D   The current in them flows in opposite directions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To reverse the current in the coil every half turn. Reversing the current every half turn keeps the forces pushing the coil round in the same direction.
2. alternating. An alternating current reverses direction repeatedly, so the force on the coil reverses and the cone vibrates.
3. D   The current in them flows in opposite directions. The current goes up one side and down the other; with the same field, the left-hand rule gives opposite forces.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coil: wire wound round and round into loops. Example: "The motor has a coil of wire that spins between the magnets."
• split-ring commutator: a metal ring cut into two halves that swaps the current direction every half turn. Example: "The split-ring commutator keeps the motor turning the same way."
• brushes: the contacts that press on the commutator and carry current into the spinning coil. Example: "The brushes rub against the commutator as it turns."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alternating current: a current that keeps changing direction, written a.c.. Example: "The loudspeaker is fed with an alternating current."
• cone: the paper or plastic part of a loudspeaker that moves the air. Example: "The cone moves in and out to make a sound wave."
• amplitude: the size of a vibration; for sound, how loud it is. Example: "A bigger current gives a bigger amplitude, so the sound is louder."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electric motor has a coil of wire between two magnetic poles.
2. A current flows through the coil.
3. The two long sides of the coil carry current in opposite directions.
4. So one side is pushed up and the other is pushed down.
5. These two forces make the coil turn.
6. After half a turn the forces would push the coil back.
7. The split-ring commutator swaps the current direction every half turn.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So the coil keeps turning the same way.
9. A loudspeaker also uses a coil in a magnetic field.
10. The coil is fixed to a cone.
11. An alternating current makes the coil move in and out.
12. The cone moves the air and makes a sound wave.
13. The sound has the same frequency as the current.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coil turns. Say it in your own words, then check understanding with a quick question: ask a pupil from the pre-teach group first, since they met these words and ideas before the lesson. Pupils try to recall before you re-explain.
A simple d.c. motor is a coil of wire that can spin between the poles of a magnet. When a current flows, each long side of the coil is a conductor carrying a current in a magnetic field, so each side feels a force from the motor effect.
The current goes up one side of the coil and comes back down the other, so the two sides carry current in opposite directions. Fleming's left-hand rule then gives forces in opposite directions: one side is pushed up while the other is pushed down. Two opposite forces on opposite sides of a pivot make the coil rotate.
The deck's example has the current going anticlockwise round the coil and the field running left to right from N to S. The left-hand side of the coil is pushed upwards, the right-hand side downwards, so the coil spins clockwise.
Worked example — model it step by step, thinking aloud: Explain why a current in a coil between two magnetic poles makes the coil start to turn. (3 marks) (1) Each side of the coil is a current-carrying conductor in a magnetic field, so it feels a force (the motor effect). (2) The current in the two sides flows in opposite directions, so by Fleming's left-hand rule the forces on them are in opposite directions. (3) Opposite forces on opposite sides of the coil make it rotate. Answer: Each side of the coil feels a force from the motor effect; the currents in the two sides are opposite, so the forces are opposite; opposite forces on the two sides make the coil rotate..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coil turns. Say it in your own words, then check understanding with a quick question: ask a pupil from the pre-teach group first, since they met these words and ideas before the lesson. Pupils try to recall before you re-explain.
A simple d.c. motor is a coil of wire that can spin between the poles of a magnet. When a current flows, each long side of the coil is a conductor carrying a current in a magnetic field, so each side feels a force from the motor effect.
The current goes up one side of the coil and comes back down the other, so the two sides carry current in opposite directions. Fleming's left-hand rule then gives forces in opposite directions: one side is pushed up while the other is pushed down. Two opposite forces on opposite sides of a pivot make the coil rotate.
The deck's example has the current going anticlockwise round the coil and the field running left to right from N to S. The left-hand side of the coil is pushed upwards, the right-hand side downwards, so the coil spins clockwise.
Worked example — model it step by step, thinking aloud: Explain why a current in a coil between two magnetic poles makes the coil start to turn. (3 marks) (1) Each side of the coil is a current-carrying conductor in a magnetic field, so it feels a force (the motor effect). (2) The current in the two sides flows in opposite directions, so by Fleming's left-hand rule the forces on them are in opposite directions. (3) Opposite forces on opposite sides of the coil make it rotate. Answer: Each side of the coil feels a force from the motor effect; the currents in the two sides are opposite, so the forces are opposite; opposite forces on the two sides make the coil rotate..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Keeping it going: the split-ring commutator. Say it in your own words, then check understanding with a quick question: ask a pupil from the pre-teach group first, since they met these words and ideas before the lesson. Pupils try to recall before you re-explain.
There is a catch. After half a turn the two sides of the coil have swapped places. If the current kept flowing the same way round the coil, the side now on the left would be pushed down and the side on the right up: the forces would turn the coil back the other way and it would stop, rocking to and fro.
The fix is to reverse the current in the coil every half turn. This is done with a split-ring commutator: a metal ring cut into two halves, one half connected to each end of the coil, spinning with it. Two fixed brushes press on the ring and carry the current in. Every half turn each brush touches the other half of the ring, so the current through the coil reverses and the side on the left is always pushed the same way.
To make a motor turn faster or with more force you can increase the current, use a stronger magnet, or use more turns of wire on the coil. Reversing the current, or reversing the magnet, makes the motor run backwards.
Tip: The exam wants the commutator's job in one phrase: it reverses the current in the coil every half turn so the coil keeps turning in the same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Loudspeakers and headphones (Physics only). Say it in your own words, then check understanding with a quick question: ask a pupil from the pre-teach group first, since they met these words and ideas before the lesson. Pupils try to recall before you re-explain.
A loudspeaker uses the motor effect to make sound. A coil of wire is fixed to a paper or plastic cone and sits in the field of a permanent magnet. When a current flows in the coil, the coil feels a force and moves, taking the cone with it.
The current fed to the speaker is an alternating current that copies the shape of the sound: its direction keeps reversing. Each time the current reverses, the force on the coil reverses, so the coil and the cone move in, then out, then in again. The moving cone pushes and pulls on the air, making compressions and rarefactions: a sound wave.
The cone vibrates at the frequency of the alternating current, so the sound has the same frequency as the electrical signal. A bigger current gives a bigger force and a bigger movement of the cone, so the amplitude of the sound wave is larger and the sound is louder. Headphones work the same way with a very small cone.
Tip: Loudspeaker: current changes → force changes → cone moves → air moves. Say the frequency of the sound matches the frequency of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d.c. motor keeps turning.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one half turn of a simple d.c. motor in order.
Support — work through the steps with the group: (1) Nothing happens until a current flows: that is first. (2) Current in a field means forces: that is second. (3) Forces make it turn: that is third. (4) Then the commutator does its job, and the turning continues.
Parallel worked example for Support (model it, do not give the task answer): Put these stages of switching on an electromagnet in order: the iron core becomes an induced magnet; the switch is closed; the coil produces a magnetic field; a current flows in the coil. Closing the switch comes first.; Then a current flows, and the current makes a field.; The field magnetises the core last.. Answer: the switch is closed; a current flows in the coil; the coil produces a magnetic field; the iron core becomes an induced magnet.
Core — reveal the hint only on request: Current, then forces, then turning, then the commutator swaps the current, then it keeps turning.
Stretch — no help; when finished: Explain what would happen to the coil if the commutator were replaced by a plain, unsplit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d.c. motor keeps turning.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one half turn of a simple d.c. motor in order.
Support — work through the steps with the group: (1) Nothing happens until a current flows: that is first. (2) Current in a field means forces: that is second. (3) Forces make it turn: that is third. (4) Then the commutator does its job, and the turning continues.
Parallel worked example for Support (model it, do not give the task answer): Put these stages of switching on an electromagnet in order: the iron core becomes an induced magnet; the switch is closed; the coil produces a magnetic field; a current flows in the coil. Closing the switch comes first.; Then a current flows, and the current makes a field.; The field magnetises the core last.. Answer: the switch is closed; a current flows in the coil; the coil produces a magnetic field; the iron core becomes an induced magnet.
Core — reveal the hint only on request: Current, then forces, then turning, then the commutator swaps the current, then it keeps turning.
Stretch — no help; when finished: Explain what would happen to the coil if the commutator were replaced by a plain, unsplit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cone vibrates (Physics only).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loudspeaker's coil sits in the field of a permanent magnet. Why does the cone move in and out?
Support — work through the steps with the group: (1) Where is the force? On the coil, because it carries a current in a magnetic field. (2) What kind of current? Alternating: it keeps reversing. (3) Reverse the current and the force reverses. (4) The coil is fixed to the cone, so the cone moves with it.
Parallel worked example for Support (model it, do not give the task answer): A wire in a magnetic field is connected to an a.c. supply. Describe what the wire does and why. The wire carries a current in a field, so it feels a force.; The current reverses, so the force reverses.; So the wire moves one way, then the other: it vibrates.. Answer: The wire vibrates, because the force on it from the motor effect reverses every time the alternating current reverses..
Core — reveal the hint only on request: Motor effect on the coil, plus a current that keeps reversing.
Stretch — no help; when finished: Explain how the loudspeaker makes a higher-pitched note, and how it makes a louder one, in terms of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cone vibrates (Physics only).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loudspeaker's coil sits in the field of a permanent magnet. Why does the cone move in and out?
Support — work through the steps with the group: (1) Where is the force? On the coil, because it carries a current in a magnetic field. (2) What kind of current? Alternating: it keeps reversing. (3) Reverse the current and the force reverses. (4) The coil is fixed to the cone, so the cone moves with it.
Parallel worked example for Support (model it, do not give the task answer): A wire in a magnetic field is connected to an a.c. supply. Describe what the wire does and why. The wire carries a current in a field, so it feels a force.; The current reverses, so the force reverses.; So the wire moves one way, then the other: it vibrates.. Answer: The wire vibrates, because the force on it from the motor effect reverses every time the alternating current reverses..
Core — reveal the hint only on request: Motor effect on the coil, plus a current that keeps reversing.
Stretch — no help; when finished: Explain how the loudspeaker makes a higher-pitched note, and how it makes a louder one, in terms of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the job of the split-ring commutator in a d.c. motor?
Answer: C   To reverse the current in the coil every half turn. Reversing the current every half turn keeps the forces pushing the coil round in the same direction.
Source of this question: gate item 1 re-asked (options rotated) — this chapter has no third quick-check module.
The ebook also holds task 3, "Explain the motor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 d.c. motor keeps turning. Reveal the answer; pupils mark their own work in a different colour, then read the "why" together. Same destination for every lane, so one answer serves the whole class.
Answer: Current flows through the coil, up one side and down the other  (E); Each side of the coil feels a force from the motor effect, in opposite directions  (C); The opposite forces make the coil rotate half a turn  (A); The split-ring commutator reverses the current in the coil  (D); The forces keep pushing the coil round in the same direction  (B)
Why: Current first; forces on the two sides from the motor effect; the coil rotates; the commutator reverses the current every half turn; so the push stays in the same rotational direction.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the cone vibrates (Physics only). Reveal the answer; pupils mark their own work in a different colour, then read the "why" together. Same destination for every lane, so one answer serves the whole class.
Answer: A   The alternating current in the coil reverses, so the force on the coil reverses
Why: The coil carries a current in a magnetic field, so it feels a force (the motor effect). The current alternates, so the force reverses, and the coil and cone move in and out at the frequency of the current.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To reverse the current in the coil every half turn
Why: Reversing the current every half turn keeps the forces pushing the coil round in the same direction.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Electromagnetism · AQA 8463</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Electric motors and loudspeakers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DEE1E9"/>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P15.4 The motor effect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P15.6 The alternating current generator (H)</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can a coil of wire and a magnet turn electricity into movement, movement into electricity, and 230 V into 400 000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is the job of the split-ring commutator in a d.c. motor?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make the magnetic field stronger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stop the coil overheating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hold the magnets in place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reverse the current in the coil every half turn</a:t>
            </a:r>
            <a:endParaRPr lang="en-US" sz="2000" dirty="0"/>
          </a:p>
        </p:txBody>
      </p:sp>
      <p:sp>
        <p:nvSpPr>
          <p:cNvPr id="12" name="card"/>
          <p:cNvSpPr/>
          <p:nvPr/>
        </p:nvSpPr>
        <p:spPr>
          <a:xfrm>
            <a:off x="4777626" y="1389888"/>
            <a:ext cx="2636444" cy="4754880"/>
          </a:xfrm>
          <a:prstGeom prst="roundRect">
            <a:avLst>
              <a:gd name="adj" fmla="val 2081"/>
            </a:avLst>
          </a:prstGeom>
          <a:solidFill>
            <a:srgbClr val="E5E7ED"/>
          </a:solidFill>
          <a:ln w="12700">
            <a:solidFill>
              <a:srgbClr val="A7AFC4"/>
            </a:solidFill>
            <a:prstDash val="solid"/>
          </a:ln>
        </p:spPr>
      </p:sp>
      <p:sp>
        <p:nvSpPr>
          <p:cNvPr id="13" name="card-hex"/>
          <p:cNvSpPr/>
          <p:nvPr/>
        </p:nvSpPr>
        <p:spPr>
          <a:xfrm>
            <a:off x="4960506" y="1572768"/>
            <a:ext cx="640080" cy="554309"/>
          </a:xfrm>
          <a:prstGeom prst="hexagon">
            <a:avLst/>
          </a:prstGeom>
          <a:solidFill>
            <a:srgbClr val="24366B"/>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loudspeaker is supplied with an ___ current, so the force on its coil keeps changing direction.</a:t>
            </a:r>
            <a:endParaRPr lang="en-US" sz="2000" dirty="0"/>
          </a:p>
          <a:p>
            <a:pPr algn="l" indent="0" marL="0">
              <a:buNone/>
            </a:pPr>
            <a:r>
              <a:rPr lang="en-US" sz="2000" b="1" dirty="0">
                <a:solidFill>
                  <a:srgbClr val="24366B"/>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alternating  ·  direct  ·  induced</a:t>
            </a:r>
            <a:endParaRPr lang="en-US" sz="2000" dirty="0"/>
          </a:p>
        </p:txBody>
      </p:sp>
      <p:sp>
        <p:nvSpPr>
          <p:cNvPr id="17" name="card"/>
          <p:cNvSpPr/>
          <p:nvPr/>
        </p:nvSpPr>
        <p:spPr>
          <a:xfrm>
            <a:off x="7688389" y="1389888"/>
            <a:ext cx="3954666" cy="4754880"/>
          </a:xfrm>
          <a:prstGeom prst="roundRect">
            <a:avLst>
              <a:gd name="adj" fmla="val 1387"/>
            </a:avLst>
          </a:prstGeom>
          <a:solidFill>
            <a:srgbClr val="E5E7ED"/>
          </a:solidFill>
          <a:ln w="12700">
            <a:solidFill>
              <a:srgbClr val="A7AFC4"/>
            </a:solidFill>
            <a:prstDash val="solid"/>
          </a:ln>
        </p:spPr>
      </p:sp>
      <p:sp>
        <p:nvSpPr>
          <p:cNvPr id="18" name="card-hex"/>
          <p:cNvSpPr/>
          <p:nvPr/>
        </p:nvSpPr>
        <p:spPr>
          <a:xfrm>
            <a:off x="7871269" y="1572768"/>
            <a:ext cx="640080" cy="554309"/>
          </a:xfrm>
          <a:prstGeom prst="hexagon">
            <a:avLst/>
          </a:prstGeom>
          <a:solidFill>
            <a:srgbClr val="24366B"/>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do the two long sides of a motor coil feel forces in opposite directions?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side is nearer the north pole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field is stronger on one side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are made of different metals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current in them flows in opposite directions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955040"/>
          </a:xfrm>
          <a:prstGeom prst="roundRect">
            <a:avLst>
              <a:gd name="adj" fmla="val 11489"/>
            </a:avLst>
          </a:prstGeom>
          <a:solidFill>
            <a:srgbClr val="EADBBF"/>
          </a:solidFill>
          <a:ln w="19050">
            <a:solidFill>
              <a:srgbClr val="B8862B"/>
            </a:solidFill>
            <a:prstDash val="solid"/>
          </a:ln>
        </p:spPr>
      </p:sp>
      <p:sp>
        <p:nvSpPr>
          <p:cNvPr id="12" name="answer"/>
          <p:cNvSpPr txBox="1"/>
          <p:nvPr/>
        </p:nvSpPr>
        <p:spPr>
          <a:xfrm>
            <a:off x="822960"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To reverse the current in the coil every half turn</a:t>
            </a:r>
            <a:endParaRPr lang="en-US" sz="2200" dirty="0"/>
          </a:p>
        </p:txBody>
      </p:sp>
      <p:sp>
        <p:nvSpPr>
          <p:cNvPr id="13" name="card-body"/>
          <p:cNvSpPr txBox="1"/>
          <p:nvPr/>
        </p:nvSpPr>
        <p:spPr>
          <a:xfrm>
            <a:off x="731520"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the job of the split-ring commutator in a d.c. motor?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Reversing the current every half turn keeps the forces pushing the coil round in the same direction.</a:t>
            </a:r>
            <a:endParaRPr lang="en-US" sz="2000" dirty="0"/>
          </a:p>
        </p:txBody>
      </p:sp>
      <p:sp>
        <p:nvSpPr>
          <p:cNvPr id="14" name="card"/>
          <p:cNvSpPr/>
          <p:nvPr/>
        </p:nvSpPr>
        <p:spPr>
          <a:xfrm>
            <a:off x="4777626" y="1389888"/>
            <a:ext cx="2636444" cy="4754880"/>
          </a:xfrm>
          <a:prstGeom prst="roundRect">
            <a:avLst>
              <a:gd name="adj" fmla="val 2081"/>
            </a:avLst>
          </a:prstGeom>
          <a:solidFill>
            <a:srgbClr val="E5E7ED"/>
          </a:solidFill>
          <a:ln w="12700">
            <a:solidFill>
              <a:srgbClr val="A7AFC4"/>
            </a:solidFill>
            <a:prstDash val="solid"/>
          </a:ln>
        </p:spPr>
      </p:sp>
      <p:sp>
        <p:nvSpPr>
          <p:cNvPr id="15" name="card-hex"/>
          <p:cNvSpPr/>
          <p:nvPr/>
        </p:nvSpPr>
        <p:spPr>
          <a:xfrm>
            <a:off x="4960506" y="1572768"/>
            <a:ext cx="640080" cy="554309"/>
          </a:xfrm>
          <a:prstGeom prst="hexagon">
            <a:avLst/>
          </a:prstGeom>
          <a:solidFill>
            <a:srgbClr val="24366B"/>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alternating</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An alternating current reverses direction repeatedly, so the force on the coil reverses and the cone vibrates.</a:t>
            </a:r>
            <a:endParaRPr lang="en-US" sz="1800" dirty="0"/>
          </a:p>
        </p:txBody>
      </p:sp>
      <p:sp>
        <p:nvSpPr>
          <p:cNvPr id="21" name="card"/>
          <p:cNvSpPr/>
          <p:nvPr/>
        </p:nvSpPr>
        <p:spPr>
          <a:xfrm>
            <a:off x="7688389" y="1389888"/>
            <a:ext cx="3954666" cy="4754880"/>
          </a:xfrm>
          <a:prstGeom prst="roundRect">
            <a:avLst>
              <a:gd name="adj" fmla="val 1387"/>
            </a:avLst>
          </a:prstGeom>
          <a:solidFill>
            <a:srgbClr val="E5E7ED"/>
          </a:solidFill>
          <a:ln w="12700">
            <a:solidFill>
              <a:srgbClr val="A7AFC4"/>
            </a:solidFill>
            <a:prstDash val="solid"/>
          </a:ln>
        </p:spPr>
      </p:sp>
      <p:sp>
        <p:nvSpPr>
          <p:cNvPr id="22" name="card-hex"/>
          <p:cNvSpPr/>
          <p:nvPr/>
        </p:nvSpPr>
        <p:spPr>
          <a:xfrm>
            <a:off x="7871269" y="1572768"/>
            <a:ext cx="640080" cy="554309"/>
          </a:xfrm>
          <a:prstGeom prst="hexagon">
            <a:avLst/>
          </a:prstGeom>
          <a:solidFill>
            <a:srgbClr val="24366B"/>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295908"/>
          </a:xfrm>
          <a:prstGeom prst="roundRect">
            <a:avLst>
              <a:gd name="adj" fmla="val 8467"/>
            </a:avLst>
          </a:prstGeom>
          <a:solidFill>
            <a:srgbClr val="EADBBF"/>
          </a:solidFill>
          <a:ln w="19050">
            <a:solidFill>
              <a:srgbClr val="B8862B"/>
            </a:solidFill>
            <a:prstDash val="solid"/>
          </a:ln>
        </p:spPr>
      </p:sp>
      <p:sp>
        <p:nvSpPr>
          <p:cNvPr id="26" name="answer"/>
          <p:cNvSpPr txBox="1"/>
          <p:nvPr/>
        </p:nvSpPr>
        <p:spPr>
          <a:xfrm>
            <a:off x="7962709"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current in them flows in opposite directions</a:t>
            </a:r>
            <a:endParaRPr lang="en-US" sz="2200" dirty="0"/>
          </a:p>
        </p:txBody>
      </p:sp>
      <p:sp>
        <p:nvSpPr>
          <p:cNvPr id="27" name="card-body"/>
          <p:cNvSpPr txBox="1"/>
          <p:nvPr/>
        </p:nvSpPr>
        <p:spPr>
          <a:xfrm>
            <a:off x="7871269" y="3834465"/>
            <a:ext cx="3588906"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current goes up one side and down the other; with the same field, the left-hand rule gives opposite forces.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coil</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wire wound round and round into loops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motor has a coil of wire that spins between the magnets.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split-ring commutator</a:t>
            </a:r>
            <a:endParaRPr lang="en-US" sz="2600" dirty="0"/>
          </a:p>
        </p:txBody>
      </p:sp>
      <p:sp>
        <p:nvSpPr>
          <p:cNvPr id="17" name="word-rule"/>
          <p:cNvSpPr/>
          <p:nvPr/>
        </p:nvSpPr>
        <p:spPr>
          <a:xfrm>
            <a:off x="4521098" y="2558288"/>
            <a:ext cx="3149498" cy="0"/>
          </a:xfrm>
          <a:prstGeom prst="line">
            <a:avLst/>
          </a:prstGeom>
          <a:ln w="12700">
            <a:solidFill>
              <a:srgbClr val="9CA5B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metal ring cut into two halves that swaps the current direction every half turn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split-ring commutator keeps the motor turning the same way.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brushes</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contacts that press on the commutator and carry current into the spinning coil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brushes rub against the commutator as it turns.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alternating current</a:t>
            </a:r>
            <a:endParaRPr lang="en-US" sz="2600" dirty="0"/>
          </a:p>
        </p:txBody>
      </p:sp>
      <p:sp>
        <p:nvSpPr>
          <p:cNvPr id="11" name="word-rule"/>
          <p:cNvSpPr/>
          <p:nvPr/>
        </p:nvSpPr>
        <p:spPr>
          <a:xfrm>
            <a:off x="731520" y="2558288"/>
            <a:ext cx="3149498" cy="0"/>
          </a:xfrm>
          <a:prstGeom prst="line">
            <a:avLst/>
          </a:prstGeom>
          <a:ln w="12700">
            <a:solidFill>
              <a:srgbClr val="9CA5B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current that keeps changing direction, written a.c.</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loudspeaker is fed with an alternating current.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cone</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paper or plastic part of a loudspeaker that moves the air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cone moves in and out to make a sound wave.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amplitude</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size of a vibration; for sound, how loud it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bigger current gives a bigger amplitude, so the sound is louder.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electric motor has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wire between two magnetic poles.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current flows through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two long sides of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carry current in opposite directions.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one side is pushed up and the other is pushed down.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two forces make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turn.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half a turn the forces would push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back.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split-ring commutator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swaps the current direction every half turn.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keeps turning the same 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loudspeaker also uses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a magnetic field.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fixed to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alternating current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makes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move in and out.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moves the air and makes a sound wave.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sound has the same frequency as the current.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Why the coil turns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simple d.c. motor is a coil of wire that can spin between the poles of a magnet.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current goes up one side of the coil and comes back down the other, so the two sides carry current in opposite directions.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deck's example has the current going anticlockwise round the coil and the field running left to right from N to 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Why the coil turns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DEE1E9"/>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why a current in a coil between two magnetic poles makes the coil start to turn. (3 marks)</a:t>
            </a:r>
            <a:endParaRPr lang="en-US" sz="2000" dirty="0"/>
          </a:p>
        </p:txBody>
      </p:sp>
      <p:sp>
        <p:nvSpPr>
          <p:cNvPr id="9" name="step-box"/>
          <p:cNvSpPr/>
          <p:nvPr/>
        </p:nvSpPr>
        <p:spPr>
          <a:xfrm>
            <a:off x="548640" y="2502408"/>
            <a:ext cx="11094415" cy="857758"/>
          </a:xfrm>
          <a:prstGeom prst="roundRect">
            <a:avLst>
              <a:gd name="adj" fmla="val 8528"/>
            </a:avLst>
          </a:prstGeom>
          <a:solidFill>
            <a:srgbClr val="FFFFFF"/>
          </a:solidFill>
          <a:ln w="15875">
            <a:solidFill>
              <a:srgbClr val="8790AE"/>
            </a:solidFill>
            <a:prstDash val="solid"/>
          </a:ln>
        </p:spPr>
      </p:sp>
      <p:sp>
        <p:nvSpPr>
          <p:cNvPr id="10" name="step-hex"/>
          <p:cNvSpPr/>
          <p:nvPr/>
        </p:nvSpPr>
        <p:spPr>
          <a:xfrm>
            <a:off x="685800" y="2733319"/>
            <a:ext cx="457200" cy="395935"/>
          </a:xfrm>
          <a:prstGeom prst="hexagon">
            <a:avLst/>
          </a:prstGeom>
          <a:solidFill>
            <a:srgbClr val="24366B"/>
          </a:solidFill>
          <a:ln/>
        </p:spPr>
      </p:sp>
      <p:sp>
        <p:nvSpPr>
          <p:cNvPr id="11" name="step-hex-label"/>
          <p:cNvSpPr txBox="1"/>
          <p:nvPr/>
        </p:nvSpPr>
        <p:spPr>
          <a:xfrm>
            <a:off x="685800" y="273331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8577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side of the coil is a current-carrying conductor in a magnetic field, so it feels a force (the motor effect).</a:t>
            </a:r>
            <a:endParaRPr lang="en-US" sz="1800" dirty="0"/>
          </a:p>
        </p:txBody>
      </p:sp>
      <p:sp>
        <p:nvSpPr>
          <p:cNvPr id="13" name="step-box"/>
          <p:cNvSpPr/>
          <p:nvPr/>
        </p:nvSpPr>
        <p:spPr>
          <a:xfrm>
            <a:off x="548640" y="3433318"/>
            <a:ext cx="11094415" cy="857758"/>
          </a:xfrm>
          <a:prstGeom prst="roundRect">
            <a:avLst>
              <a:gd name="adj" fmla="val 8528"/>
            </a:avLst>
          </a:prstGeom>
          <a:solidFill>
            <a:srgbClr val="FFFFFF"/>
          </a:solidFill>
          <a:ln w="15875">
            <a:solidFill>
              <a:srgbClr val="8790AE"/>
            </a:solidFill>
            <a:prstDash val="solid"/>
          </a:ln>
        </p:spPr>
      </p:sp>
      <p:sp>
        <p:nvSpPr>
          <p:cNvPr id="14" name="step-hex"/>
          <p:cNvSpPr/>
          <p:nvPr/>
        </p:nvSpPr>
        <p:spPr>
          <a:xfrm>
            <a:off x="685800" y="3664229"/>
            <a:ext cx="457200" cy="395935"/>
          </a:xfrm>
          <a:prstGeom prst="hexagon">
            <a:avLst/>
          </a:prstGeom>
          <a:solidFill>
            <a:srgbClr val="24366B"/>
          </a:solidFill>
          <a:ln/>
        </p:spPr>
      </p:sp>
      <p:sp>
        <p:nvSpPr>
          <p:cNvPr id="15" name="step-hex-label"/>
          <p:cNvSpPr txBox="1"/>
          <p:nvPr/>
        </p:nvSpPr>
        <p:spPr>
          <a:xfrm>
            <a:off x="685800" y="366422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433318"/>
            <a:ext cx="10180015" cy="8577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current in the two sides flows in opposite directions, so by Fleming's left-hand rule the forces on them are in opposite directions.</a:t>
            </a:r>
            <a:endParaRPr lang="en-US" sz="1800" dirty="0"/>
          </a:p>
        </p:txBody>
      </p:sp>
      <p:sp>
        <p:nvSpPr>
          <p:cNvPr id="17" name="step-box"/>
          <p:cNvSpPr/>
          <p:nvPr/>
        </p:nvSpPr>
        <p:spPr>
          <a:xfrm>
            <a:off x="548640" y="4364228"/>
            <a:ext cx="11094415" cy="593598"/>
          </a:xfrm>
          <a:prstGeom prst="roundRect">
            <a:avLst>
              <a:gd name="adj" fmla="val 12323"/>
            </a:avLst>
          </a:prstGeom>
          <a:solidFill>
            <a:srgbClr val="FFFFFF"/>
          </a:solidFill>
          <a:ln w="15875">
            <a:solidFill>
              <a:srgbClr val="8790AE"/>
            </a:solidFill>
            <a:prstDash val="solid"/>
          </a:ln>
        </p:spPr>
      </p:sp>
      <p:sp>
        <p:nvSpPr>
          <p:cNvPr id="18" name="step-hex"/>
          <p:cNvSpPr/>
          <p:nvPr/>
        </p:nvSpPr>
        <p:spPr>
          <a:xfrm>
            <a:off x="685800" y="4463059"/>
            <a:ext cx="457200" cy="395935"/>
          </a:xfrm>
          <a:prstGeom prst="hexagon">
            <a:avLst/>
          </a:prstGeom>
          <a:solidFill>
            <a:srgbClr val="24366B"/>
          </a:solidFill>
          <a:ln/>
        </p:spPr>
      </p:sp>
      <p:sp>
        <p:nvSpPr>
          <p:cNvPr id="19" name="step-hex-label"/>
          <p:cNvSpPr txBox="1"/>
          <p:nvPr/>
        </p:nvSpPr>
        <p:spPr>
          <a:xfrm>
            <a:off x="685800" y="446305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364228"/>
            <a:ext cx="10180015" cy="59359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Opposite forces on opposite sides of the coil make it rotate.</a:t>
            </a:r>
            <a:endParaRPr lang="en-US" sz="1800" dirty="0"/>
          </a:p>
        </p:txBody>
      </p:sp>
      <p:sp>
        <p:nvSpPr>
          <p:cNvPr id="21" name="worked-answer"/>
          <p:cNvSpPr/>
          <p:nvPr/>
        </p:nvSpPr>
        <p:spPr>
          <a:xfrm>
            <a:off x="548640" y="5140706"/>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Each side of the coil feels a force from the motor effect; the currents in the two sides are opposite, so the forces are opposite; opposite forces on the two sides make the coil rotate.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Keeping it going: the split-ring commutator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exam wants the commutator's job in one phrase: it reverses the current in the coil every half turn so the coil keeps turning in the same direction.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is a catch. After half a turn the two sides of the coil have swapped places.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fix is to reverse the current in the coil every half turn.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make a motor turn faster or with more force you can increase the current, use a stronger magnet, or use more turns of wire on the coil.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Loudspeakers and headphones (Physics only)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Loudspeaker: current changes → force changes → cone moves → air moves. Say the frequency of the sound matches the frequency of the current.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loudspeaker uses the motor effect to make sound. A coil of wire is fixed to a paper or plastic cone and sits in the field of a permanent magnet.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current fed to the speaker is an alternating current that copies the shape of the sound: its direction keeps reversing.</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cone vibrates at the frequency of the alternating current, so the sound has the same frequency as the electrical signal.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How a d.c. motor keeps turning</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one half turn of a simple d.c. motor in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opposite forces make the coil rotate half a turn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forces keep pushing the coil round in the same direction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Each side of the coil feels a force from the motor effect, in opposite directions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split-ring commutator reverses the current in the coil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Current flows through the coil, up one side and down the other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How a d.c. motor keeps turning</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one half turn of a simple d.c. motor in order.</a:t>
            </a:r>
            <a:endParaRPr lang="en-US" sz="2000" dirty="0"/>
          </a:p>
        </p:txBody>
      </p:sp>
      <p:sp>
        <p:nvSpPr>
          <p:cNvPr id="12" name="col-Support"/>
          <p:cNvSpPr/>
          <p:nvPr/>
        </p:nvSpPr>
        <p:spPr>
          <a:xfrm>
            <a:off x="548640" y="2578608"/>
            <a:ext cx="3515258" cy="3566160"/>
          </a:xfrm>
          <a:prstGeom prst="roundRect">
            <a:avLst>
              <a:gd name="adj" fmla="val 1561"/>
            </a:avLst>
          </a:prstGeom>
          <a:solidFill>
            <a:srgbClr val="DEE1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Nothing happens until a current flows: that is first.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Current in a field means forces: that is second.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Forces make it turn: that is third.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commutator does its job, and the turning continues.</a:t>
            </a:r>
            <a:endParaRPr lang="en-US" sz="1800" dirty="0"/>
          </a:p>
        </p:txBody>
      </p:sp>
      <p:sp>
        <p:nvSpPr>
          <p:cNvPr id="17" name="col-Core"/>
          <p:cNvSpPr/>
          <p:nvPr/>
        </p:nvSpPr>
        <p:spPr>
          <a:xfrm>
            <a:off x="4338218" y="2578608"/>
            <a:ext cx="3515258" cy="3566160"/>
          </a:xfrm>
          <a:prstGeom prst="roundRect">
            <a:avLst>
              <a:gd name="adj" fmla="val 1561"/>
            </a:avLst>
          </a:prstGeom>
          <a:solidFill>
            <a:srgbClr val="C4C9D7"/>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Current, then forces, then turning, then the commutator swaps the current, then it keeps turning.</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24366B"/>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happen to the coil if the commutator were replaced by a plain, unsplit 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Why the cone vibrates (Physics only)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loudspeaker's coil sits in the field of a permanent magnet. Why does the cone move in and out?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alternating current in the coil reverses, so the force on the coil reverses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Sound waves from the room push the cone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cone is attracted to the magnet and then springs back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permanent magnet switches its poles round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Why the cone vibrates (Physics only)</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loudspeaker's coil sits in the field of a permanent magnet. Why does the cone move in and out?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is the force? On the coil, because it carries a current in a magnetic field.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kind of current? Alternating: it keeps reversing.</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Reverse the current and the force reverses.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coil is fixed to the cone, so the cone moves with it.</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Motor effect on the coil, plus a current that keeps reversing.</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loudspeaker makes a higher-pitched note, and how it makes a louder one, in terms of the current.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the job of the split-ring commutator in a d.c. motor?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stop the coil overheating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hold the magnets in place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reverse the current in the coil every half turn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make the magnetic field stronger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How a d.c. motor keeps turning</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Current flows through the coil, up one side and down the other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Each side of the coil feels a force from the motor effect, in opposite directions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opposite forces make the coil rotate half a turn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split-ring commutator reverses the current in the coil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forces keep pushing the coil round in the same direction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Current first; forces on the two sides from the motor effect; the coil rotates; the commutator reverses the current every half turn; so the push stays in the same rotational direction.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Why the cone vibrates (Physics only)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loudspeaker's coil sits in the field of a permanent magnet. Why does the cone move in and out?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alternating current in the coil reverses, so the force on the coil reverses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coil carries a current in a magnetic field, so it feels a force (the motor effect). The current alternates, so the force reverses, and the coil and cone move in and out at the frequency of the current.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the job of the split-ring commutator in a d.c. motor?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To reverse the current in the coil every half turn</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Reversing the current every half turn keeps the forces pushing the coil round in the same direction.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Electromagnetism · Chapter 4: Electric motors and loudspeakers</dc:title>
  <dc:subject>Physics (Triple Science) · Year 11</dc:subject>
  <dc:creator>Dr Vitor Merissi de Carvalho</dc:creator>
  <cp:lastModifiedBy>Dr Vitor Merissi de Carvalho</cp:lastModifiedBy>
  <cp:revision>1</cp:revision>
  <dcterms:created xsi:type="dcterms:W3CDTF">2026-10-19T06:08:16Z</dcterms:created>
  <dcterms:modified xsi:type="dcterms:W3CDTF">2026-10-19T06:08:16Z</dcterms:modified>
</cp:coreProperties>
</file>