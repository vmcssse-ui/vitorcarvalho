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965264-e9a1-0d59-dcff-58fab57feb79}">
          <p14:sldIdLst>
            <p14:sldId id="256"/>
          </p14:sldIdLst>
        </p14:section>
        <p14:section name="Gate" id="{237db3d8-4e63-f8e0-daa6-9e906347d852}">
          <p14:sldIdLst>
            <p14:sldId id="257"/>
            <p14:sldId id="258"/>
          </p14:sldIdLst>
        </p14:section>
        <p14:section name="Pre-teach" id="{d5d2daad-377a-1bfe-96b2-2ee38a3bd08a}">
          <p14:sldIdLst>
            <p14:sldId id="259"/>
          </p14:sldIdLst>
        </p14:section>
        <p14:section name="Read-along" id="{a199f9af-6852-fdaa-22b7-ab44d6474dc2}">
          <p14:sldIdLst>
            <p14:sldId id="260"/>
            <p14:sldId id="261"/>
          </p14:sldIdLst>
        </p14:section>
        <p14:section name="Teach" id="{eb0090dc-0530-e1e1-de67-53f6a33920a8}">
          <p14:sldIdLst>
            <p14:sldId id="262"/>
            <p14:sldId id="263"/>
            <p14:sldId id="264"/>
            <p14:sldId id="265"/>
          </p14:sldIdLst>
        </p14:section>
        <p14:section name="Routes" id="{3e5d072a-a929-c21d-3bd0-c2115a42eef1}">
          <p14:sldIdLst>
            <p14:sldId id="266"/>
            <p14:sldId id="267"/>
            <p14:sldId id="268"/>
            <p14:sldId id="269"/>
          </p14:sldIdLst>
        </p14:section>
        <p14:section name="Close" id="{7c9e0834-0aaf-9c4c-f7e4-7295b1ee07b2}">
          <p14:sldIdLst>
            <p14:sldId id="270"/>
          </p14:sldIdLst>
        </p14:section>
        <p14:section name="Answers" id="{1fa4dbfb-b63f-208c-90bd-49ff4bacf2c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5: Before the Plantagenets: the Normans, the White Ship and the Anarchy. What you already know about the Norman Conquest, the four Norman kings who followed William, the shipwreck that started a civil war, and how a new royal house took the throne in 1154.
This deck covers the department's lesson: 1 (Introduction to the Plantagenets: Who were the Plantagenets, how were their kings similar and different, and which Plantagenet king was the most successful?).
Read the big question aloud: "How did the Plantagenets change England, 1154–1399?"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Anarchy?  →  D   The civil war between Stephen and Matilda over who should rule England
2. Henry I wanted his daughter ___ to rule after him, but his nephew Stephen took the throne.  →  Matilda
3. In what year did William the Conqueror die?  →  1087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civil war between Stephen and Matilda over who should rule England. The Anarchy is the name later given to the civil war between Stephen and Matilda, which lasted until Henry II was crowned in 1154.
2. Matilda. Matilda was Henry I's daughter. Her son Henry II became the first Plantagenet king.
3. 1087. William the Conqueror was crowned in 1066 and died in 1087. His son William II was crowned the same year.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monarch: a king or queen who rules a country. Example: "William the Conqueror became the monarch of England in 1066."
• royal house: a ruling family. Example: "The Normans were the royal house of England from 1066 to 1154."
• heir: the person who will take the throne next. Example: "Henry I lost his heir when the White Ship sank."
• civil war: a war between people of the same country. Example: "Stephen and Matilda fought a civil war over who should be monarch."
• the Anarchy: the name later given to the civil war between Stephen and Matilda. Example: "Ordinary people suffered during the Anarchy."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1066 the Normans conquered England.
2. William the Conqueror was crowned king.
3. He built castles, used terror and made the Domesday Book to keep control.
4. William died in 1087.
5. His son William II became king, and then another son, Henry I, in 1100.
6. In 1120 a ship called the White Ship sank.
7. Henry I's only son drowned, so Henry had no heir.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Henry wanted his daughter Matilda to rule after him.
9. But when Henry died in 1135, his nephew Stephen took the throne.
10. Stephen and Matilda fought a long civil war.
11. People later called it the Anarchy.
12. In 1154 Matilda's son, Henry II, was crowned king.
13. He was the first king of a new royal house: the Plantagenets.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much did the Normans change England?. Say it in your own words, then check understanding with a quick question: ask a pupil from the pre-teach group first, since they met these words and ideas before the lesson. Pupils try to recall before you re-explain.
Your last topic was the Norman Conquest. You learnt how William kept control of England: he built castles, often on hills, so that his soldiers could see an enemy coming and so that everyone could see how powerful he was. He used terror, such as the Harrying of the North, so that people were too afraid to rebel. He used the feudal system, giving land in exchange for loyalty. And he had the Domesday Book written, so that he knew what everyone owned and how much tax they could pay.
Historians still argue about how much all this changed England. One view says the Conquest changed who ruled, but not how ordinary people lived: they wore the same clothes, farmed the same fields and worried most about the weather and the harvest. Another view says that castles, a new French-speaking ruling class and the Domesday Book changed the country deeply. When you read a view like this, ask: how far do I agree, and what evidence have I got?
This topic picks up the story where the Normans leave it. The Norman kings ruled from 1066 until 1154. Then a new family took the throne and held it for almost two and a half centuries. Your big question for the whole topic is: how did the Plantagenets change England between 1154 and 1399?
Tip: When a question asks how far you agree, give one piece of evidence for and one against before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Norman kings, 1066 to 1154. Say it in your own words, then check understanding with a quick question: ask a pupil from the pre-teach group first, since they met these words and ideas before the lesson. Pupils try to recall before you re-explain.
Here is the line of kings you need. William the Conqueror was crowned in 1066 and died in 1087. His son William II was crowned next. In 1100 another son, Henry I, became king. Henry I ruled for thirty-five years, but a disaster in 1120 changed everything: a ship called the White Ship sank in the Channel, and Henry's only son was drowned. Henry had no male heir.
Henry I decided that his daughter Matilda should rule after him, and he made his barons promise to support her. But when Henry died in 1135, his nephew Stephen moved fast and had himself crowned instead. Matilda fought back. For years the two sides fought a civil war across England. Castles changed hands, villages were burned and people went hungry. The war was later given a name: the Anarchy, which means a time with no proper rule.
Historians today often call Matilda the forgotten queen. She was never crowned, but it was her son who finally won. In 1154 Stephen died and Matilda's son was crowned Henry II. The civil war was over, and England had a new royal house.
Worked example — model it step by step, thinking aloud: How many years passed between the sinking of the White Ship and the crowning of Henry II? (1) Find the two dates in the chapter: the White Ship sank in 1120 and Henry II was crowned in 1154. (2) Subtract the earlier date from the later one: 1154 − 1120. (3) 1154 − 1120 = 34. The gap is 34 years. (4) Check it makes sense: Henry I ruled another 15 years after the shipwreck, then the Anarchy lasted through Stephen's reign of 19 years. 15 + 19 = 34. Answer: 34 years.
Tip: To find how long between two dates, subtract the earlier year from the later one. Do not add one: a reign from 1100 to 1135 is 35 years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Norman kings, 1066 to 1154. Say it in your own words, then check understanding with a quick question: ask a pupil from the pre-teach group first, since they met these words and ideas before the lesson. Pupils try to recall before you re-explain.
Here is the line of kings you need. William the Conqueror was crowned in 1066 and died in 1087. His son William II was crowned next. In 1100 another son, Henry I, became king. Henry I ruled for thirty-five years, but a disaster in 1120 changed everything: a ship called the White Ship sank in the Channel, and Henry's only son was drowned. Henry had no male heir.
Henry I decided that his daughter Matilda should rule after him, and he made his barons promise to support her. But when Henry died in 1135, his nephew Stephen moved fast and had himself crowned instead. Matilda fought back. For years the two sides fought a civil war across England. Castles changed hands, villages were burned and people went hungry. The war was later given a name: the Anarchy, which means a time with no proper rule.
Historians today often call Matilda the forgotten queen. She was never crowned, but it was her son who finally won. In 1154 Stephen died and Matilda's son was crowned Henry II. The civil war was over, and England had a new royal house.
Worked example — model it step by step, thinking aloud: How many years passed between the sinking of the White Ship and the crowning of Henry II? (1) Find the two dates in the chapter: the White Ship sank in 1120 and Henry II was crowned in 1154. (2) Subtract the earlier date from the later one: 1154 − 1120. (3) 1154 − 1120 = 34. The gap is 34 years. (4) Check it makes sense: Henry I ruled another 15 years after the shipwreck, then the Anarchy lasted through Stephen's reign of 19 years. 15 + 19 = 34. Answer: 34 years.
Tip: To find how long between two dates, subtract the earlier year from the later one. Do not add one: a reign from 1100 to 1135 is 35 years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Plantagenets?. Say it in your own words, then check understanding with a quick question: ask a pupil from the pre-teach group first, since they met these words and ideas before the lesson. Pupils try to recall before you re-explain.
Plantagenet was the family name of Henry II, in the way that Tudor was the family name of Henry VIII. Henry II was the great-grandson of William the Conqueror. The line runs through Matilda: William was the father of Henry I, Henry I was the father of Matilda, and Matilda was the mother of Henry II. So the Plantagenets were not invaders. They were the Norman family under a new name.
The Plantagenets ruled England from 1154 to 1399. That is far longer than the Normans ruled. In this topic you will meet the first four Plantagenet kings, Henry II, Richard I, John and Henry III, and the Edwards who came after them. You will judge each one against the same question: what makes a successful medieval king?
You will also follow one long argument that ran through the whole period: who held the real power in England, the king or the Church? That argument cost an Archbishop his life in 1170, and it put a king at war with the Pope. Keep the big question in mind as you read: how did these kings change England?
Tip: Learn the dates 1066, 1154 and 1399 by heart. They mark the start of the Normans, the start of the Plantagenets and the end of the Plantagenets.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line of kings, 1066 to 1154.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kings of England in the order they were crowned, from 1066 to 1154.
Support — work through the steps with the group: (1) Start with the conquest itself: the first king is the one who won in 1066. (2) Two of the Conqueror's sons ruled next. A second king called William comes before the first king called Henry. (3) The nephew who took the throne when Henry I died comes after Henry I. (4) The first Plantagenet king comes last, because the Plantagenets came after the Normans.
Parallel worked example for Support (model it, do not give the task answer): Put these three Tudor rulers in order: Elizabeth I, Henry VII, Henry VIII. Henry VII founded the Tudor royal house, so he is first.; Henry VIII was his son, so he comes second.; Elizabeth I was Henry VIII's daughter, so she comes last.. Answer: Henry VII; Henry VIII; Elizabeth I.
Core — reveal the hint only on request: Conqueror, then his two sons in the order William then Henry, then the nephew, then the Plantagenet.
Stretch — no help; when finished: Explain why the crowning of Stephen in 1135 led to a civil war, and why the crowning of Henry II in 1154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line of kings, 1066 to 1154.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kings of England in the order they were crowned, from 1066 to 1154.
Support — work through the steps with the group: (1) Start with the conquest itself: the first king is the one who won in 1066. (2) Two of the Conqueror's sons ruled next. A second king called William comes before the first king called Henry. (3) The nephew who took the throne when Henry I died comes after Henry I. (4) The first Plantagenet king comes last, because the Plantagenets came after the Normans.
Parallel worked example for Support (model it, do not give the task answer): Put these three Tudor rulers in order: Elizabeth I, Henry VII, Henry VIII. Henry VII founded the Tudor royal house, so he is first.; Henry VIII was his son, so he comes second.; Elizabeth I was Henry VIII's daughter, so she comes last.. Answer: Henry VII; Henry VIII; Elizabeth I.
Core — reveal the hint only on request: Conqueror, then his two sons in the order William then Henry, then the nephew, then the Plantagenet.
Stretch — no help; when finished: Explain why the crowning of Stephen in 1135 led to a civil war, and why the crowning of Henry II in 1154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the Normans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Normans conquered England in 1066. The first Plantagenet king was crowned in 1154. For how many years did Norman kings rule England?
Support — work through the steps with the group: (1) Write down the year Norman rule started: 1066. (2) Write down the year it ended, when the first Plantagenet was crowned: 1154. (3) Take the earlier year from the later year: 1154 − 1066. (4) Count on from 1066: add 34 to reach 1100, then 54 more to reach 1154. 34 + 54 = 88.
Parallel worked example for Support (model it, do not give the task answer): Henry I was crowned in 1100 and died in 1135. For how many years did he reign? Start year 1100, end year 1135.; Later minus earlier: 1135 − 1100.; 1135 − 1100 = 35.. Answer: 35 years.
Core — reveal the hint only on request: Later year minus earlier year. Do not add one for the first year.
Stretch — no help; when finished: The Plantagenets ruled from 1154 to 1399. Work out how many years that is, and say how many times longer than the Normans they ruled, to the nearest whole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the Normans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Normans conquered England in 1066. The first Plantagenet king was crowned in 1154. For how many years did Norman kings rule England?
Support — work through the steps with the group: (1) Write down the year Norman rule started: 1066. (2) Write down the year it ended, when the first Plantagenet was crowned: 1154. (3) Take the earlier year from the later year: 1154 − 1066. (4) Count on from 1066: add 34 to reach 1100, then 54 more to reach 1154. 34 + 54 = 88.
Parallel worked example for Support (model it, do not give the task answer): Henry I was crowned in 1100 and died in 1135. For how many years did he reign? Start year 1100, end year 1135.; Later minus earlier: 1135 − 1100.; 1135 − 1100 = 35.. Answer: 35 years.
Core — reveal the hint only on request: Later year minus earlier year. Do not add one for the first year.
Stretch — no help; when finished: The Plantagenets ruled from 1154 to 1399. Work out how many years that is, and say how many times longer than the Normans they ruled, to the nearest whole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Anarchy?
Answer: C   The civil war between Stephen and Matilda over who should rule England. The Anarchy is the name later given to the civil war between Stephen and Matilda, which lasted until Henry II was crowned in 1154.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line of kings, 1066 to 1154. Reveal the answer; pupils mark their own work in a different colour, then read the "why" together. Same destination for every lane, so one answer serves the whole class.
Answer: William the Conqueror is crowned after the Norman Conquest (1066)  (B); William II, son of the Conqueror, is crowned (1087)  (D); Henry I, another son of the Conqueror, is crowned (1100)  (E); Stephen, nephew of Henry I, is crowned (1135)  (A); Henry II, son of Matilda and first Plantagenet king, is crowned (1154)  (C)
Why: William the Conqueror was crowned in 1066, his son William II in 1087, his son Henry I in 1100, Henry's nephew Stephen in 1135, and Matilda's son Henry II in 1154.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the Normans rule?. Reveal the answer; pupils mark their own work in a different colour, then read the "why" together. Same destination for every lane, so one answer serves the whole class.
Answer: 88 years
Why: 1154 − 1066 = 88. Four Norman kings ruled across those 88 years; the Plantagenets then ruled for 245 years, from 1154 to 1399, almost three times as long.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civil war between Stephen and Matilda over who should rule England
Why: The Anarchy is the name later given to the civil war between Stephen and Matilda, which lasted until Henry II was crowned in 1154.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Plantagenets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Before the Plantagenets: the Normans, the White Ship and the Anarchy</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6F2EF"/>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the Plantagenets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the Plantagenets change England, 1154–1399?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the Anarchy?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quarrel between Henry II and Thomas Becket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Norman invasion of England in 1066</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rebellion of the barons against King John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civil war between Stephen and Matilda over who should rule England</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Henry I wanted his daughter ___ to rule after him, but his nephew Stephen took the throne.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Matilda  ·  Eleanor  ·  Edith</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what year did William the Conqueror die?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FE4D0"/>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civil war between Stephen and Matilda over who should rule England</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Anarchy is the name later given to the civil war between Stephen and Matilda, which lasted until Henry II was crowned in 1154.</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Matilda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Henry I wanted his daughter ___ to rule after him, but his nephew Stephen took the throne.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Matilda was Henry I's daughter. Her son Henry II became the first Plantagenet king.</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1087</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what year did William the Conqueror die?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William the Conqueror was crowned in 1066 and died in 1087. His son William II was crowned the same year.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monarch</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king or queen who rules a country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 the Conqueror became the monarch of England in 1066.</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royal house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ruling family</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Normans were the royal house of England from 1066 to 1154.</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heir</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person who will take the throne next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Henry I lost his heir when the White Ship sank.</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civil war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war between people of the same country</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Stephen and Matilda fought a civil war over who should be monarch.</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the Anarchy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name later given to the civil war between Stephen and Matilda</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Ordinary people suffered during the Anarchy.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1066 the Normans conquered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 the Conqueror was crowned 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built castles, used terror and made the Domesday Book to keep control.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 died in 1087.</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son William II became king, and then another son, Henry I, in 1100.</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1120 a ship called the White Ship sank.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Henry I's only son drowned, so Henry had no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heir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Henry wanted his daughter Matilda to rule after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when Henry died in 1135, his nephew Stephen took the throne.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Stephen and Matilda fought a long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civil war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People later called it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the Anarchy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1154 Matilda's son, Henry II, was crowned 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was the first king of a new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royal house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Plantagenets.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much did the Normans change England?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asks how far you agree, give one piece of evidence for and one against before you decide.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last topic was the Norman Conquest. You learnt how William kept control of England: he built castles, often on hills, so that his soldiers could see an enemy coming and so that everyone could see how powerful he was.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Historians still argue about how much all this changed England.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topic picks up the story where the Normans leave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Four Norman kings, 1066 to 1154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find how long between two dates, subtract the earlier year from the later one. Do not add one: a reign from 1100 to 1135 is 35 years long.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line of kings you need. William the Conqueror was crowned in 1066 and died in 1087.</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I decided that his daughter Matilda should rule after him, and he made his barons promise to support her.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today often call Matilda the forgotten queen. She was never crowned, but it was her son who finally won.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Four Norman kings, 1066 to 1154</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How many years passed between the sinking of the White Ship and the crowning of Henry II?</a:t>
            </a:r>
            <a:endParaRPr lang="en-US" sz="2000" dirty="0"/>
          </a:p>
        </p:txBody>
      </p:sp>
      <p:sp>
        <p:nvSpPr>
          <p:cNvPr id="9" name="step-box"/>
          <p:cNvSpPr/>
          <p:nvPr/>
        </p:nvSpPr>
        <p:spPr>
          <a:xfrm>
            <a:off x="548640" y="2192528"/>
            <a:ext cx="11094415" cy="603504"/>
          </a:xfrm>
          <a:prstGeom prst="roundRect">
            <a:avLst>
              <a:gd name="adj" fmla="val 12121"/>
            </a:avLst>
          </a:prstGeom>
          <a:solidFill>
            <a:srgbClr val="FFFFFF"/>
          </a:solidFill>
          <a:ln w="15875">
            <a:solidFill>
              <a:srgbClr val="B69B83"/>
            </a:solidFill>
            <a:prstDash val="solid"/>
          </a:ln>
        </p:spPr>
      </p:sp>
      <p:sp>
        <p:nvSpPr>
          <p:cNvPr id="10" name="step-hex"/>
          <p:cNvSpPr/>
          <p:nvPr/>
        </p:nvSpPr>
        <p:spPr>
          <a:xfrm>
            <a:off x="685800" y="2296312"/>
            <a:ext cx="457200" cy="395935"/>
          </a:xfrm>
          <a:prstGeom prst="hexagon">
            <a:avLst/>
          </a:prstGeom>
          <a:solidFill>
            <a:srgbClr val="7A4A1E"/>
          </a:solidFill>
          <a:ln/>
        </p:spPr>
      </p:sp>
      <p:sp>
        <p:nvSpPr>
          <p:cNvPr id="11" name="step-hex-label"/>
          <p:cNvSpPr txBox="1"/>
          <p:nvPr/>
        </p:nvSpPr>
        <p:spPr>
          <a:xfrm>
            <a:off x="685800" y="22963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two dates in the chapter: the White Ship sank in 1120 and Henry II was crowned in 1154.</a:t>
            </a:r>
            <a:endParaRPr lang="en-US" sz="1800" dirty="0"/>
          </a:p>
        </p:txBody>
      </p:sp>
      <p:sp>
        <p:nvSpPr>
          <p:cNvPr id="13" name="step-box"/>
          <p:cNvSpPr/>
          <p:nvPr/>
        </p:nvSpPr>
        <p:spPr>
          <a:xfrm>
            <a:off x="548640" y="2869184"/>
            <a:ext cx="11094415" cy="603504"/>
          </a:xfrm>
          <a:prstGeom prst="roundRect">
            <a:avLst>
              <a:gd name="adj" fmla="val 12121"/>
            </a:avLst>
          </a:prstGeom>
          <a:solidFill>
            <a:srgbClr val="FFFFFF"/>
          </a:solidFill>
          <a:ln w="15875">
            <a:solidFill>
              <a:srgbClr val="B69B83"/>
            </a:solidFill>
            <a:prstDash val="solid"/>
          </a:ln>
        </p:spPr>
      </p:sp>
      <p:sp>
        <p:nvSpPr>
          <p:cNvPr id="14" name="step-hex"/>
          <p:cNvSpPr/>
          <p:nvPr/>
        </p:nvSpPr>
        <p:spPr>
          <a:xfrm>
            <a:off x="685800" y="2972968"/>
            <a:ext cx="457200" cy="395935"/>
          </a:xfrm>
          <a:prstGeom prst="hexagon">
            <a:avLst/>
          </a:prstGeom>
          <a:solidFill>
            <a:srgbClr val="7A4A1E"/>
          </a:solidFill>
          <a:ln/>
        </p:spPr>
      </p:sp>
      <p:sp>
        <p:nvSpPr>
          <p:cNvPr id="15" name="step-hex-label"/>
          <p:cNvSpPr txBox="1"/>
          <p:nvPr/>
        </p:nvSpPr>
        <p:spPr>
          <a:xfrm>
            <a:off x="685800" y="29729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9184"/>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date from the later one: 1154 − 1120.</a:t>
            </a:r>
            <a:endParaRPr lang="en-US" sz="1800" dirty="0"/>
          </a:p>
        </p:txBody>
      </p:sp>
      <p:sp>
        <p:nvSpPr>
          <p:cNvPr id="17" name="step-box"/>
          <p:cNvSpPr/>
          <p:nvPr/>
        </p:nvSpPr>
        <p:spPr>
          <a:xfrm>
            <a:off x="548640" y="3545840"/>
            <a:ext cx="11094415" cy="603504"/>
          </a:xfrm>
          <a:prstGeom prst="roundRect">
            <a:avLst>
              <a:gd name="adj" fmla="val 12121"/>
            </a:avLst>
          </a:prstGeom>
          <a:solidFill>
            <a:srgbClr val="FFFFFF"/>
          </a:solidFill>
          <a:ln w="15875">
            <a:solidFill>
              <a:srgbClr val="B69B83"/>
            </a:solidFill>
            <a:prstDash val="solid"/>
          </a:ln>
        </p:spPr>
      </p:sp>
      <p:sp>
        <p:nvSpPr>
          <p:cNvPr id="18" name="step-hex"/>
          <p:cNvSpPr/>
          <p:nvPr/>
        </p:nvSpPr>
        <p:spPr>
          <a:xfrm>
            <a:off x="685800" y="3649624"/>
            <a:ext cx="457200" cy="395935"/>
          </a:xfrm>
          <a:prstGeom prst="hexagon">
            <a:avLst/>
          </a:prstGeom>
          <a:solidFill>
            <a:srgbClr val="7A4A1E"/>
          </a:solidFill>
          <a:ln/>
        </p:spPr>
      </p:sp>
      <p:sp>
        <p:nvSpPr>
          <p:cNvPr id="19" name="step-hex-label"/>
          <p:cNvSpPr txBox="1"/>
          <p:nvPr/>
        </p:nvSpPr>
        <p:spPr>
          <a:xfrm>
            <a:off x="685800" y="36496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5840"/>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1154 − 1120 = 34. The gap is 34 years.</a:t>
            </a:r>
            <a:endParaRPr lang="en-US" sz="1800" dirty="0"/>
          </a:p>
        </p:txBody>
      </p:sp>
      <p:sp>
        <p:nvSpPr>
          <p:cNvPr id="21" name="step-box"/>
          <p:cNvSpPr/>
          <p:nvPr/>
        </p:nvSpPr>
        <p:spPr>
          <a:xfrm>
            <a:off x="548640" y="4222496"/>
            <a:ext cx="11094415" cy="867664"/>
          </a:xfrm>
          <a:prstGeom prst="roundRect">
            <a:avLst>
              <a:gd name="adj" fmla="val 8431"/>
            </a:avLst>
          </a:prstGeom>
          <a:solidFill>
            <a:srgbClr val="FFFFFF"/>
          </a:solidFill>
          <a:ln w="15875">
            <a:solidFill>
              <a:srgbClr val="B69B83"/>
            </a:solidFill>
            <a:prstDash val="solid"/>
          </a:ln>
        </p:spPr>
      </p:sp>
      <p:sp>
        <p:nvSpPr>
          <p:cNvPr id="22" name="step-hex"/>
          <p:cNvSpPr/>
          <p:nvPr/>
        </p:nvSpPr>
        <p:spPr>
          <a:xfrm>
            <a:off x="685800" y="4458360"/>
            <a:ext cx="457200" cy="395935"/>
          </a:xfrm>
          <a:prstGeom prst="hexagon">
            <a:avLst/>
          </a:prstGeom>
          <a:solidFill>
            <a:srgbClr val="7A4A1E"/>
          </a:solidFill>
          <a:ln/>
        </p:spPr>
      </p:sp>
      <p:sp>
        <p:nvSpPr>
          <p:cNvPr id="23" name="step-hex-label"/>
          <p:cNvSpPr txBox="1"/>
          <p:nvPr/>
        </p:nvSpPr>
        <p:spPr>
          <a:xfrm>
            <a:off x="685800" y="44583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22496"/>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Henry I ruled another 15 years after the shipwreck, then the Anarchy lasted through Stephen's reign of 19 years. 15 + 19 = 34.</a:t>
            </a:r>
            <a:endParaRPr lang="en-US" sz="1800" dirty="0"/>
          </a:p>
        </p:txBody>
      </p:sp>
      <p:sp>
        <p:nvSpPr>
          <p:cNvPr id="25" name="worked-answer"/>
          <p:cNvSpPr/>
          <p:nvPr/>
        </p:nvSpPr>
        <p:spPr>
          <a:xfrm>
            <a:off x="548640" y="5273040"/>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34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Plantagenets?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dates 1066, 1154 and 1399 by heart. They mark the start of the Normans, the start of the Plantagenets and the end of the Plantagenets.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Plantagenet was the family name of Henry II, in the way that Tudor was the family name of Henry VIII.</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Plantagenets ruled England from 1154 to 1399. That is far longer than the Normans ruled.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 will also follow one long argument that ran through the whole period: who held the real power in England, the king or the Church?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line of kings, 1066 to 1154</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five kings of England in the order they were crowned, from 1066 to 1154.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Stephen, nephew of Henry I, is crowned (1135)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the Conqueror is crowned after the Norman Conquest (1066)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II, son of Matilda and first Plantagenet king, is crowned (1154)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II, son of the Conqueror, is crowned (1087)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I, another son of the Conqueror, is crowned (1100)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line of kings, 1066 to 1154</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line of kings, 1066 to 1154</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conquest itself: the first king is the one who won in 1066.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Conqueror's sons ruled next. A second king called William comes before the first king called Henry.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nephew who took the throne when Henry I died comes after Henry I.</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first Plantagenet king comes last, because the Plantagenets came after the Normans.</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Conqueror, then his two sons in the order William then Henry, then the nephew, then the Plantagenet.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crowning of Stephen in 1135 led to a civil war, and why the crowning of Henry II in 1154 did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long did the Normans rule?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Normans conquered England in 1066. The first Plantagenet king was crowned in 1154. For how many years did Norman kings rule England?</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long did the Normans rule?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long did the Normans rule?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year Norman rule started: 1066.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year it ended, when the first Plantagenet was crowned: 1154.</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the earlier year from the later year: 1154 − 1066.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1066: add 34 to reach 1100, then 54 more to reach 1154. 34 + 54 = 88.</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Do not add one for the first year.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Plantagenets ruled from 1154 to 1399. Work out how many years that is, and say how many times longer than the Normans they ruled, to the nearest whole number.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the Anarchy?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Norman invasion of England in 1066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rebellion of the barons against King John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civil war between Stephen and Matilda over who should rule England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quarrel between Henry II and Thomas Becket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line of kings, 1066 to 1154</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 the Conqueror is crowned after the Norman Conquest (1066)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 II, son of the Conqueror, is crowned (1087)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Henry I, another son of the Conqueror, is crowned (1100)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Stephen, nephew of Henry I, is crowned (1135)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Henry II, son of Matilda and first Plantagenet king, is crowned (1154)  (C)</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the Conqueror was crowned in 1066, his son William II in 1087, his son Henry I in 1100, Henry's nephew Stephen in 1135, and Matilda's son Henry II in 1154.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the Normans rule?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Normans conquered England in 1066. The first Plantagenet king was crowned in 1154. For how many years did Norman kings rule England?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88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1154 − 1066 = 88. Four Norman kings ruled across those 88 years; the Plantagenets then ruled for 245 years, from 1154 to 1399, almost three times as long.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Anarchy?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civil war between Stephen and Matilda over who should rule England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Anarchy is the name later given to the civil war between Stephen and Matilda, which lasted until Henry II was crowned in 1154.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Plantagenets · Chapter 1: Before the Plantagenets: the Normans, the White Ship and the Anarchy</dc:title>
  <dc:subject>History · Year 7</dc:subject>
  <dc:creator>Dr Vitor Merissi de Carvalho</dc:creator>
  <cp:lastModifiedBy>Dr Vitor Merissi de Carvalho</cp:lastModifiedBy>
  <cp:revision>1</cp:revision>
  <dcterms:created xsi:type="dcterms:W3CDTF">2026-10-19T16:23:10Z</dcterms:created>
  <dcterms:modified xsi:type="dcterms:W3CDTF">2026-10-19T16:23:10Z</dcterms:modified>
</cp:coreProperties>
</file>