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6ea9281-57ee-8625-80ee-e9bb1d005d70}">
          <p14:sldIdLst>
            <p14:sldId id="256"/>
          </p14:sldIdLst>
        </p14:section>
        <p14:section name="Gate" id="{ca8ba375-f32c-c5ee-6c21-a9c0f14da686}">
          <p14:sldIdLst>
            <p14:sldId id="257"/>
            <p14:sldId id="258"/>
          </p14:sldIdLst>
        </p14:section>
        <p14:section name="Pre-teach" id="{af24523c-4578-d439-5bb5-844475737a24}">
          <p14:sldIdLst>
            <p14:sldId id="259"/>
            <p14:sldId id="260"/>
          </p14:sldIdLst>
        </p14:section>
        <p14:section name="Read-along" id="{9a33c24d-8942-88a6-6362-cdfcaef07c1d}">
          <p14:sldIdLst>
            <p14:sldId id="261"/>
            <p14:sldId id="262"/>
          </p14:sldIdLst>
        </p14:section>
        <p14:section name="Teach" id="{3821e5c4-d3f7-92fe-d4ca-f1e4b9c27cf0}">
          <p14:sldIdLst>
            <p14:sldId id="263"/>
            <p14:sldId id="264"/>
            <p14:sldId id="265"/>
            <p14:sldId id="266"/>
            <p14:sldId id="267"/>
          </p14:sldIdLst>
        </p14:section>
        <p14:section name="Routes" id="{f9e401ed-69f0-cb71-f8d0-df5e3f5f39a6}">
          <p14:sldIdLst>
            <p14:sldId id="268"/>
            <p14:sldId id="269"/>
            <p14:sldId id="270"/>
          </p14:sldIdLst>
        </p14:section>
        <p14:section name="Close" id="{23d703c8-d8f9-33eb-3ea5-57c8ad394247}">
          <p14:sldIdLst>
            <p14:sldId id="271"/>
          </p14:sldIdLst>
        </p14:section>
        <p14:section name="Answers" id="{85fad068-cb3b-1f22-4730-59e6776a56d1}">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5: The first Plantagenet kings: successes and failures. What makes a successful medieval king, how Henry II, Richard I, John and Henry III measure up, and what the first Edward did with the throne.
This deck covers the department's lesson: 1 (Introduction to the Plantagenets: Who were the Plantagenets, how were their kings similar and different, and which Plantagenet king was the most successful?).
Read the big question aloud: "How did the Plantagenets change England, 1154–1399?"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Plantagenet king lost almost all of England's lands in France?  →  D   John
2. Richard I spent only ___ months in England during his ten-year reign.  →  six
3. Which Plantagenet king improved law and order and had a peaceful reign until the 1170s?  →  B   Henry II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John. John lost almost all of England's lands in France, the territory his father Henry II and his brother Richard had held.
2. six. Richard spent six months in England in ten years. The rest of the time he was on Crusade or fighting in France.
3. B   Henry II. Henry II improved law and order after the Anarchy and his reign was peaceful until the 1170s, when the Becket quarrel and family troubles began.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territory: land that a ruler controls. Example: "Richard I fought wars in France and increased his territory."
• baron: a powerful lord who held land from the king. Example: "The barons rebelled against King John."
• rebellion: rising up against the ruler. Example: "Henry III faced two rebellions from his barons."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Crusade: a war fought by Christian armies to control the Holy Land. Example: "Richard I won important battles in the Third Crusade."
• law and order: keeping the country peaceful and punishing crime fairly. Example: "Henry II improved law and order in England."
• inference: something you work out from a source that it does not say directly. Example: "From the crown and robes in the picture you can make an inference about the king's power."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Henry II became king in 1154.
2. He already ruled Normandy and Anjou in France.
3. He improved law and order and had a peaceful reign until the 1170s.
4. But his quarrel with Archbishop Thomas Becket damaged his reign.
5. His son Richard I ruled from 1189 to 1199.
6. Richard spent only six months in England during his ten-year reign.
7. He won battles in the Third Crusade and gained land in France.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Richard's brother John ruled from 1199 to 1216.
9. John lost almost all of England's lands in France and fell out with the Church.
10. His barons rebelled and made him agree to Magna Carta.
11. John's son Henry III ruled from 1216 to 1272.
12. He gave royal land to his favourites, and his barons rebelled twice.
13. Then came Edward I, who created the Model Parliament but taxed people heavily.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makes a successful medieval king?. Say it in your own words, then check understanding with a quick question: ask a pupil from the pre-teach group first, since they met these words and ideas before the lesson. Pupils try to recall before you re-explain.
Before you judge the Plantagenet kings, decide what you are judging them against. Your lesson gave you a grid with six tests. Did the king gain territory, or lose it? Did he face rebellions from his barons? Did he fall out with the Church? Did he improve law and order, or fail to? A medieval king who kept his land, kept his barons loyal, worked with the Church and kept the peace was doing his job well.
Historians also use pictures. The portraits of the first four Plantagenet kings were made long ago, and some are contemporary, which means made in the king's own lifetime. A picture never tells you everything, but you can make inferences from it. A king shown with a sword suggests a warrior; a king shown with a church may want to be seen as holy. Always say what in the picture led you to your inference.
Remember that similarities matter as much as differences. All four kings wear crowns and rich robes, because every king wanted to look powerful. What makes one stand out is the detail that is different.
Tip: When you compare pictures, write two sentences: The pictures are similar because… The pictures are different because… Then say who stands out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Henry II and Richard I. Say it in your own words, then check understanding with a quick question: ask a pupil from the pre-teach group first, since they met these words and ideas before the lesson. Pupils try to recall before you re-explain.
Henry II ruled from 1154 to 1189. He came to the throne already ruling Normandy and Anjou in France, so he held a huge amount of territory from the start. In England he improved law and order after the chaos of the Anarchy, and his reign was peaceful until the 1170s. His great failure was his quarrel with the Church. His friend Thomas Becket, the Archbishop of Canterbury, was murdered in 1170 by knights who had heard the king rage against him. You will study that story in the next two chapters.
Richard I ruled from 1189 to 1199. He is famous as a warrior: he won some important battles in the Third Crusade, and he fought wars in France and increased his territory. But he spent only six months in England during his ten-year reign. For most of those years England was ruled by other people in his name, while the money to pay for his wars came from English taxes.
So the same fact can be a success and a failure. Gaining territory in France looks like success. Being away from England for more than nine years out of ten looks like a king who was not doing the job at home.
Worked example — model it step by step, thinking aloud: Richard I spent six months in England during his ten-year reign. What fraction of his reign was that, and what percentage? (1) Turn both amounts into the same unit. Six months is half a year: 0.5 years. (2) Write the fraction: 0.5 out of 10 years, which is 0.5 ÷ 10 = 0.05. (3) 0.05 as a fraction is 1/20. As a percentage it is 5 %. (4) Check: 1/20 of 120 months is 6 months. That matches. Answer: One twentieth of his reign, which is 5 %.
Tip: Richard's ten-year reign is easy to check: 1199 − 1189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Henry II and Richard I. Say it in your own words, then check understanding with a quick question: ask a pupil from the pre-teach group first, since they met these words and ideas before the lesson. Pupils try to recall before you re-explain.
Henry II ruled from 1154 to 1189. He came to the throne already ruling Normandy and Anjou in France, so he held a huge amount of territory from the start. In England he improved law and order after the chaos of the Anarchy, and his reign was peaceful until the 1170s. His great failure was his quarrel with the Church. His friend Thomas Becket, the Archbishop of Canterbury, was murdered in 1170 by knights who had heard the king rage against him. You will study that story in the next two chapters.
Richard I ruled from 1189 to 1199. He is famous as a warrior: he won some important battles in the Third Crusade, and he fought wars in France and increased his territory. But he spent only six months in England during his ten-year reign. For most of those years England was ruled by other people in his name, while the money to pay for his wars came from English taxes.
So the same fact can be a success and a failure. Gaining territory in France looks like success. Being away from England for more than nine years out of ten looks like a king who was not doing the job at home.
Worked example — model it step by step, thinking aloud: Richard I spent six months in England during his ten-year reign. What fraction of his reign was that, and what percentage? (1) Turn both amounts into the same unit. Six months is half a year: 0.5 years. (2) Write the fraction: 0.5 out of 10 years, which is 0.5 ÷ 10 = 0.05. (3) 0.05 as a fraction is 1/20. As a percentage it is 5 %. (4) Check: 1/20 of 120 months is 6 months. That matches. Answer: One twentieth of his reign, which is 5 %.
Tip: Richard's ten-year reign is easy to check: 1199 − 1189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John and Henry III. Say it in your own words, then check understanding with a quick question: ask a pupil from the pre-teach group first, since they met these words and ideas before the lesson. Pupils try to recall before you re-explain.
John ruled from 1199 to 1216. On the grid he fails almost every test. He lost almost all of England's lands in France, the territory his father and brother had held. He fell out with Church leaders, as you will see in chapter 5. And his barons rebelled against him and forced him to agree to Magna Carta. Magna Carta was an agreement that limited the monarch's powers. For a medieval king, being made to sign away power by his own barons was a humiliation.
Henry III, John's son, ruled from 1216 to 1272, one of the longest reigns in English history. But a long reign is not the same as a good one. Henry gave away royal land to his favourites, which angered the barons who felt they deserved it. His barons rebelled against him twice. And he did little to improve law and order.
Put the four kings side by side and a pattern appears. The barons were a problem for John and Henry III but not for Henry II or Richard. The Church was a problem for Henry II and John. Only Henry II is credited with improving law and order. Patterns like this are what your judgement should rest on.
Tip: Successes and failures should be specific. Not John was a bad king, but John lost almost all of England's lands in France.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Edwards. Say it in your own words, then check understanding with a quick question: ask a pupil from the pre-teach group first, since they met these words and ideas before the lesson. Pupils try to recall before you re-explain.
After Henry III came three kings in a row called Edward. Your lesson sheet covers all three; the slide in your lesson gives detail on the first, Edward I, who ruled from 1272 to 1307. His successes were in government. He created the Model Parliament, which shaped how England was governed for centuries, and he improved law and governance, which means the way the country was run.
His failures were in how he treated people. He was a harsh ruler, and his harshness led to resistance in Scotland. He taxed people heavily, which caused discontent at home. Notice that, like Richard, Edward I shows that one king can succeed on some tests and fail on others.
This is why your lesson ended with a plenary: what makes a good king? To answer it well, refer to two Plantagenet kings. Say what you believe a good king needs to be, then show how one king did that and another did not.
Tip: Governance means how a country is run: its laws, courts, taxes and parliament. It is a useful word in a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king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Plantagenet king to the fact about his reign.
Support — work through the steps with the group: (1) Start with the fact that mentions a Crusade. Only one king is famous for the Third Crusade. (2) Magna Carta was forced on one king by his barons. Find that king. (3) Two Henrys are left. The first Plantagenet brought French lands with him and improved law and order. (4) The remaining Henry is the one who gave away land and faced two rebellions.
Parallel worked example for Support (model it, do not give the task answer): Match two Norman kings to the facts: William the Conqueror; Henry I. Facts: lost his only son when the White Ship sank; won the Battle of Hastings and had the Domesday Book made. The Battle of Hastings and the Domesday Book belong to the Conqueror.; The White Ship sank in 1120, in Henry I's reign, so the lost son is his.. Answer: William the Conqueror: Hastings and the Domesday Book. Henry I: lost his son in the White Ship..
Core — reveal the hint only on request: Crusade goes with the warrior king; Magna Carta with the king who lost France; law and order with the first Plantagenet.
Stretch — no help; when finished: For each king, say whether the fact you matched is a success, a failure, or both, and explain one that is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king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Plantagenet king to the fact about his reign.
Support — work through the steps with the group: (1) Start with the fact that mentions a Crusade. Only one king is famous for the Third Crusade. (2) Magna Carta was forced on one king by his barons. Find that king. (3) Two Henrys are left. The first Plantagenet brought French lands with him and improved law and order. (4) The remaining Henry is the one who gave away land and faced two rebellions.
Parallel worked example for Support (model it, do not give the task answer): Match two Norman kings to the facts: William the Conqueror; Henry I. Facts: lost his only son when the White Ship sank; won the Battle of Hastings and had the Domesday Book made. The Battle of Hastings and the Domesday Book belong to the Conqueror.; The White Ship sank in 1120, in Henry I's reign, so the lost son is his.. Answer: William the Conqueror: Hastings and the Domesday Book. Henry I: lost his son in the White Ship..
Core — reveal the hint only on request: Crusade goes with the warrior king; Magna Carta with the king who lost France; law and order with the first Plantagenet.
Stretch — no help; when finished: For each king, say whether the fact you matched is a success, a failure, or both, and explain one that is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did Henry II reign?.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Henry II was crowned in 1154 and died in 1189. For how many years did he reign?
Support — work through the steps with the group: (1) Write the start of the reign: 1154. (2) Write the end of the reign: 1189. (3) Take the smaller year from the larger: 1189 − 1154. (4) Count on if it helps: 1154 to 1184 is 30 years, then 5 more to 1189. 30 + 5 = 35.
Parallel worked example for Support (model it, do not give the task answer): Henry III was crowned in 1216 and died in 1272. For how many years did he reign? Start 1216, end 1272.; 1272 − 1216.; 1216 to 1266 is 50 years, then 6 more. 50 + 6 = 56.. Answer: 56 years.
Core — reveal the hint only on request: End year minus start year. No adding one.
Stretch — no help; when finished: Work out the reign lengths of Richard I and John as well, then explain why a long reign is not the same as a successful one, using Henry III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Plantagenet king lost almost all of England's lands in France?
Answer: C   John. John lost almost all of England's lands in France, the territory his father Henry II and his brother Richard had held.
Source of this question: gate item 1 re-asked (options rotated) — this chapter has no third quick-check module.
The ebook also holds task 3, "The most successful Plantagenet king",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king is this?. Reveal the answer; pupils mark their own work in a different colour, then read the "why" together. Same destination for every lane, so one answer serves the whole class.
Answer: Henry II  →  B  Already ruled Normandy and Anjou when he became king, and improved law and order; Richard I  →  C  Spent six months in England during a ten-year reign and won battles in the Third Crusade; John  →  A  Lost almost all of England's lands in France and was forced to agree to Magna Carta; Henry III  →  D  Gave away royal land to his favourites and faced two rebellions from his barons
Why: Henry II brought Normandy and Anjou and improved law and order; Richard I was the Crusader who spent six months in England; John lost France and was forced to accept Magna Carta; Henry III gave land to favourites and faced two rebellions.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long did Henry II reign?. Reveal the answer; pupils mark their own work in a different colour, then read the "why" together. Same destination for every lane, so one answer serves the whole class.
Answer: 35 years
Why: 1189 − 1154 = 35. For comparison, Richard I reigned 10 years, John 17 and Henry III 56; length alone tells you nothing about success.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John
Why: John lost almost all of England's lands in France, the territory his father Henry II and his brother Richard had held.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Plantagenets · AQA KS3 → 8145</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first Plantagenet kings: successes and failures</a:t>
            </a:r>
            <a:endParaRPr lang="en-US" sz="2800" dirty="0"/>
          </a:p>
        </p:txBody>
      </p:sp>
      <p:sp>
        <p:nvSpPr>
          <p:cNvPr id="11" name="lessons-card"/>
          <p:cNvSpPr/>
          <p:nvPr/>
        </p:nvSpPr>
        <p:spPr>
          <a:xfrm>
            <a:off x="548640" y="3871468"/>
            <a:ext cx="5287975" cy="980440"/>
          </a:xfrm>
          <a:prstGeom prst="roundRect">
            <a:avLst>
              <a:gd name="adj" fmla="val 7461"/>
            </a:avLst>
          </a:prstGeom>
          <a:solidFill>
            <a:srgbClr val="F6F2EF"/>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the Plantagenets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the Plantagenets change England, 1154–1399?</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Plantagenet king lost almost all of England's lands in France?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Henry II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Richard 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John</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Richard I spent only ___ months in England during his ten-year reign.</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six  ·  ten  ·  eighteen</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Plantagenet king improved law and order and had a peaceful reign until the 1170s?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John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Henry II</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Richard I</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Henry III</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John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Plantagenet king lost almost all of England's lands in France?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John lost almost all of England's lands in France, the territory his father Henry II and his brother Richard had held.</a:t>
            </a:r>
            <a:endParaRPr lang="en-US" sz="20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six</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Richard I spent only ___ months in England during his ten-year reign.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Richard spent six months in England in ten years. The rest of the time he was on Crusade or fighting in France.</a:t>
            </a:r>
            <a:endParaRPr lang="en-US" sz="20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Henry II</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Henry II improved law and order after the Anarchy and his reign was peaceful until the 1170s, when the Becket quarrel and family troubles began.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territory</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land that a ruler controls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Richard I fought wars in France and increased his territory.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baron</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powerful lord who held land from the king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barons rebelled against King John.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rebellion</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rising up against the ruler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Henry III faced two rebellions from his barons.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Crusade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war fought by Christian armies to control the Holy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Richard I won important battles in the Third Crusade.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law and order</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keeping the country peaceful and punishing crime fairly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Henry II improved law and order in England.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inference</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you work out from a source that it does not say directly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From the crown and robes in the picture you can make an inference about the king's power.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Henry II became king in 1154.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already ruled Normandy and Anjou in France.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improved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law and order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had a peaceful reign until the 1170s.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his quarrel with Archbishop Thomas Becket damaged his reign.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son Richard I ruled from 1189 to 1199.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Richard spent only six months in England during his ten-year reign.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won battles in the Third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Crusade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gained land in France.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Richard's brother John ruled from 1199 to 1216.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John lost almost all of England's lands in France and fell out with the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barons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rebelled and made him agree to Magna Carta.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John's son Henry III ruled from 1216 to 1272.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gave royal land to his favourites, and his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barons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rebelled twice.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came Edward I, who created the Model Parliament but taxed people heavily.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makes a successful medieval 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compare pictures, write two sentences: The pictures are similar because… The pictures are different because… Then say who stands out and why.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Before you judge the Plantagenet kings, decide what you are judging them against.</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Historians also use pictures. The portraits of the first four Plantagenet kings were made long ago, and some are contemporary, which means made in the king's own lifetime.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Remember that similarities matter as much as differences. All four kings wear crowns and rich robes, because every king wanted to look powerful.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Henry II and Richard I</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Richard's ten-year reign is easy to check: 1199 − 1189 = 10.</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Henry II ruled from 1154 to 1189. He came to the throne already ruling Normandy and Anjou in France, so he held a huge amount of territory from the start.</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Richard I ruled from 1189 to 1199. He is famous as a warrior: he won some important battles in the Third Crusade, and he fought wars in France and increased his territory.</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the same fact can be a success and a failure.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Henry II and Richard I</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6F2EF"/>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Richard I spent six months in England during his ten-year reign. What fraction of his reign was that, and what percentage?</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Turn both amounts into the same unit. Six months is half a year: 0.5 years.</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3562274" y="2765552"/>
            <a:ext cx="530352" cy="459285"/>
          </a:xfrm>
          <a:prstGeom prst="hexagon">
            <a:avLst/>
          </a:prstGeom>
          <a:solidFill>
            <a:srgbClr val="7A4A1E"/>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fraction: 0.5 out of 10 years, which is 0.5 ÷ 10 = 0.05.</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B69B83"/>
            </a:solidFill>
            <a:prstDash val="solid"/>
          </a:ln>
        </p:spPr>
      </p:sp>
      <p:sp>
        <p:nvSpPr>
          <p:cNvPr id="20" name="step-hex"/>
          <p:cNvSpPr/>
          <p:nvPr/>
        </p:nvSpPr>
        <p:spPr>
          <a:xfrm>
            <a:off x="6438748" y="2765552"/>
            <a:ext cx="530352" cy="459285"/>
          </a:xfrm>
          <a:prstGeom prst="hexagon">
            <a:avLst/>
          </a:prstGeom>
          <a:solidFill>
            <a:srgbClr val="7A4A1E"/>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0.05 as a fraction is 1/20. As a percentage it is 5 %.</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B69B83"/>
            </a:solidFill>
            <a:prstDash val="solid"/>
          </a:ln>
        </p:spPr>
      </p:sp>
      <p:sp>
        <p:nvSpPr>
          <p:cNvPr id="25" name="step-hex"/>
          <p:cNvSpPr/>
          <p:nvPr/>
        </p:nvSpPr>
        <p:spPr>
          <a:xfrm>
            <a:off x="9315221" y="2765552"/>
            <a:ext cx="530352" cy="459285"/>
          </a:xfrm>
          <a:prstGeom prst="hexagon">
            <a:avLst/>
          </a:prstGeom>
          <a:solidFill>
            <a:srgbClr val="7A4A1E"/>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1/20 of 120 months is 6 months. That matches.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One twentieth of his reign, which is 5 %</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John and Henry III</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Successes and failures should be specific. Not John was a bad king, but John lost almost all of England's lands in France.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John ruled from 1199 to 1216. On the grid he fails almost every test.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III, John's son, ruled from 1216 to 1272, one of the longest reigns in English history.</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Put the four kings side by side and a pattern appears.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Edwards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Governance means how a country is run: its laws, courts, taxes and parliament. It is a useful word in a judgement.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After Henry III came three kings in a row called Edward.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 failures were in how he treated people. He was a harsh ruler, and his harshness led to resistance in Scotland.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why your lesson ended with a plenary: what makes a good king?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king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Plantagenet king to the fact about his reign.</a:t>
            </a:r>
            <a:endParaRPr lang="en-US" sz="2400" dirty="0"/>
          </a:p>
        </p:txBody>
      </p:sp>
      <p:sp>
        <p:nvSpPr>
          <p:cNvPr id="11" name="match-card"/>
          <p:cNvSpPr/>
          <p:nvPr/>
        </p:nvSpPr>
        <p:spPr>
          <a:xfrm>
            <a:off x="777240" y="2468331"/>
            <a:ext cx="3081437" cy="804809"/>
          </a:xfrm>
          <a:prstGeom prst="roundRect">
            <a:avLst>
              <a:gd name="adj" fmla="val 9089"/>
            </a:avLst>
          </a:prstGeom>
          <a:solidFill>
            <a:srgbClr val="F8F6F4"/>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Henry II</a:t>
            </a:r>
            <a:endParaRPr lang="en-US" sz="2000" dirty="0"/>
          </a:p>
        </p:txBody>
      </p:sp>
      <p:sp>
        <p:nvSpPr>
          <p:cNvPr id="15" name="match-card"/>
          <p:cNvSpPr/>
          <p:nvPr/>
        </p:nvSpPr>
        <p:spPr>
          <a:xfrm>
            <a:off x="4224437" y="2468331"/>
            <a:ext cx="7190019" cy="804809"/>
          </a:xfrm>
          <a:prstGeom prst="roundRect">
            <a:avLst>
              <a:gd name="adj" fmla="val 9089"/>
            </a:avLst>
          </a:prstGeom>
          <a:solidFill>
            <a:srgbClr val="F9F4EC"/>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Lost almost all of England's lands in France and was forced to agree to Magna Carta</a:t>
            </a:r>
            <a:endParaRPr lang="en-US" sz="2000" dirty="0"/>
          </a:p>
        </p:txBody>
      </p:sp>
      <p:sp>
        <p:nvSpPr>
          <p:cNvPr id="19" name="match-card"/>
          <p:cNvSpPr/>
          <p:nvPr/>
        </p:nvSpPr>
        <p:spPr>
          <a:xfrm>
            <a:off x="777240" y="3364581"/>
            <a:ext cx="3081437" cy="804809"/>
          </a:xfrm>
          <a:prstGeom prst="roundRect">
            <a:avLst>
              <a:gd name="adj" fmla="val 9089"/>
            </a:avLst>
          </a:prstGeom>
          <a:solidFill>
            <a:srgbClr val="F8F6F4"/>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Richard I</a:t>
            </a:r>
            <a:endParaRPr lang="en-US" sz="2000" dirty="0"/>
          </a:p>
        </p:txBody>
      </p:sp>
      <p:sp>
        <p:nvSpPr>
          <p:cNvPr id="23" name="match-card"/>
          <p:cNvSpPr/>
          <p:nvPr/>
        </p:nvSpPr>
        <p:spPr>
          <a:xfrm>
            <a:off x="4224437" y="3364581"/>
            <a:ext cx="7190019" cy="804809"/>
          </a:xfrm>
          <a:prstGeom prst="roundRect">
            <a:avLst>
              <a:gd name="adj" fmla="val 9089"/>
            </a:avLst>
          </a:prstGeom>
          <a:solidFill>
            <a:srgbClr val="F9F4EC"/>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Already ruled Normandy and Anjou when he became king, and improved law and order</a:t>
            </a:r>
            <a:endParaRPr lang="en-US" sz="2000" dirty="0"/>
          </a:p>
        </p:txBody>
      </p:sp>
      <p:sp>
        <p:nvSpPr>
          <p:cNvPr id="27" name="match-card"/>
          <p:cNvSpPr/>
          <p:nvPr/>
        </p:nvSpPr>
        <p:spPr>
          <a:xfrm>
            <a:off x="777240" y="4260830"/>
            <a:ext cx="3081437" cy="804809"/>
          </a:xfrm>
          <a:prstGeom prst="roundRect">
            <a:avLst>
              <a:gd name="adj" fmla="val 9089"/>
            </a:avLst>
          </a:prstGeom>
          <a:solidFill>
            <a:srgbClr val="F8F6F4"/>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John</a:t>
            </a:r>
            <a:endParaRPr lang="en-US" sz="2000" dirty="0"/>
          </a:p>
        </p:txBody>
      </p:sp>
      <p:sp>
        <p:nvSpPr>
          <p:cNvPr id="31" name="match-card"/>
          <p:cNvSpPr/>
          <p:nvPr/>
        </p:nvSpPr>
        <p:spPr>
          <a:xfrm>
            <a:off x="4224437" y="4260830"/>
            <a:ext cx="7190019" cy="804809"/>
          </a:xfrm>
          <a:prstGeom prst="roundRect">
            <a:avLst>
              <a:gd name="adj" fmla="val 9089"/>
            </a:avLst>
          </a:prstGeom>
          <a:solidFill>
            <a:srgbClr val="F9F4EC"/>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Spent six months in England during a ten-year reign and won battles in the Third Crusade</a:t>
            </a:r>
            <a:endParaRPr lang="en-US" sz="2000" dirty="0"/>
          </a:p>
        </p:txBody>
      </p:sp>
      <p:sp>
        <p:nvSpPr>
          <p:cNvPr id="35" name="match-card"/>
          <p:cNvSpPr/>
          <p:nvPr/>
        </p:nvSpPr>
        <p:spPr>
          <a:xfrm>
            <a:off x="777240" y="5157079"/>
            <a:ext cx="3081437" cy="804809"/>
          </a:xfrm>
          <a:prstGeom prst="roundRect">
            <a:avLst>
              <a:gd name="adj" fmla="val 9089"/>
            </a:avLst>
          </a:prstGeom>
          <a:solidFill>
            <a:srgbClr val="F8F6F4"/>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Henry III</a:t>
            </a:r>
            <a:endParaRPr lang="en-US" sz="2000" dirty="0"/>
          </a:p>
        </p:txBody>
      </p:sp>
      <p:sp>
        <p:nvSpPr>
          <p:cNvPr id="39" name="match-card"/>
          <p:cNvSpPr/>
          <p:nvPr/>
        </p:nvSpPr>
        <p:spPr>
          <a:xfrm>
            <a:off x="4224437" y="5157079"/>
            <a:ext cx="7190019" cy="804809"/>
          </a:xfrm>
          <a:prstGeom prst="roundRect">
            <a:avLst>
              <a:gd name="adj" fmla="val 9089"/>
            </a:avLst>
          </a:prstGeom>
          <a:solidFill>
            <a:srgbClr val="F9F4EC"/>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Gave away royal land to his favourites and faced two rebellions from his barons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Which king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Which king is this?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fact that mentions a Crusade. Only one king is famous for the Third Crusade.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Magna Carta was forced on one king by his barons. Find that king.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Henrys are left. The first Plantagenet brought French lands with him and improved law and order.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remaining Henry is the one who gave away land and faced two rebellions.</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Crusade goes with the warrior king; Magna Carta with the king who lost France; law and order with the first Plantagenet.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each king, say whether the fact you matched is a success, a failure, or both, and explain one that is both.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How long did Henry II reign?</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Henry II was crowned in 1154 and died in 1189. For how many years did he reign?</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6F2EF"/>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start of the reign: 1154.</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end of the reign: 1189.</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Take the smaller year from the larger: 1189 − 1154.</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on if it helps: 1154 to 1184 is 30 years, then 5 more to 1189. 30 + 5 = 35.</a:t>
            </a:r>
            <a:endParaRPr lang="en-US" sz="1800" dirty="0"/>
          </a:p>
        </p:txBody>
      </p:sp>
      <p:sp>
        <p:nvSpPr>
          <p:cNvPr id="17" name="col-Core"/>
          <p:cNvSpPr/>
          <p:nvPr/>
        </p:nvSpPr>
        <p:spPr>
          <a:xfrm>
            <a:off x="5490762" y="2948940"/>
            <a:ext cx="2938987" cy="3195828"/>
          </a:xfrm>
          <a:prstGeom prst="roundRect">
            <a:avLst>
              <a:gd name="adj" fmla="val 1867"/>
            </a:avLst>
          </a:prstGeom>
          <a:solidFill>
            <a:srgbClr val="E6DDD4"/>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End year minus start year. No adding one.</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Work out the reign lengths of Richard I and John as well, then explain why a long reign is not the same as a successful one, using Henry III as your example.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Plantagenet king lost almost all of England's lands in France?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Edward 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Richard 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John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Henry II</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king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Henry II  →  B  Already ruled Normandy and Anjou when he became king, and improved law and order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Richard I  →  C  Spent six months in England during a ten-year reign and won battles in the Third Crusade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John  →  A  Lost almost all of England's lands in France and was forced to agree to Magna Carta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Henry III  →  D  Gave away royal land to his favourites and faced two rebellions from his barons</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II brought Normandy and Anjou and improved law and order; Richard I was the Crusader who spent six months in England; John lost France and was forced to accept Magna Carta; Henry III gave land to favourites and faced two rebellions.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did Henry II reign?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Henry II was crowned in 1154 and died in 1189. For how many years did he reign?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35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1189 − 1154 = 35. For comparison, Richard I reigned 10 years, John 17 and Henry III 56; length alone tells you nothing about success.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Plantagenet king lost almost all of England's lands in France?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John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John lost almost all of England's lands in France, the territory his father Henry II and his brother Richard had held.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Plantagenets · Chapter 2: The first Plantagenet kings: successes and failures</dc:title>
  <dc:subject>History · Year 7</dc:subject>
  <dc:creator>Dr Vitor Merissi de Carvalho</dc:creator>
  <cp:lastModifiedBy>Dr Vitor Merissi de Carvalho</cp:lastModifiedBy>
  <cp:revision>1</cp:revision>
  <dcterms:created xsi:type="dcterms:W3CDTF">2026-10-19T06:07:58Z</dcterms:created>
  <dcterms:modified xsi:type="dcterms:W3CDTF">2026-10-19T06:07:58Z</dcterms:modified>
</cp:coreProperties>
</file>