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bc99b5-a5eb-135d-0746-95022872c496}">
          <p14:sldIdLst>
            <p14:sldId id="256"/>
          </p14:sldIdLst>
        </p14:section>
        <p14:section name="Gate" id="{08504b0c-4d23-892a-3bff-9e6af833ee2d}">
          <p14:sldIdLst>
            <p14:sldId id="257"/>
            <p14:sldId id="258"/>
            <p14:sldId id="259"/>
          </p14:sldIdLst>
        </p14:section>
        <p14:section name="Pre-teach" id="{689f7ab1-69d4-9c1f-c0d5-1d1ed3c7d099}">
          <p14:sldIdLst>
            <p14:sldId id="260"/>
            <p14:sldId id="261"/>
          </p14:sldIdLst>
        </p14:section>
        <p14:section name="Read-along" id="{f9f7a6cb-dfde-494c-1c55-51be1571dcdb}">
          <p14:sldIdLst>
            <p14:sldId id="262"/>
            <p14:sldId id="263"/>
          </p14:sldIdLst>
        </p14:section>
        <p14:section name="Teach" id="{8549ff1a-3c39-76b0-9af8-953f3ca08f7d}">
          <p14:sldIdLst>
            <p14:sldId id="264"/>
            <p14:sldId id="265"/>
            <p14:sldId id="266"/>
            <p14:sldId id="267"/>
            <p14:sldId id="268"/>
            <p14:sldId id="269"/>
          </p14:sldIdLst>
        </p14:section>
        <p14:section name="Routes" id="{f7e02d13-474e-6ea5-d1da-1c5e36a26f45}">
          <p14:sldIdLst>
            <p14:sldId id="270"/>
            <p14:sldId id="271"/>
            <p14:sldId id="272"/>
            <p14:sldId id="273"/>
            <p14:sldId id="274"/>
            <p14:sldId id="275"/>
          </p14:sldIdLst>
        </p14:section>
        <p14:section name="Close" id="{f428d6cc-3a00-b37e-11b9-299b534076fa}">
          <p14:sldIdLst>
            <p14:sldId id="276"/>
          </p14:sldIdLst>
        </p14:section>
        <p14:section name="Answers" id="{9660a177-d989-494e-952f-a3334a5ab3dd}">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How the Nazis kept control of Germany. Terror, a police state, censorship and propaganda, and the Nazi hold on young people, women and workers: the machinery that kept Hitler in power once democracy had gone.
This deck covers the department's lesson: 3 (How did Hitler rule Germany?: How did Hitler destroy German democracy and then keep control of the country?).
Read the big question aloud: "To what extent were the dictatorships in Hitler's Germany and Stalin's Russia similar?"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Gestapo?  →  D   The secret police of Nazi Germany, who hunted down the regime's opponents
2. To ___ people is to push a set of beliefs into them until they accept them without question.  →  indoctrinate
3. What is the difference between censorship and propaganda?  →  D   Censorship decides what may not be said; propaganda supplies what the government wants said instead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Gestapo?  →  D   The secret police of Nazi Germany, who hunted down the regime's opponents
2. To ___ people is to push a set of beliefs into them until they accept them without question.  →  indoctrinate
3. What is the difference between censorship and propaganda?  →  D   Censorship decides what may not be said; propaganda supplies what the government wants said instead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secret police of Nazi Germany, who hunted down the regime's opponents. The Gestapo was the secret police, responsible for maintaining control and enforcing Nazi policy, using informers, surveillance and house searches.
2. indoctrinate. Indoctrinate is your lesson's key word for what the Nazi youth organisations did to children.
3. D   Censorship decides what may not be said; propaganda supplies what the government wants said instead. Censorship is the taking away and propaganda is the filling in. Together they leave a reader with nothing to check the government against.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Gestapo: the secret police of Nazi Germany. Example: "The Gestapo did not need proof to arrest somebody."
• informer: someone who reports other people secretly to the authorities. Example: "A single informer's tip-off was enough to start a Gestapo investigation."
• censorship: deciding what may not be printed, said, shown or taught. Example: "Censorship removed criticism of the government from every newspaper."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propaganda: information chosen and shaped to make people believe what the government wants. Example: "Nazi propaganda showed Hitler as the saviour of Germany."
• indoctrinate: to push a set of beliefs into people until they accept them without question. Example: "Youth organisations were used to indoctrinate children."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dictatorship has to hold on to power once it has taken it.
2. The Nazis used terror, the law and the schools together.
3. The Gestapo was the secret police of Nazi Germany.
4. It used informers, surveillance and house searches to find enemies.
5. The SS ran concentration camps for the regime's opponents.
6. The courts no longer protected people from their own government.
7. Censorship decided what newspapers, books and films could say.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Propaganda then supplied what the Nazis wanted people to believe.
9. Children joined Nazi youth organisations after school.
10. They were taught to put the party before their own thinking.
11. Women were told that their place was in the home.
12. Workers were offered jobs, but their trade unions were closed.
13. Step by step, every part of life came under Nazi control.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Terror: the SS and the courts. Say it in your own words, then check understanding with a quick question: ask a pupil from the pre-teach group first, since they met these words and ideas before the lesson. Pupils try to recall before you re-explain.
Your lesson's overview of the Nazi dictatorship opens with terror, and puts two things side by side: the SS, and the courts. The pairing is deliberate. Terror on its own is just violence; terror becomes a system of government when the courts stop standing in its way.
The SS had begun as Hitler's personal bodyguard and grew enormously after the Night of the Long Knives in June 1934. It ran the concentration camps, which held political opponents of the regime, and it answered to Hitler rather than to any law. The ordinary police and the courts, meanwhile, were brought into line: judges who decided cases against the government did not keep their posts for long.
Put that beside the four pillars from chapter 1. The separation of powers is designed so that a court can say no to a government. Once judges served the regime, there was no legal route left for anyone who wanted to challenge it. Terror and the collapse of the courts worked as one method, not two.
Tip: When you write about Nazi terror, mention the courts in the same sentence. The marks are in the link, not in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police state: the Gestapo. Say it in your own words, then check understanding with a quick question: ask a pupil from the pre-teach group first, since they met these words and ideas before the lesson. Pupils try to recall before you re-explain.
The Gestapo was the secret police of Nazi Germany, and it was responsible for maintaining control and for enforcing the party's policies and ideology. Your reading lists its methods: informers, who were ordinary people reporting on their neighbours; surveillance; house searches; and brutal interrogation of those it arrested. It did not need hard evidence to act, which is the point of a secret police force.
The Gestapo did not work alone. It was part of a regime that set out to reach into every part of everyday life in Germany, and it worked with the army and with other Nazi organisations. It also organised the deportation of Jewish people and of other groups the Nazis targeted to ghettos and camps. The Gestapo's targets included political opponents, religious groups, people the Nazis called criminals, disabled people, gay men and, above all, Jewish people. What happened to those groups is the subject of your Year 8 Holocaust unit; this chapter stays with the question of how the police state kept Hitler in power.
Ask yourself why a secret police force matters so much to a dictatorship. In chapter 1 you learned that a democracy protects people's right to say what they think. A police state does not need to arrest everybody; it only needs people to believe that anybody might be reported. Fear does the rest of the work, and opposition never gets organised in the first place.
Worked example — model it step by step, thinking aloud: What can you infer from the reading about the Gestapo? Give one inference and support it. (1) An inference is a conclusion you draw from a source, not something the source states directly. (2) Start with your conclusion: I can infer from the reading that ordinary Germans could not be sure who was listening. (3) Support it: I know this because the reading says the Gestapo used informers and surveillance, and did not need hard evidence to act. (4) Finish by saying what this meant: if a neighbour's word was enough, then people had to police their own conversations. Answer: Inference, then support, then consequence: Germans could not know who was listening, because informers and surveillance were the Gestapo's main tools and no proof was required, so people silenced themselves..
Tip: Inference sentences have two halves: what you can tell, and how the source lets you tell it. Never give the first half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police state: the Gestapo. Say it in your own words, then check understanding with a quick question: ask a pupil from the pre-teach group first, since they met these words and ideas before the lesson. Pupils try to recall before you re-explain.
The Gestapo was the secret police of Nazi Germany, and it was responsible for maintaining control and for enforcing the party's policies and ideology. Your reading lists its methods: informers, who were ordinary people reporting on their neighbours; surveillance; house searches; and brutal interrogation of those it arrested. It did not need hard evidence to act, which is the point of a secret police force.
The Gestapo did not work alone. It was part of a regime that set out to reach into every part of everyday life in Germany, and it worked with the army and with other Nazi organisations. It also organised the deportation of Jewish people and of other groups the Nazis targeted to ghettos and camps. The Gestapo's targets included political opponents, religious groups, people the Nazis called criminals, disabled people, gay men and, above all, Jewish people. What happened to those groups is the subject of your Year 8 Holocaust unit; this chapter stays with the question of how the police state kept Hitler in power.
Ask yourself why a secret police force matters so much to a dictatorship. In chapter 1 you learned that a democracy protects people's right to say what they think. A police state does not need to arrest everybody; it only needs people to believe that anybody might be reported. Fear does the rest of the work, and opposition never gets organised in the first place.
Worked example — model it step by step, thinking aloud: What can you infer from the reading about the Gestapo? Give one inference and support it. (1) An inference is a conclusion you draw from a source, not something the source states directly. (2) Start with your conclusion: I can infer from the reading that ordinary Germans could not be sure who was listening. (3) Support it: I know this because the reading says the Gestapo used informers and surveillance, and did not need hard evidence to act. (4) Finish by saying what this meant: if a neighbour's word was enough, then people had to police their own conversations. Answer: Inference, then support, then consequence: Germans could not know who was listening, because informers and surveillance were the Gestapo's main tools and no proof was required, so people silenced themselves..
Tip: Inference sentences have two halves: what you can tell, and how the source lets you tell it. Never give the first half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police state: the Gestapo. Say it in your own words, then check understanding with a quick question: ask a pupil from the pre-teach group first, since they met these words and ideas before the lesson. Pupils try to recall before you re-explain.
The Gestapo was the secret police of Nazi Germany, and it was responsible for maintaining control and for enforcing the party's policies and ideology. Your reading lists its methods: informers, who were ordinary people reporting on their neighbours; surveillance; house searches; and brutal interrogation of those it arrested. It did not need hard evidence to act, which is the point of a secret police force.
The Gestapo did not work alone. It was part of a regime that set out to reach into every part of everyday life in Germany, and it worked with the army and with other Nazi organisations. It also organised the deportation of Jewish people and of other groups the Nazis targeted to ghettos and camps. The Gestapo's targets included political opponents, religious groups, people the Nazis called criminals, disabled people, gay men and, above all, Jewish people. What happened to those groups is the subject of your Year 8 Holocaust unit; this chapter stays with the question of how the police state kept Hitler in power.
Ask yourself why a secret police force matters so much to a dictatorship. In chapter 1 you learned that a democracy protects people's right to say what they think. A police state does not need to arrest everybody; it only needs people to believe that anybody might be reported. Fear does the rest of the work, and opposition never gets organised in the first place.
Worked example — model it step by step, thinking aloud: What can you infer from the reading about the Gestapo? Give one inference and support it. (1) An inference is a conclusion you draw from a source, not something the source states directly. (2) Start with your conclusion: I can infer from the reading that ordinary Germans could not be sure who was listening. (3) Support it: I know this because the reading says the Gestapo used informers and surveillance, and did not need hard evidence to act. (4) Finish by saying what this meant: if a neighbour's word was enough, then people had to police their own conversations. Answer: Inference, then support, then consequence: Germans could not know who was listening, because informers and surveillance were the Gestapo's main tools and no proof was required, so people silenced themselves..
Tip: Inference sentences have two halves: what you can tell, and how the source lets you tell it. Never give the first half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Censorship and propaganda. Say it in your own words, then check understanding with a quick question: ask a pupil from the pre-teach group first, since they met these words and ideas before the lesson. Pupils try to recall before you re-explain.
Censorship and propaganda are the next theme on your lesson's overview, and they are a pair in the same way as the SS and the courts. Censorship is the taking away: deciding what newspapers, books, films and lessons were not allowed to say. Propaganda is the filling in: supplying the messages, images and explanations the Nazis wanted people to accept.
Together they close off the comparison a person needs in order to disagree. If every newspaper carries the same story, and no newspaper carries the other one, then a reader who doubts the government has nothing to check it against. That is why the media and the press appeared on your chapter 1 list of the levers a totalitarian state pulls.
It is worth being careful here as historians. We study what Nazi propaganda claimed and what it was for; we do not repeat its slogans as though they described the world. When you write about propaganda, describe what it was trying to make people feel and why that was useful to the regime.
Tip: Censorship removes; propaganda replaces. A full answer names both halves and says what the regime gained from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Young people, women and workers. Say it in your own words, then check understanding with a quick question: ask a pupil from the pre-teach group first, since they met these words and ideas before the lesson. Pupils try to recall before you re-explain.
The last three themes on your lesson's overview are young people, women and family life, and life for workers. The Nazis used children's organisations, the Hitler Youth for boys and the League of German Girls for girls, to indoctrinate young people with Nazi ideas. The Hitler Youth concentrated on sport, physical fitness and military training; the League of German Girls on camping and on instruction in Nazi beliefs. Both were anti-intellectual, and both reduced the influence of ordinary education on children.
For women, the Nazis pushed a traditional role: a woman's place was in the home, and her concerns were the kitchen, the children and the church. For workers, the bargain was jobs and order in exchange for their independence, and independent trade unions were closed down.
Notice the pattern across all three groups. Each got something it wanted, and each gave up the means of organising against the regime. That is how a totalitarian state becomes stable: not only through fear, but by making the loss of freedom feel like a fair exchange.
Tip: A strong judgement names both sides of the exchange: what a group gained, and what it gave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machinery of control.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Nazi system of control to what it did.
Support — work through the steps with the group: (1) Start with the two that are organisations of armed men: one worked in secret, one ran the camps. (2) Then take the pair that deal with information: one removes it, one supplies it. (3) The one left over is about children rather than adults. (4) Check each pairing by asking: who did this affect, and how?
Parallel worked example for Support (model it, do not give the task answer): Match each part of a school's routine to what it does: the register, the timetable, the fire drill. The register records who is present.; The timetable says what happens when.; The fire drill practises what to do in an emergency.. Answer: Register to recording attendance; timetable to organising the day; fire drill to practising for an emergency..
Core — reveal the hint only on request: Two are armed organisations, two are about information, and one is about children.
Stretch — no help; when finished: Rank these five from most to least important in keeping Hitler in power, and justify your top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machinery of control.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Nazi system of control to what it did.
Support — work through the steps with the group: (1) Start with the two that are organisations of armed men: one worked in secret, one ran the camps. (2) Then take the pair that deal with information: one removes it, one supplies it. (3) The one left over is about children rather than adults. (4) Check each pairing by asking: who did this affect, and how?
Parallel worked example for Support (model it, do not give the task answer): Match each part of a school's routine to what it does: the register, the timetable, the fire drill. The register records who is present.; The timetable says what happens when.; The fire drill practises what to do in an emergency.. Answer: Register to recording attendance; timetable to organising the day; fire drill to practising for an emergency..
Core — reveal the hint only on request: Two are armed organisations, two are about information, and one is about children.
Stretch — no help; when finished: Rank these five from most to least important in keeping Hitler in power, and justify your top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machinery of control.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Nazi system of control to what it did.
Support — work through the steps with the group: (1) Start with the two that are organisations of armed men: one worked in secret, one ran the camps. (2) Then take the pair that deal with information: one removes it, one supplies it. (3) The one left over is about children rather than adults. (4) Check each pairing by asking: who did this affect, and how?
Parallel worked example for Support (model it, do not give the task answer): Match each part of a school's routine to what it does: the register, the timetable, the fire drill. The register records who is present.; The timetable says what happens when.; The fire drill practises what to do in an emergency.. Answer: Register to recording attendance; timetable to organising the day; fire drill to practising for an emergency..
Core — reveal the hint only on request: Two are armed organisations, two are about information, and one is about children.
Stretch — no help; when finished: Rank these five from most to least important in keeping Hitler in power, and justify your top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machinery of control.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Nazi system of control to what it did.
Support — work through the steps with the group: (1) Start with the two that are organisations of armed men: one worked in secret, one ran the camps. (2) Then take the pair that deal with information: one removes it, one supplies it. (3) The one left over is about children rather than adults. (4) Check each pairing by asking: who did this affect, and how?
Parallel worked example for Support (model it, do not give the task answer): Match each part of a school's routine to what it does: the register, the timetable, the fire drill. The register records who is present.; The timetable says what happens when.; The fire drill practises what to do in an emergency.. Answer: Register to recording attendance; timetable to organising the day; fire drill to practising for an emergency..
Core — reveal the hint only on request: Two are armed organisations, two are about information, and one is about children.
Stretch — no help; when finished: Rank these five from most to least important in keeping Hitler in power, and justify your top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Controlling what young people believed.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Nazis controlled different groups in different ways. Which of these shows the Nazis trying to control what young people believed?
Support — work through the steps with the group: (1) Read each option and name the group it affects: children, adults, newspaper readers, workers. (2) The question asks only about young people. (3) Then ask whether the option is about belief or about behaviour. (4) Youth organisations that chose what children were taught are about belief.
Parallel worked example for Support (model it, do not give the task answer): Which of these is aimed at changing what pupils believe rather than what they do: a new school rule about mobile phones, or a weekly assembly on honesty? A rule about phones changes behaviour and is enforced by sanctions.; An assembly on honesty is trying to change what pupils think is right.. Answer: The weekly assembly on honesty is aimed at belief..
Core — reveal the hint only on request: Three options affect adults: informers, censored newspapers, trade unions. One reaches children directly.
Stretch — no help; when finished: Explain why a dictatorship might think indoctrinating children was a better long-term investment than frightening adults.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Controlling what young people believed.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Nazis controlled different groups in different ways. Which of these shows the Nazis trying to control what young people believed?
Support — work through the steps with the group: (1) Read each option and name the group it affects: children, adults, newspaper readers, workers. (2) The question asks only about young people. (3) Then ask whether the option is about belief or about behaviour. (4) Youth organisations that chose what children were taught are about belief.
Parallel worked example for Support (model it, do not give the task answer): Which of these is aimed at changing what pupils believe rather than what they do: a new school rule about mobile phones, or a weekly assembly on honesty? A rule about phones changes behaviour and is enforced by sanctions.; An assembly on honesty is trying to change what pupils think is right.. Answer: The weekly assembly on honesty is aimed at belief..
Core — reveal the hint only on request: Three options affect adults: informers, censored newspapers, trade unions. One reaches children directly.
Stretch — no help; when finished: Explain why a dictatorship might think indoctrinating children was a better long-term investment than frightening adults.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the Gestapo?
Answer: C   The secret police of Nazi Germany, who hunted down the regime's opponents. The Gestapo was the secret police, responsible for maintaining control and enforcing Nazi policy, using informers, surveillance and house searches.
Source of this question: gate item 1 re-asked (options rotated) — this chapter has no third quick-check module.
The ebook also holds task 3, "Two features of the police state",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machinery of control. Reveal the answer; pupils mark their own work in a different colour, then read the "why" together. Same destination for every lane, so one answer serves the whole class.
Answer: The Gestapo  →  D  The secret police, who used informers, surveillance and house searches; The SS  →  E  Hitler's own armed force, which ran the concentration camps; Censorship  →  B  Deciding what newspapers, books and films were not allowed to say; Propaganda  →  A  Supplying the messages and images the regime wanted people to believe; The Hitler Youth  →  C  Training boys in sport, fitness and military skills outside school
Why: The Gestapo found opponents, the SS held and punished them, censorship removed criticism, propaganda replaced it, and the Hitler Youth shaped the next generation before it could object.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Controlling what young people believed. Reveal the answer; pupils mark their own work in a different colour, then read the "why" together. Same destination for every lane, so one answer serves the whole class.
Answer: A   Boys and girls joined Nazi youth organisations after school, where the party chose what they were taught
Why: Informers, censorship and the trade-union bargain all controlled adults. Only the youth organisations reached children, and they were deliberately anti-intellectual, so that Nazi beliefs arrived before the habit of questioning them had formed.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secret police of Nazi Germany, who hunted down the regime's opponents
Why: The Gestapo was the secret police, responsible for maintaining control and enforcing Nazi policy, using informers, surveillance and house searches.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Dictatorship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How the Nazis kept control of Germany</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did Hitler rule Germany?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were the dictatorships in Hitler's Germany and Stalin's Russia similar?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was the Gestapo?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Nazi Party's uniformed force, which marched at rallies and intimidated voters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committee of the Reichstag that checked new laws before they were passed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organisation that ran Nazi youth activities for boys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secret police of Nazi Germany, who hunted down the regime's opponents</a:t>
            </a:r>
            <a:endParaRPr lang="en-US" sz="20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To ___ people is to push a set of beliefs into them until they accept them without question.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indoctrinate  ·  interrogate  ·  intimidate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difference between censorship and propaganda?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Censorship is used in wartime, while propaganda is used in peacetime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Censorship is carried out by the secret police, while propaganda is carried out by the courts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Censorship applies to newspapers, while propaganda applies only to posters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Censorship decides what may not be said; propaganda supplies what the government wants said instead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secret police of Nazi Germany, who hunted down the regime's opponents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Gestapo was the secret police, responsible for maintaining control and enforcing Nazi policy, using informers, surveillance and house searches.</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indoctrinate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To ___ people is to push a set of beliefs into them until they accept them without question.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Indoctrinate is your lesson's key word for what the Nazi youth organisations did to children.</a:t>
            </a:r>
            <a:endParaRPr lang="en-US" sz="20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Censorship decides what may not be said; propaganda supplies what the government wants said instead</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Censorship is the taking away and propaganda is the filling in. Together they leave a reader with nothing to check…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Gestapo</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secret police of Nazi Germany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Gestapo did not need proof to arrest somebody.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informer</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someone who reports other people secretly to the authorities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single informer's tip-off was enough to start a Gestapo investigation.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censorship</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deciding what may not be printed, said, shown or taught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Censorship removed criticism of the government from every newspaper.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propaganda</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information chosen and shaped to make people believe what the government wants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Nazi propaganda showed Hitler as the saviour of Germany.</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indoctrinate</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push a set of beliefs into people until they accept them without question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Youth organisations were used to indoctrinate children.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dictatorship has to hold on to power once it has taken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Nazis used terror, the law and the schools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Gestapo</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was the secret police of Nazi Germany.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used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informers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surveillance and house searches to find enemies.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SS ran concentration camps for the regime's opponents.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courts no longer protected people from their own government.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Censorship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decided what newspapers, books and films could say.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Propaganda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then supplied what the Nazis wanted people to believe.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Children joined Nazi youth organisations after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taught to put the party before their own thinking.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Women were told that their place was in the home.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Workers were offered jobs, but their trade unions were closed.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Step by step, every part of life came under Nazi control.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Terror: the SS and the courts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Nazi terror, mention the courts in the same sentence. The marks are in the link, not in the list.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overview of the Nazi dictatorship opens with terror, and puts two things side by side: the SS, and the courts.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SS had begun as Hitler's personal bodyguard and grew enormously after the Night of the Long Knives in June 1934.</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Put that beside the four pillars from chapter 1. The separation of powers is designed so that a court can say no to a government.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police state: the Gestapo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Inference sentences have two halves: what you can tell, and how the source lets you tell it. Never give the first half on its own.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Gestapo was the secret police of Nazi Germany, and it was responsible for maintaining control and for enforcing the party's policies and ideology.</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Gestapo did not work alone. It was part of a regime that set out to reach into every part of everyday life in Germany, and it worked with the army and with other Nazi organisations.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yourself why a secret police force matters so much to a dictatorship.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(1 of 2): The police state: the Gestapo</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What can you infer from the reading about the Gestapo? Give one inference and support it.</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 inference is a conclusion you draw from a source, not something the source states directly.</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with your conclusion: I can infer from the reading that ordinary Germans could not be sure who was listening.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(2 of 2): The police state: the Gestapo</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What can you infer from the reading about the Gestapo? Give one inference and support it.</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Support it: I know this because the reading says the Gestapo used informers and surveillance, and did not need hard evidence to act.</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by saying what this meant: if a neighbour's word was enough, then people had to police their own conversations.</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Inference, then support, then consequence: Germans could not know who was listening, because informers and surveillance were the Gestapo's main tools and no proof was required, so people silenced themselves.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Censorship and propaganda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Censorship removes; propaganda replaces. A full answer names both halves and says what the regime gained from each.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Censorship and propaganda are the next theme on your lesson's overview, and they are a pair in the same way as the SS and the courts.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Together they close off the comparison a person needs in order to disagree.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It is worth being careful here as historians. We study what Nazi propaganda claimed and what it was for; we do not repeat its slogans as though they described the world.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Young people, women and workers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strong judgement names both sides of the exchange: what a group gained, and what it gave up.</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last three themes on your lesson's overview are young people, women and family life, and life for workers.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women, the Nazis pushed a traditional role: a woman's place was in the home, and her concerns were the kitchen, the children and the church.</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Notice the pattern across all three groups. Each got something it wanted, and each gave up the means of organising against the regime.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machinery of control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the Nazi system of control to what it did.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 of 2): The machinery of control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the Nazi system of control to what it did.</a:t>
            </a:r>
            <a:endParaRPr lang="en-US" sz="2400" dirty="0"/>
          </a:p>
        </p:txBody>
      </p:sp>
      <p:sp>
        <p:nvSpPr>
          <p:cNvPr id="11" name="match-card"/>
          <p:cNvSpPr/>
          <p:nvPr/>
        </p:nvSpPr>
        <p:spPr>
          <a:xfrm>
            <a:off x="777240" y="2468331"/>
            <a:ext cx="3081437" cy="1103559"/>
          </a:xfrm>
          <a:prstGeom prst="roundRect">
            <a:avLst>
              <a:gd name="adj" fmla="val 6629"/>
            </a:avLst>
          </a:prstGeom>
          <a:solidFill>
            <a:srgbClr val="F4F1ED"/>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Gestapo</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6F0E6"/>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Hitler's own armed force, which ran the concentration camps</a:t>
            </a:r>
            <a:endParaRPr lang="en-US" sz="2200" dirty="0"/>
          </a:p>
        </p:txBody>
      </p:sp>
      <p:sp>
        <p:nvSpPr>
          <p:cNvPr id="19" name="match-card"/>
          <p:cNvSpPr/>
          <p:nvPr/>
        </p:nvSpPr>
        <p:spPr>
          <a:xfrm>
            <a:off x="777240" y="3663330"/>
            <a:ext cx="3081437" cy="1103559"/>
          </a:xfrm>
          <a:prstGeom prst="roundRect">
            <a:avLst>
              <a:gd name="adj" fmla="val 6629"/>
            </a:avLst>
          </a:prstGeom>
          <a:solidFill>
            <a:srgbClr val="F4F1ED"/>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SS</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6F0E6"/>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secret police, who used informers, surveillance and house searches</a:t>
            </a:r>
            <a:endParaRPr lang="en-US" sz="2200" dirty="0"/>
          </a:p>
        </p:txBody>
      </p:sp>
      <p:sp>
        <p:nvSpPr>
          <p:cNvPr id="27" name="match-card"/>
          <p:cNvSpPr/>
          <p:nvPr/>
        </p:nvSpPr>
        <p:spPr>
          <a:xfrm>
            <a:off x="777240" y="4858329"/>
            <a:ext cx="3081437" cy="1103559"/>
          </a:xfrm>
          <a:prstGeom prst="roundRect">
            <a:avLst>
              <a:gd name="adj" fmla="val 6629"/>
            </a:avLst>
          </a:prstGeom>
          <a:solidFill>
            <a:srgbClr val="F4F1ED"/>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Censorship</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6F0E6"/>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Deciding what newspapers, books and films were not allowed to say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(2 of 2): The machinery of control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the Nazi system of control to what it did.</a:t>
            </a:r>
            <a:endParaRPr lang="en-US" sz="2400" dirty="0"/>
          </a:p>
        </p:txBody>
      </p:sp>
      <p:sp>
        <p:nvSpPr>
          <p:cNvPr id="11" name="match-card"/>
          <p:cNvSpPr/>
          <p:nvPr/>
        </p:nvSpPr>
        <p:spPr>
          <a:xfrm>
            <a:off x="777240" y="2468331"/>
            <a:ext cx="3081437" cy="1165352"/>
          </a:xfrm>
          <a:prstGeom prst="roundRect">
            <a:avLst>
              <a:gd name="adj" fmla="val 6277"/>
            </a:avLst>
          </a:prstGeom>
          <a:solidFill>
            <a:srgbClr val="F4F1ED"/>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Propaganda</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Training boys in sport, fitness and military skills outside school</a:t>
            </a:r>
            <a:endParaRPr lang="en-US" sz="2200" dirty="0"/>
          </a:p>
        </p:txBody>
      </p:sp>
      <p:sp>
        <p:nvSpPr>
          <p:cNvPr id="19" name="match-card"/>
          <p:cNvSpPr/>
          <p:nvPr/>
        </p:nvSpPr>
        <p:spPr>
          <a:xfrm>
            <a:off x="777240" y="3725123"/>
            <a:ext cx="3081437" cy="1165352"/>
          </a:xfrm>
          <a:prstGeom prst="roundRect">
            <a:avLst>
              <a:gd name="adj" fmla="val 6277"/>
            </a:avLst>
          </a:prstGeom>
          <a:solidFill>
            <a:srgbClr val="F4F1ED"/>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Hitler Youth</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Supplying the messages and images the regime wanted people to believe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The machinery of control</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machinery of control</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two that are organisations of armed men: one worked in secret, one ran the camps.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take the pair that deal with information: one removes it, one supplies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over is about children rather than adults.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pairing by asking: who did this affect, and how?</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are armed organisations, two are about information, and one is about children.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these five from most to least important in keeping Hitler in power, and justify your top choice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Controlling what young people believed</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The Nazis controlled different groups in different ways. Which of these shows the Nazis trying to control what young people believed?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Boys and girls joined Nazi youth organisations after school, where the party chose what they were taught</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Workers were offered jobs on condition that their independent trade unions were closed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Newspapers were censored, so that criticism of the government never appeared in print</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Gestapo encouraged neighbours to report what adults said to each other in private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Controlling what young people believed</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Controlling what young people believed</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option and name the group it affects: children, adults, newspaper readers, workers.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question asks only about young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ask whether the option is about belief or about behaviour.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Youth organisations that chose what children were taught are about belief.</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options affect adults: informers, censored newspapers, trade unions. One reaches children directly.</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dictatorship might think indoctrinating children was a better long-term investment than frightening adults.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1802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What was the Gestapo?</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committee of the Reichstag that checked new laws before they were passed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organisation that ran Nazi youth activities for boys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secret police of Nazi Germany, who hunted down the regime's opponents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Nazi Party's uniformed force, which marched at rallies and intimidated voters</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machinery of control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Gestapo  →  D  The secret police, who used informers, surveillance and house searches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SS  →  E  Hitler's own armed force, which ran the concentration camps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Censorship  →  B  Deciding what newspapers, books and films were not allowed to say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Propaganda  →  A  Supplying the messages and images the regime wanted people to believe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Hitler Youth  →  C  Training boys in sport, fitness and military skills outside school</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Gestapo found opponents, the SS held and punished them, censorship removed criticism, propaganda replaced it, and the Hitler Youth shaped the next generation before it could object.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Controlling what young people believed</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Nazis controlled different groups in different ways. Which of these shows the Nazis trying to control what young people believed?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Boys and girls joined Nazi youth organisations after school, where the party chose what they were taught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Informers, censorship and the trade-union bargain all controlled adults. Only the youth organisations reached children, and they were deliberately anti-intellectual, so that Nazi beliefs arrived before the habit of questioning them had formed.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the Gestapo?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secret police of Nazi Germany, who hunted down the regime's opponents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Gestapo was the secret police, responsible for maintaining control and enforcing Nazi policy, using informers, surveillance and house searches.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Dictatorship · Chapter 4: How the Nazis kept control of Germany</dc:title>
  <dc:subject>History · Year 9</dc:subject>
  <dc:creator>Dr Vitor Merissi de Carvalho</dc:creator>
  <cp:lastModifiedBy>Dr Vitor Merissi de Carvalho</cp:lastModifiedBy>
  <cp:revision>1</cp:revision>
  <dcterms:created xsi:type="dcterms:W3CDTF">2026-10-19T06:07:52Z</dcterms:created>
  <dcterms:modified xsi:type="dcterms:W3CDTF">2026-10-19T06:07:52Z</dcterms:modified>
</cp:coreProperties>
</file>