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8c2354-a7f0-1383-0dc8-6cd4648d42d1}">
          <p14:sldIdLst>
            <p14:sldId id="256"/>
          </p14:sldIdLst>
        </p14:section>
        <p14:section name="Gate" id="{db230154-cdac-e6de-b31c-a67cccbe8a9a}">
          <p14:sldIdLst>
            <p14:sldId id="257"/>
            <p14:sldId id="258"/>
          </p14:sldIdLst>
        </p14:section>
        <p14:section name="Pre-teach" id="{4ed49037-b276-39da-bec4-a8333ef10da4}">
          <p14:sldIdLst>
            <p14:sldId id="259"/>
            <p14:sldId id="260"/>
          </p14:sldIdLst>
        </p14:section>
        <p14:section name="Read-along" id="{168e0dea-917d-1b1d-f983-7b6f90dee75c}">
          <p14:sldIdLst>
            <p14:sldId id="261"/>
            <p14:sldId id="262"/>
          </p14:sldIdLst>
        </p14:section>
        <p14:section name="Teach" id="{c42b5b06-46bb-5723-24f4-d608d2df323c}">
          <p14:sldIdLst>
            <p14:sldId id="263"/>
            <p14:sldId id="264"/>
            <p14:sldId id="265"/>
            <p14:sldId id="266"/>
            <p14:sldId id="267"/>
            <p14:sldId id="268"/>
            <p14:sldId id="269"/>
          </p14:sldIdLst>
        </p14:section>
        <p14:section name="Routes" id="{052c9ea7-f698-16ae-dbc8-af1853e00099}">
          <p14:sldIdLst>
            <p14:sldId id="270"/>
            <p14:sldId id="271"/>
            <p14:sldId id="272"/>
          </p14:sldIdLst>
        </p14:section>
        <p14:section name="Close" id="{2bbc8682-30fd-9991-7077-987d83b9dbad}">
          <p14:sldIdLst>
            <p14:sldId id="273"/>
          </p14:sldIdLst>
        </p14:section>
        <p14:section name="Answers" id="{7b482d36-6684-7fbe-f257-aa28b23bd7c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How Stalin rose to power in the USSR. Russia before the revolution, the communist state Lenin built, the struggle that followed his death, and what one famous source says about the man who won it.
This deck covers the department's lesson: 4 (How did Stalin rise to power in the USSR?: How did Stalin rise to power in the USSR and push his rivals aside?).
Read the big question aloud: "To what extent were the dictatorships in Hitler's Germany and Stalin's Russia similar?"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year did Lenin die? Give the year as four digits.  →  1924
2. Stalin's main rival for the leadership of the USSR was Leon ___, whom he later drove into exile.  →  Trotsky
3. How did Stalin come to lead the USSR?  →  C   He fought his rivals inside the Communist Party, because there were no elections to win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1924. Lenin's health failed after 1922 and he died in 1924, which opened the struggle between Stalin and Trotsky.
2. Trotsky. Leon Trotsky was Stalin's chief rival after Lenin's death, and he was exiled in 1929.
3. C   He fought his rivals inside the Communist Party, because there were no elections to win. Elections did not exist in the communist system, so the contest was fought inside the party, where Stalin's control of appointments mattered most.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Tsar: the king who ruled Russia with complete power before 1917. Example: "The Tsar could order anything, and the people had to obey."
• USSR: the Union of Soviet Socialist Republics: many countries ruled together, with Russia the largest. Example: "Lenin turned the Russian Empire into the USSR."
• communism: the belief that everyone should be equal and that wealth should be held for the workers. Example: "Communism promised the peasants and workers a fairer country."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Politburo: the small group of leading politicians that ran the Communist Party. Example: "Lenin set up a Politburo to govern the USSR."
• exile: being forced to live outside your own country. Example: "Trotsky lost the power struggle and was driven into exile."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For over 300 years Russia was ruled by a king called the Tsar.
2. The Tsar had complete power over everyone below him.
3. Most Russians were peasants, and they were very poor.
4. The Tsar took Russia into the First World War in 1914.
5. The country was not ready for a long war.
6. Lenin and the Bolsheviks took power in October 1917.
7. Lenin turned the Russian Empire into the USSR.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It was the first communist country in the world.
9. Lenin removed opposition and set up a totalitarian state.
10. Lenin's health failed after 1922, and he died in 1924.
11. Stalin and Trotsky then competed to replace him.
12. Stalin used his own skill, and Trotsky made mistakes.
13. By 1929 Stalin ruled the USSR alone.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Russia before the revolution. Say it in your own words, then check understanding with a quick question: ask a pupil from the pre-teach group first, since they met these words and ideas before the lesson. Pupils try to recall before you re-explain.
For over 300 years Russia was ruled by a king called the Tsar. The Tsar had complete power: the people had to do whatever he said. Most Russians were peasants who were very poor and had little money. If you are looking for the four pillars of democracy here, you will not find any of them, and that matters for the comparison you will make later.
The Tsar took Russia into the First World War in 1914, and the Russian people were not ready for a long war. Food, fuel and patience ran out. By the end of 1917 the communists had taken power, and your previous topic on the Russian Revolution is where that story is told in full.
Keep one difference with Germany in view from the start. Germany in 1933 was a democracy that was taken apart from the inside. Russia had no democracy to take apart: one kind of absolute ruler was replaced by another kind of absolute rule.
Tip: This contrast is worth a whole paragraph in the final essay: Hitler destroyed a democracy, while Stalin took over a state that was already a dictatorship.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October 1917: the first communist state. Say it in your own words, then check understanding with a quick question: ask a pupil from the pre-teach group first, since they met these words and ideas before the lesson. Pupils try to recall before you re-explain.
Led by Vladimir Lenin, the Bolsheviks took power in October 1917. They overthrew the Provisional Government and installed a communist government, and Lenin turned the Russian Empire into the Union of Soviet Socialist Republics, the USSR: the first communist country in the world.
Lenin then removed opposition to the Bolsheviks and their communist ideas, and set up a totalitarian state. He created a secret police force. He removed elections. He destroyed every rival political organisation, so that the Communist Party was the only party left. And he set up a Politburo, a small group of leading politicians, to rule the USSR.
So answer your lesson's challenge question before you go further: was the USSR a dictatorship before Stalin came to power? It was. The machinery Stalin later used so ruthlessly, including the secret police and the one-party state, was built before he reached the top of it.
Tip: Communism and fascism sat at opposite ends of the political spectrum in chapter 2, yet both produced totalitarian states. Beliefs and methods are separate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Lenin's death and the struggle to replace him. Say it in your own words, then check understanding with a quick question: ask a pupil from the pre-teach group first, since they met these words and ideas before the lesson. Pupils try to recall before you re-explain.
Lenin's health failed after 1922, and he was forced to step back from ruling the USSR. He had hoped the group of communist politicians he had appointed would work together, but they wanted power for themselves. Lenin died in 1924, and the battle to replace him grew more intense as Joseph Stalin and Leon Trotsky each tried to take his place.
Stalin was born in Georgia in 1879, in what was then part of the Russian Empire, and he changed his name to Stalin, which means man of steel. His father was a shoemaker who abandoned the family. Stalin made his name in violent bank raids that raised money for the Communist Party, was twice exiled to Siberia by the Tsar's secret police and escaped each time, and became a leading communist for his part in defending the city of Tsaritsyn during the Civil War.
He was not rated highly by his own side. In 1923 Lenin had called for Stalin to be replaced, and others thought him slow, dull and unimaginative; he was certainly no public speaker, unlike Hitler. But he was ruthless, devious, hardworking and a very clever party politician. He took on boring but important jobs, such as General Secretary, and used them to put his own supporters into the posts that mattered. By 1929 Stalin had secured his position, and Trotsky was exiled in 1929 and left to write against him from abroad.
Tip: Stalin's advantage was organisation, not oratory. That is the sharpest difference between his rise and Hitler's, and examiners look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Source A: Lenin's Testament. Say it in your own words, then check understanding with a quick question: ask a pupil from the pre-teach group first, since they met these words and ideas before the lesson. Pupils try to recall before you re-explain.
Your lesson prints one primary source in full, and it is worth slowing down over. Weeks before his death, while he was recovering from a stroke, Lenin wrote a testament setting out what he thought of the men who might replace him. He describes Stalin as “too coarse”, which the lesson glosses as nasty, difficult and hot-headed, and says that this fault, bearable among colleagues, “becomes intolerable in a leader”.
Lenin then goes further than criticism. He suggests that his comrades think about “a way of removing Stalin from that post” and appointing someone else in his place, somebody who would be “more tolerant, more loyal, more polite” and more considerate towards the others. Lenin does not name a successor; what he names is a danger.
Now ask the historian's questions. What does the source say? Who wrote it, when, and in what circumstances? And how far should we trust it? A dying man's judgement of a rival, written while he was ill, is not a neutral report. But it is also the opinion of the one person who knew the Communist Party's leaders best, and what he feared is very close to what happened. A good answer holds both of those thoughts at once.
Worked example — model it step by step, thinking aloud: What does Source A tell us about Lenin's opinion of Stalin, and how far should we trust it? (1) Content: say what the source says. Lenin calls Stalin too coarse and says the fault becomes intolerable in a leader. (2) Own knowledge: add what you know. Stalin held the post of General Secretary, and Lenin suggests removing him from it. (3) Origin: say who wrote it, when and why. Lenin wrote it weeks before his death, while recovering from a stroke, to warn his party. (4) Trustworthiness: weigh it both ways. Lenin was ill and judging a rival, so the source is not neutral; but he knew these men better than anyone, and what he feared came to pass. Answer: Content, own knowledge, origin, trustworthiness: Lenin thought Stalin unfit to lead and wanted him removed; he wrote it as a dying warning, which makes it partial but extremely well informed..
Quotation: "Stalin is too coarse (nasty, difficult and hot-headed) and this defect, although quite tolerable in our midst and in dealing among us Communists, becomes intolerable in a leader." (Source A: Lenin's Last Will and Testament, written weeks before his death, as printed in your lesson). Read it aloud; ask what it shows.
Tip: Four steps for any source: content, own knowledge, origin, trustworthiness. Never stop at content, and never judge trustworthiness without naming the origin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Source A: Lenin's Testament. Say it in your own words, then check understanding with a quick question: ask a pupil from the pre-teach group first, since they met these words and ideas before the lesson. Pupils try to recall before you re-explain.
Your lesson prints one primary source in full, and it is worth slowing down over. Weeks before his death, while he was recovering from a stroke, Lenin wrote a testament setting out what he thought of the men who might replace him. He describes Stalin as “too coarse”, which the lesson glosses as nasty, difficult and hot-headed, and says that this fault, bearable among colleagues, “becomes intolerable in a leader”.
Lenin then goes further than criticism. He suggests that his comrades think about “a way of removing Stalin from that post” and appointing someone else in his place, somebody who would be “more tolerant, more loyal, more polite” and more considerate towards the others. Lenin does not name a successor; what he names is a danger.
Now ask the historian's questions. What does the source say? Who wrote it, when, and in what circumstances? And how far should we trust it? A dying man's judgement of a rival, written while he was ill, is not a neutral report. But it is also the opinion of the one person who knew the Communist Party's leaders best, and what he feared is very close to what happened. A good answer holds both of those thoughts at once.
Worked example — model it step by step, thinking aloud: What does Source A tell us about Lenin's opinion of Stalin, and how far should we trust it? (1) Content: say what the source says. Lenin calls Stalin too coarse and says the fault becomes intolerable in a leader. (2) Own knowledge: add what you know. Stalin held the post of General Secretary, and Lenin suggests removing him from it. (3) Origin: say who wrote it, when and why. Lenin wrote it weeks before his death, while recovering from a stroke, to warn his party. (4) Trustworthiness: weigh it both ways. Lenin was ill and judging a rival, so the source is not neutral; but he knew these men better than anyone, and what he feared came to pass. Answer: Content, own knowledge, origin, trustworthiness: Lenin thought Stalin unfit to lead and wanted him removed; he wrote it as a dying warning, which makes it partial but extremely well informed..
Quotation: "Stalin is too coarse (nasty, difficult and hot-headed) and this defect, although quite tolerable in our midst and in dealing among us Communists, becomes intolerable in a leader." (Source A: Lenin's Last Will and Testament, written weeks before his death, as printed in your lesson). Read it aloud; ask what it shows.
Tip: Four steps for any source: content, own knowledge, origin, trustworthiness. Never stop at content, and never judge trustworthiness without naming the origin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Source A: Lenin's Testament. Say it in your own words, then check understanding with a quick question: ask a pupil from the pre-teach group first, since they met these words and ideas before the lesson. Pupils try to recall before you re-explain.
Your lesson prints one primary source in full, and it is worth slowing down over. Weeks before his death, while he was recovering from a stroke, Lenin wrote a testament setting out what he thought of the men who might replace him. He describes Stalin as “too coarse”, which the lesson glosses as nasty, difficult and hot-headed, and says that this fault, bearable among colleagues, “becomes intolerable in a leader”.
Lenin then goes further than criticism. He suggests that his comrades think about “a way of removing Stalin from that post” and appointing someone else in his place, somebody who would be “more tolerant, more loyal, more polite” and more considerate towards the others. Lenin does not name a successor; what he names is a danger.
Now ask the historian's questions. What does the source say? Who wrote it, when, and in what circumstances? And how far should we trust it? A dying man's judgement of a rival, written while he was ill, is not a neutral report. But it is also the opinion of the one person who knew the Communist Party's leaders best, and what he feared is very close to what happened. A good answer holds both of those thoughts at once.
Worked example — model it step by step, thinking aloud: What does Source A tell us about Lenin's opinion of Stalin, and how far should we trust it? (1) Content: say what the source says. Lenin calls Stalin too coarse and says the fault becomes intolerable in a leader. (2) Own knowledge: add what you know. Stalin held the post of General Secretary, and Lenin suggests removing him from it. (3) Origin: say who wrote it, when and why. Lenin wrote it weeks before his death, while recovering from a stroke, to warn his party. (4) Trustworthiness: weigh it both ways. Lenin was ill and judging a rival, so the source is not neutral; but he knew these men better than anyone, and what he feared came to pass. Answer: Content, own knowledge, origin, trustworthiness: Lenin thought Stalin unfit to lead and wanted him removed; he wrote it as a dying warning, which makes it partial but extremely well informed..
Quotation: "Stalin is too coarse (nasty, difficult and hot-headed) and this defect, although quite tolerable in our midst and in dealing among us Communists, becomes intolerable in a leader." (Source A: Lenin's Last Will and Testament, written weeks before his death, as printed in your lesson). Read it aloud; ask what it shows.
Tip: Four steps for any source: content, own knowledge, origin, trustworthiness. Never stop at content, and never judge trustworthiness without naming the origin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Source A: Lenin's Testament. Say it in your own words, then check understanding with a quick question: ask a pupil from the pre-teach group first, since they met these words and ideas before the lesson. Pupils try to recall before you re-explain.
Your lesson prints one primary source in full, and it is worth slowing down over. Weeks before his death, while he was recovering from a stroke, Lenin wrote a testament setting out what he thought of the men who might replace him. He describes Stalin as “too coarse”, which the lesson glosses as nasty, difficult and hot-headed, and says that this fault, bearable among colleagues, “becomes intolerable in a leader”.
Lenin then goes further than criticism. He suggests that his comrades think about “a way of removing Stalin from that post” and appointing someone else in his place, somebody who would be “more tolerant, more loyal, more polite” and more considerate towards the others. Lenin does not name a successor; what he names is a danger.
Now ask the historian's questions. What does the source say? Who wrote it, when, and in what circumstances? And how far should we trust it? A dying man's judgement of a rival, written while he was ill, is not a neutral report. But it is also the opinion of the one person who knew the Communist Party's leaders best, and what he feared is very close to what happened. A good answer holds both of those thoughts at once.
Worked example — model it step by step, thinking aloud: What does Source A tell us about Lenin's opinion of Stalin, and how far should we trust it? (1) Content: say what the source says. Lenin calls Stalin too coarse and says the fault becomes intolerable in a leader. (2) Own knowledge: add what you know. Stalin held the post of General Secretary, and Lenin suggests removing him from it. (3) Origin: say who wrote it, when and why. Lenin wrote it weeks before his death, while recovering from a stroke, to warn his party. (4) Trustworthiness: weigh it both ways. Lenin was ill and judging a rival, so the source is not neutral; but he knew these men better than anyone, and what he feared came to pass. Answer: Content, own knowledge, origin, trustworthiness: Lenin thought Stalin unfit to lead and wanted him removed; he wrote it as a dying warning, which makes it partial but extremely well informed..
Quotation: "Stalin is too coarse (nasty, difficult and hot-headed) and this defect, although quite tolerable in our midst and in dealing among us Communists, becomes intolerable in a leader." (Source A: Lenin's Last Will and Testament, written weeks before his death, as printed in your lesson). Read it aloud; ask what it shows.
Tip: Four steps for any source: content, own knowledge, origin, trustworthiness. Never stop at content, and never judge trustworthiness without naming the origin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Stalin's road to power.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steps on Stalin's road to power in the order they happened.
Support — work through the steps with the group: (1) Each step carries its year, so read the years first. (2) Put the smallest year first and the largest last. (3) Check the story: a leader has to be in power before his health can take him out of it. (4) The struggle must begin before it can be won, so the exile comes last.
Parallel worked example for Support (model it, do not give the task answer): Put these steps in the history of a company in order: two deputies compete for the job; the founder falls ill; one deputy takes over; the founder dies. The founder falls ill first, which creates the problem.; Then the founder dies.; The deputies compete after that.; Finally one of them takes over.. Answer: The founder falls ill; the founder dies; two deputies compete for the job; one deputy takes over..
Core — reveal the hint only on request: Four years, in order: revolution, illness, death, victory. Read the dates and then check the story runs properly.
Stretch — no help; when finished: Explain why the gap between Lenin's death and Stalin's victory was as long as it was, using at least one reason from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Stalin's road to power.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steps on Stalin's road to power in the order they happened.
Support — work through the steps with the group: (1) Each step carries its year, so read the years first. (2) Put the smallest year first and the largest last. (3) Check the story: a leader has to be in power before his health can take him out of it. (4) The struggle must begin before it can be won, so the exile comes last.
Parallel worked example for Support (model it, do not give the task answer): Put these steps in the history of a company in order: two deputies compete for the job; the founder falls ill; one deputy takes over; the founder dies. The founder falls ill first, which creates the problem.; Then the founder dies.; The deputies compete after that.; Finally one of them takes over.. Answer: The founder falls ill; the founder dies; two deputies compete for the job; one deputy takes over..
Core — reveal the hint only on request: Four years, in order: revolution, illness, death, victory. Read the dates and then check the story runs properly.
Stretch — no help; when finished: Explain why the gap between Lenin's death and Stalin's victory was as long as it was, using at least one reason from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the struggle take?.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many years passed between Lenin's death and Stalin securing his position as dictator of the USSR?
Support — work through the steps with the group: (1) Write down the year Lenin died. (2) Write down the year Stalin had secured his position as dictator. (3) Subtract the earlier year from the later one. (4) Check your answer is a small number of years, not a year.
Parallel worked example for Support (model it, do not give the task answer): A head teacher retired in 1702 and a permanent replacement was finally appointed in 1711. How many years passed? Write down the two years: 1702 and 1711.; Subtract the earlier from the later: 1711 − 1702.; Nine years passed.. Answer: 9.
Core — reveal the hint only on request: Two years from the chapter, subtracted. Start from the death, not from the revolution and not from the illness.
Stretch — no help; when finished: Compare this with Germany: how long did Hitler take to move from Chancellor to Führer, and what does the difference in speed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year did Lenin die? Give the year as four digits.
Answer: 1924. Lenin's health failed after 1922 and he died in 1924, which opened the struggle between Stalin and Trotsky.
Source of this question: gate item 1 re-asked (options rotated) — this chapter has no third quick-check module.
The ebook also holds task 3, "Using Source A",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Stalin's road to power. Reveal the answer; pupils mark their own work in a different colour, then read the "why" together. Same destination for every lane, so one answer serves the whole class.
Answer: Lenin and the Bolsheviks take power in the October Revolution (1917)  (D); Lenin's health fails and he steps back from ruling the USSR (1922)  (C); Lenin dies, and Stalin and Trotsky compete to replace him (1924)  (A); Trotsky is exiled and Stalin rules the USSR alone (1929)  (B)
Why: The Bolsheviks took power in October 1917; Lenin's health failed after 1922 and he withdrew from ruling; he died in 1924, which opened the struggle; and by 1929 Stalin had won it and Trotsky was exiled.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did the struggle take?. Reveal the answer; pupils mark their own work in a different colour, then read the "why" together. Same destination for every lane, so one answer serves the whole class.
Answer: 5 years
Why: Lenin died in 1924 and Stalin was unchallenged by 1929, so the struggle ran for five years. Counting from 1917 measures the whole communist period, and counting from 1922 measures from Lenin's illness, not his death.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1924
Why: Lenin's health failed after 1922 and he died in 1924, which opened the struggle between Stalin and Trotsky.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Dictatorship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How Stalin rose to power in the USSR</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ED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did Stalin rise to power in the USSR?</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were the dictatorships in Hitler's Germany and Stalin's Russia similar?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Lenin die? Give the year as four digits.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Stalin's main rival for the leadership of the USSR was Leon ___, whom he later drove into exile.</a:t>
            </a:r>
            <a:endParaRPr lang="en-US" sz="2000" dirty="0"/>
          </a:p>
          <a:p>
            <a:pPr algn="l" indent="0" marL="0">
              <a:buNone/>
            </a:pPr>
            <a:r>
              <a:rPr lang="en-US" sz="2000" b="1" dirty="0">
                <a:solidFill>
                  <a:srgbClr val="7A4A1E"/>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Trotsky  ·  Kirov  ·  Hindenburg</a:t>
            </a:r>
            <a:endParaRPr lang="en-US" sz="2000" dirty="0"/>
          </a:p>
        </p:txBody>
      </p:sp>
      <p:sp>
        <p:nvSpPr>
          <p:cNvPr id="17"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How did Stalin come to lead the USSR?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Lenin named him as his successor shortly before he died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won a national election against Trotsky and the other candidates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fought his rivals inside the Communist Party, because there were no elections to win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army removed Trotsky from office and installed Stalin in his place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1924</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Lenin die? Give the year as four digits.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Lenin's health failed after 1922 and he died in 1924, which opened the struggle between Stalin and Trotsky.</a:t>
            </a:r>
            <a:endParaRPr lang="en-US" sz="1800" dirty="0"/>
          </a:p>
        </p:txBody>
      </p:sp>
      <p:sp>
        <p:nvSpPr>
          <p:cNvPr id="14"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Trotsky</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Leon Trotsky was Stalin's chief rival after Lenin's death, and he was exiled in 1929.</a:t>
            </a:r>
            <a:endParaRPr lang="en-US" sz="1800" dirty="0"/>
          </a:p>
        </p:txBody>
      </p:sp>
      <p:sp>
        <p:nvSpPr>
          <p:cNvPr id="21"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He fought his rivals inside the Communist Party, because there were no elections to win</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did Stalin come to lead the USSR?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Elections did not exist in the communist system, so the contest was fought inside the party, where Stalin's control of appointments mattered most.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Tsar</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king who ruled Russia with complete power before 1917</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Tsar could order anything, and the people had to obey.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USSR</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Union of Soviet Socialist Republics: many countries ruled together, with Russia the largest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Lenin turned the Russian Empire into the USSR.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communism</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belief that everyone should be equal and that wealth should be held for the workers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Communism promised the peasants and workers a fairer country.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Politburo</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small group of leading politicians that ran the Communist Party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Lenin set up a Politburo to govern the USSR.</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exile</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being forced to live outside your own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Trotsky lost the power struggle and was driven into exile.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For over 300 years Russia was ruled by a king called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Tsar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Tsar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had complete power over everyone below him.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Most Russians were peasants, and they were very poor.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Tsar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took Russia into the First World War in 1914.</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country was not ready for a long war.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Lenin and the Bolsheviks took power in October 1917.</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Lenin turned the Russian Empire into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USSR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was the first communist country in the world.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Lenin removed opposition and set up a totalitarian state.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Lenin's health failed after 1922, and he died in 1924.</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Stalin and Trotsky then competed to replace him.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Stalin used his own skill, and Trotsky made mistakes.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By 1929 Stalin ruled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USSR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alone.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Russia before the revolution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This contrast is worth a whole paragraph in the final essay: Hitler destroyed a democracy, while Stalin took over a state that was already a dictatorship.</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over 300 years Russia was ruled by a king called the Tsar.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Tsar took Russia into the First World War in 1914, and the Russian people were not ready for a long war.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Keep one difference with Germany in view from the start.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October 1917: the first communist state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Communism and fascism sat at opposite ends of the political spectrum in chapter 2, yet both produced totalitarian states. Beliefs and methods are separate questions.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Led by Vladimir Lenin, the Bolsheviks took power in October 1917.</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Lenin then removed opposition to the Bolsheviks and their communist ideas, and set up a totalitarian state.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answer your lesson's challenge question before you go further: was the USSR a dictatorship before Stalin came to power?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Lenin's death and the struggle to replace him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Stalin's advantage was organisation, not oratory. That is the sharpest difference between his rise and Hitler's, and examiners look for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Lenin's health failed after 1922, and he was forced to step back from ruling the USSR.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Stalin was born in Georgia in 1879, in what was then part of the Russian Empire, and he changed his name to Stalin, which means man of steel.</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He was not rated highly by his own side. In 1923 Lenin had called for Stalin to be replaced, and others thought him slow, dull and unimaginative; he was certainly no public speaker, unlike Hitler.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Source A: Lenin's Testament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steps for any source: content, own knowledge, origin, trustworthiness. Never stop at content, and never judge trustworthiness without naming the origin first.</a:t>
            </a:r>
            <a:endParaRPr lang="en-US" sz="1800" dirty="0"/>
          </a:p>
        </p:txBody>
      </p:sp>
      <p:sp>
        <p:nvSpPr>
          <p:cNvPr id="11" name="bullet-card"/>
          <p:cNvSpPr/>
          <p:nvPr/>
        </p:nvSpPr>
        <p:spPr>
          <a:xfrm>
            <a:off x="548640" y="1389888"/>
            <a:ext cx="11094415" cy="823299"/>
          </a:xfrm>
          <a:prstGeom prst="roundRect">
            <a:avLst>
              <a:gd name="adj" fmla="val 8885"/>
            </a:avLst>
          </a:prstGeom>
          <a:solidFill>
            <a:srgbClr val="F4F1ED"/>
          </a:solidFill>
          <a:ln/>
        </p:spPr>
      </p:sp>
      <p:sp>
        <p:nvSpPr>
          <p:cNvPr id="12" name="bullet-hex"/>
          <p:cNvSpPr/>
          <p:nvPr/>
        </p:nvSpPr>
        <p:spPr>
          <a:xfrm>
            <a:off x="676656" y="1635245"/>
            <a:ext cx="384048" cy="332586"/>
          </a:xfrm>
          <a:prstGeom prst="hexagon">
            <a:avLst/>
          </a:prstGeom>
          <a:solidFill>
            <a:srgbClr val="7A4A1E"/>
          </a:solidFill>
          <a:ln/>
        </p:spPr>
      </p:sp>
      <p:sp>
        <p:nvSpPr>
          <p:cNvPr id="13" name="bullet"/>
          <p:cNvSpPr txBox="1"/>
          <p:nvPr/>
        </p:nvSpPr>
        <p:spPr>
          <a:xfrm>
            <a:off x="1143000" y="1389888"/>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prints one primary source in full, and it is worth slowing down over.</a:t>
            </a:r>
            <a:endParaRPr lang="en-US" sz="2200" dirty="0"/>
          </a:p>
        </p:txBody>
      </p:sp>
      <p:sp>
        <p:nvSpPr>
          <p:cNvPr id="14" name="bullet-card"/>
          <p:cNvSpPr/>
          <p:nvPr/>
        </p:nvSpPr>
        <p:spPr>
          <a:xfrm>
            <a:off x="548640" y="2359491"/>
            <a:ext cx="11094415" cy="1746843"/>
          </a:xfrm>
          <a:prstGeom prst="roundRect">
            <a:avLst>
              <a:gd name="adj" fmla="val 4188"/>
            </a:avLst>
          </a:prstGeom>
          <a:solidFill>
            <a:srgbClr val="F4F1ED"/>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359491"/>
            <a:ext cx="10408615" cy="17468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Lenin then goes further than criticism. He suggests that his comrades think about “a way of removing Stalin from that post” and appointing someone else in his place, somebody who would be “more tolerant, more loyal, more polite” and more considerate towards the others.</a:t>
            </a:r>
            <a:endParaRPr lang="en-US" sz="2200" dirty="0"/>
          </a:p>
        </p:txBody>
      </p:sp>
      <p:sp>
        <p:nvSpPr>
          <p:cNvPr id="17" name="bullet-card"/>
          <p:cNvSpPr/>
          <p:nvPr/>
        </p:nvSpPr>
        <p:spPr>
          <a:xfrm>
            <a:off x="548640" y="4252637"/>
            <a:ext cx="11094415" cy="823299"/>
          </a:xfrm>
          <a:prstGeom prst="roundRect">
            <a:avLst>
              <a:gd name="adj" fmla="val 8885"/>
            </a:avLst>
          </a:prstGeom>
          <a:solidFill>
            <a:srgbClr val="F4F1ED"/>
          </a:solidFill>
          <a:ln/>
        </p:spPr>
      </p:sp>
      <p:sp>
        <p:nvSpPr>
          <p:cNvPr id="18" name="bullet-hex"/>
          <p:cNvSpPr/>
          <p:nvPr/>
        </p:nvSpPr>
        <p:spPr>
          <a:xfrm>
            <a:off x="676656" y="4497994"/>
            <a:ext cx="384048" cy="332586"/>
          </a:xfrm>
          <a:prstGeom prst="hexagon">
            <a:avLst/>
          </a:prstGeom>
          <a:solidFill>
            <a:srgbClr val="7A4A1E"/>
          </a:solidFill>
          <a:ln/>
        </p:spPr>
      </p:sp>
      <p:sp>
        <p:nvSpPr>
          <p:cNvPr id="19" name="bullet"/>
          <p:cNvSpPr txBox="1"/>
          <p:nvPr/>
        </p:nvSpPr>
        <p:spPr>
          <a:xfrm>
            <a:off x="1143000" y="4252637"/>
            <a:ext cx="10408615" cy="82329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Now ask the historian's questions. What does the source say?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(1 of 2): Source A: Lenin's Testament</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What does Source A tell us about Lenin's opinion of Stalin, and how far should we trust it?</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Content: say what the source says. Lenin calls Stalin too coarse and says the fault becomes intolerable in a leader.</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Own knowledge: add what you know. Stalin held the post of General Secretary, and Lenin suggests removing him from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(2 of 2): Source A: Lenin's Testament</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What does Source A tell us about Lenin's opinion of Stalin, and how far should we trust it?</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Origin: say who wrote it, when and why. Lenin wrote it weeks before his death, while recovering from a stroke, to warn his party.</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Trustworthiness: weigh it both ways. Lenin was ill and judging a rival, so the source is not neutral; but he knew these men better than anyone, and what he feared came to pass.</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Content, own knowledge, origin, trustworthiness: Lenin thought Stalin unfit to lead and wanted him removed; he wrote it as a dying warning, which makes it partial but extremely well informed.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Source A: Lenin's Testament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2EDE9"/>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Stalin is too coarse (nasty, difficult and hot-headed) and this defect, although quite tolerable in our midst and in dealing among us Communists, becomes intolerable in a leader.</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Source A: Lenin's Last Will and Testament, written weeks before his death, as printed in your lesson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Stalin's road to power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four steps on Stalin's road to power in the order they happened.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Lenin dies, and Stalin and Trotsky compete to replace him (1924)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Trotsky is exiled and Stalin rules the USSR alone (1929)</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Lenin's health fails and he steps back from ruling the USSR (1922)</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Lenin and the Bolsheviks take power in the October Revolution (1917)</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Stalin's road to power</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Stalin's road to power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step carries its year, so read the years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smallest year first and the largest last.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a leader has to be in power before his health can take him out of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struggle must begin before it can be won, so the exile comes last.</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years, in order: revolution, illness, death, victory. Read the dates and then check the story runs properly.</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gap between Lenin's death and Stalin's victory was as long as it was, using at least one reason from section 3.</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How long did the struggle take?</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many years passed between Lenin's death and Stalin securing his position as dictator of the USSR?</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ED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year Lenin died.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year Stalin had secured his position as dictator.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year from the later one.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your answer is a small number of years, not a year.</a:t>
            </a:r>
            <a:endParaRPr lang="en-US" sz="1800" dirty="0"/>
          </a:p>
        </p:txBody>
      </p:sp>
      <p:sp>
        <p:nvSpPr>
          <p:cNvPr id="17" name="col-Core"/>
          <p:cNvSpPr/>
          <p:nvPr/>
        </p:nvSpPr>
        <p:spPr>
          <a:xfrm>
            <a:off x="5490762" y="2948940"/>
            <a:ext cx="2938987" cy="3195828"/>
          </a:xfrm>
          <a:prstGeom prst="roundRect">
            <a:avLst>
              <a:gd name="adj" fmla="val 1867"/>
            </a:avLst>
          </a:prstGeom>
          <a:solidFill>
            <a:srgbClr val="E2D7CE"/>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years from the chapter, subtracted. Start from the death, not from the revolution and not from the illness.</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Compare this with Germany: how long did Hitler take to move from Chancellor to Führer, and what does the difference in speed tell you?</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year did Lenin die? Give the year as four digits.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Stalin's road to power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Lenin and the Bolsheviks take power in the October Revolution (1917)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Lenin's health fails and he steps back from ruling the USSR (1922)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Lenin dies, and Stalin and Trotsky compete to replace him (1924)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Trotsky is exiled and Stalin rules the USSR alone (1929)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Bolsheviks took power in October 1917; Lenin's health failed after 1922 and he withdrew from ruling; he died in 1924, which opened the struggle; and by 1929 Stalin had won it and Trotsky was exiled.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did the struggle take?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years passed between Lenin's death and Stalin securing his position as dictator of the USSR?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Lenin died in 1924 and Stalin was unchallenged by 1929, so the struggle ran for five years. Counting from 1917 measures the whole communist period, and counting from 1922 measures from Lenin's illness, not his death.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year did Lenin die? Give the year as four digits.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1924</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Lenin's health failed after 1922 and he died in 1924, which opened the struggle between Stalin and Trotsky.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Dictatorship · Chapter 5: How Stalin rose to power in the USSR</dc:title>
  <dc:subject>History · Year 9</dc:subject>
  <dc:creator>Dr Vitor Merissi de Carvalho</dc:creator>
  <cp:lastModifiedBy>Dr Vitor Merissi de Carvalho</cp:lastModifiedBy>
  <cp:revision>1</cp:revision>
  <dcterms:created xsi:type="dcterms:W3CDTF">2026-10-19T06:07:53Z</dcterms:created>
  <dcterms:modified xsi:type="dcterms:W3CDTF">2026-10-19T06:07:53Z</dcterms:modified>
</cp:coreProperties>
</file>