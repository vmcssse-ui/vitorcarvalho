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bc6001-2a83-506f-407a-7354b189e3a6}">
          <p14:sldIdLst>
            <p14:sldId id="256"/>
          </p14:sldIdLst>
        </p14:section>
        <p14:section name="Gate" id="{77ca82fe-a426-648a-538b-9ef5ff7b5d88}">
          <p14:sldIdLst>
            <p14:sldId id="257"/>
            <p14:sldId id="258"/>
          </p14:sldIdLst>
        </p14:section>
        <p14:section name="Pre-teach" id="{73a864cf-9fe9-2587-f7ec-68e00a26d794}">
          <p14:sldIdLst>
            <p14:sldId id="259"/>
            <p14:sldId id="260"/>
          </p14:sldIdLst>
        </p14:section>
        <p14:section name="Read-along" id="{c790ec05-7154-45e1-dea9-bd26fd069efb}">
          <p14:sldIdLst>
            <p14:sldId id="261"/>
            <p14:sldId id="262"/>
          </p14:sldIdLst>
        </p14:section>
        <p14:section name="Teach" id="{0acdd737-df70-17c5-0829-a2636c12f511}">
          <p14:sldIdLst>
            <p14:sldId id="263"/>
            <p14:sldId id="264"/>
            <p14:sldId id="265"/>
            <p14:sldId id="266"/>
            <p14:sldId id="267"/>
            <p14:sldId id="268"/>
          </p14:sldIdLst>
        </p14:section>
        <p14:section name="Routes" id="{243fa7a5-307f-f9c6-c646-5bf44c59d0c5}">
          <p14:sldIdLst>
            <p14:sldId id="269"/>
            <p14:sldId id="270"/>
            <p14:sldId id="271"/>
            <p14:sldId id="272"/>
          </p14:sldIdLst>
        </p14:section>
        <p14:section name="Close" id="{cc11d1ff-5a6c-0772-a2eb-b82feab2e198}">
          <p14:sldIdLst>
            <p14:sldId id="273"/>
          </p14:sldIdLst>
        </p14:section>
        <p14:section name="Answers" id="{98509670-ae4d-f095-1032-effaf0e3dcbc}">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The British Raj, 1858–1918: a fresh start, and growing opposition. How the Raj tried to look different from the Company, who the railways really served, the Indian National Congress, divide and rule in Bengal, and the Swadeshi movement that forced the British to back down.
This deck covers the department's lesson: 4 (Progress Check and the British Raj, 1858–1918: Why was there growing opposition to British rule between 1858 and 1918?).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1877 Queen Victoria was given the title ___ of India.  →  Empress
2. Why was the Indian National Congress formed in 1885?  →  A   To campaign for India to be free from British control
3. What is a boycott?  →  B   Refusing to buy or use something as a protest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Empress. In 1877 the British made Victoria Empress of India and used her as a figurehead to win support for British rule.
2. A   To campaign for India to be free from British control. The INC was formed in 1885 by Indians who believed India should be free from British control. It held meetings and demonstrations, which the British ignored.
3. B   Refusing to buy or use something as a protest. A boycott is a protest by refusal: Swadeshi supporters refused to buy British cloth and salt or to use British schools and courts.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Viceroy: the official who governed India for the British Crown. Example: "Lord Curzon was Viceroy of India from 1899 to 1905."
• Empress: a female ruler of an empire. Example: "Queen Victoria was made Empress of India in 1877."
• Indian National Congress: the political group formed in 1885 to work for India's freedom. Example: "The Indian National Congress held meetings and demonstrations."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partition: splitting a region or country into separate parts. Example: "The partition of Bengal made many Indians angry."
• boycott: refusing to buy or use something as a protest. Example: "Indians organised a boycott of British cloth."
• Swadeshi: the movement that boycotted British goods and made Indian ones instead. Example: "The Swadeshi movement encouraged people to weave cloth at home."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1858 Queen Victoria made a Proclamation to the people of India.
2. She promised to respect their religions and to let Indians work in government.
3. In 1877 she was made Empress of India.
4. The British built railways, roads and canals across India.
5. They said this was for India's good.
6. But the railways mainly moved goods for trade and carried troops.
7. Many Indians wanted to rule themselves.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1885 they formed the Indian National Congress.
9. The British took no notice of its demands.
10. The Viceroy, Lord Curzon, split Bengal in two to weaken the movement.
11. Indians answered with the Swadeshi movement.
12. They boycotted British cloth, salt, schools and courts.
13. In 1911 the British gave in and reunited Bengal.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fresh start?. Say it in your own words, then check understanding with a quick question: ask a pupil from the pre-teach group first, since they met these words and ideas before the lesson. Pupils try to recall before you re-explain.
The Company had always had a difficult reputation in Britain, but most politicians and powerful people were making money from its exploitation of India, so they did not protest too hard. That changed in the mid-1800s. Victorian society prided itself on caring for people, on morality, which means doing the right thing, and on religion. To most Victorians the Company's open exploitation of India did not meet their standards.
After 1858 Queen Victoria wanted a fresh start, leaving the Company's mistakes and terrible reputation behind. Her Proclamation of 1858 was the beginning. In 1877 the British made Victoria Empress of India, using her as a figurehead to encourage Indians to support British rule, and held huge celebrations to win that support. Britain pushed Victorian ideals, attitudes and technology onto the people of India.
Your lesson puts it sharply. The Company's main priority had been to make as much money as possible. The Raj's priority was to appear to respect and care about the welfare and well-being of the Indian people. Britain was trying to rewrite the relationship: no longer exploitation, it said, but welfare. Your lesson then asks the hard question: why did Britain want it to LOOK as if it cared?
Tip: Notice the word appear. When you write about the Raj, separate what the British said they were doing from what the evidence shows they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Railways and brotherhood: who gained?. Say it in your own words, then check understanding with a quick question: ask a pupil from the pre-teach group first, since they met these words and ideas before the lesson. Pupils try to recall before you re-explain.
In the past, many people justified the British Empire by listing the benefits the British claimed to have brought to India: wealth, Christianity and what they called civilisation. Historians call these people apologists for empire: people who argue that the British Empire did good in India. There is no doubt the British made a huge impact. By 1900 they had built nearly 80,000 km of road, as well as railways, and had dug nearly 12,000 km of canal. But your guided reading asks a sharper question: were these built for Indians? The evidence is that roads and railways were built to move goods for trade and to carry troops quickly, not to help the Indian people who lived alongside them. Your bell work asked you to sort the railway evidence into social and economic change; most of it is economic, and most of the gain was Britain's.
A second argument made by apologists was brotherhood: that the Empire was one big family, and India gained by belonging to it. Your lesson tests this against the Indian soldiers who fought for Britain in the First World War, from 1914 to 1918. Your homework reading tells the stories of two of them. Awal Nur, of the Corps of Guides, served in Belgium, France and East Africa, was wounded three times, and in 1918 was one of 16 Indian soldiers chosen for a secret mission into Central Asia, riding a yak over the Himalayas. Pratap Singh, an elderly aristocratic officer, fought on the Western Front and at the Battle of Megiddo in 1918, where the Indian Army helped to bring down the Ottoman Empire.
Yet when Singh asked to represent India at the peace conference in Paris, the British refused. He criticised the Treaty of Versailles of 1919 as a political mistake. Your homework asks what makes each man significant, and what in Singh's story shows he was NOT treated as significant. Brotherhood, it seems, had limits.
Tip: Significant means important. To argue someone was significant, point to what they did and what it changed; to argue they were not, point to how they were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Indian National Congress and divide and rule. Say it in your own words, then check understanding with a quick question: ask a pupil from the pre-teach group first, since they met these words and ideas before the lesson. Pupils try to recall before you re-explain.
Many Indians believed India should be free from British control. In 1885 Indians who wanted this set up a political group, the Indian National Congress, usually shortened to the INC. It held meetings and organised demonstrations, and the British took no notice of its demands. Britain did not want to lose India, because India supplied raw materials, cheap workers and trade. The INC was especially strong and popular in Bengal, in the north-east.
The growing support for independence worried the British. Lord Curzon, Viceroy of India from 1899 to 1905, announced plans to partition Bengal, splitting it into separate regions. His thinking was that a divided Bengal would find it hard to join together in one independence movement. This is the divide and rule tactic you met at Plassey. The partition went ahead in 1905.
People in India were strongly against it. Many Hindus were angry that a province with a Muslim majority had been created, which set the two communities against each other. That was the point of divide and rule: it worked by making Indians argue with one another rather than with the British.
Tip: Divide and rule needs two steps in your explanation: how the British divided people, and WHY a divided people could not resist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Swadeshi movement. Say it in your own words, then check understanding with a quick question: ask a pupil from the pre-teach group first, since they met these words and ideas before the lesson. Pupils try to recall before you re-explain.
Indians answered the partition with the Swadeshi movement. Its aim was to cut into what British companies earned, by refusing to buy or use their goods at all. People stopped buying the cloth shipped in from Lancashire and the salt shipped in from Cheshire, and were urged to weave their own cloth at home instead. British-run schools and courts were boycotted too. In 1906 the National Council of Education was founded in Bengal to teach science and technology and to show that Indians could educate themselves.
The British responded harshly. Protesters faced arrest, students who joined the boycotts were often thrown out of their colleges, and once the movement's leaders had been arrested they were hard to replace. But in 1911 the British reversed the partition, and Bengal was reunited.
Your lesson asks for one short-term and one long-term impact of Swadeshi. In the short term, British companies lost sales and the British were forced to give up the partition in 1911. In the long term, many future leaders, including Mohandas Gandhi, were inspired by the movement. The boycott of British cloth and British salt would return, on a far bigger scale, in the next chapter.
Worked example — model it step by step, thinking aloud: Explain one short-term and one long-term impact of the Swadeshi movement. (1) Short-term impact: name something that happened during or soon after the movement. The British reversed the partition of Bengal in 1911. (2) Say why it was important: the boycott had cost British companies money and shown that organised protest could force the British to back down. (3) Long-term impact: name something still felt much later. Future leaders such as Gandhi were inspired by Swadeshi. (4) Say why it was important: the methods of boycott and home-made cloth became the methods of the whole independence movement. Answer: Short-term: the partition was reversed in 1911, showing protest could work. Long-term: Gandhi and others took up its methods, which shaped the road to independence..
Tip: Swadeshi means, roughly, of our own country. Every part of the movement (home-made cloth, Indian-run schools) fits that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Swadeshi movement. Say it in your own words, then check understanding with a quick question: ask a pupil from the pre-teach group first, since they met these words and ideas before the lesson. Pupils try to recall before you re-explain.
Indians answered the partition with the Swadeshi movement. Its aim was to cut into what British companies earned, by refusing to buy or use their goods at all. People stopped buying the cloth shipped in from Lancashire and the salt shipped in from Cheshire, and were urged to weave their own cloth at home instead. British-run schools and courts were boycotted too. In 1906 the National Council of Education was founded in Bengal to teach science and technology and to show that Indians could educate themselves.
The British responded harshly. Protesters faced arrest, students who joined the boycotts were often thrown out of their colleges, and once the movement's leaders had been arrested they were hard to replace. But in 1911 the British reversed the partition, and Bengal was reunited.
Your lesson asks for one short-term and one long-term impact of Swadeshi. In the short term, British companies lost sales and the British were forced to give up the partition in 1911. In the long term, many future leaders, including Mohandas Gandhi, were inspired by the movement. The boycott of British cloth and British salt would return, on a far bigger scale, in the next chapter.
Worked example — model it step by step, thinking aloud: Explain one short-term and one long-term impact of the Swadeshi movement. (1) Short-term impact: name something that happened during or soon after the movement. The British reversed the partition of Bengal in 1911. (2) Say why it was important: the boycott had cost British companies money and shown that organised protest could force the British to back down. (3) Long-term impact: name something still felt much later. Future leaders such as Gandhi were inspired by Swadeshi. (4) Say why it was important: the methods of boycott and home-made cloth became the methods of the whole independence movement. Answer: Short-term: the partition was reversed in 1911, showing protest could work. Long-term: Gandhi and others took up its methods, which shaped the road to independence..
Tip: Swadeshi means, roughly, of our own country. Every part of the movement (home-made cloth, Indian-run schools) fits that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Swadeshi movement. Say it in your own words, then check understanding with a quick question: ask a pupil from the pre-teach group first, since they met these words and ideas before the lesson. Pupils try to recall before you re-explain.
Indians answered the partition with the Swadeshi movement. Its aim was to cut into what British companies earned, by refusing to buy or use their goods at all. People stopped buying the cloth shipped in from Lancashire and the salt shipped in from Cheshire, and were urged to weave their own cloth at home instead. British-run schools and courts were boycotted too. In 1906 the National Council of Education was founded in Bengal to teach science and technology and to show that Indians could educate themselves.
The British responded harshly. Protesters faced arrest, students who joined the boycotts were often thrown out of their colleges, and once the movement's leaders had been arrested they were hard to replace. But in 1911 the British reversed the partition, and Bengal was reunited.
Your lesson asks for one short-term and one long-term impact of Swadeshi. In the short term, British companies lost sales and the British were forced to give up the partition in 1911. In the long term, many future leaders, including Mohandas Gandhi, were inspired by the movement. The boycott of British cloth and British salt would return, on a far bigger scale, in the next chapter.
Worked example — model it step by step, thinking aloud: Explain one short-term and one long-term impact of the Swadeshi movement. (1) Short-term impact: name something that happened during or soon after the movement. The British reversed the partition of Bengal in 1911. (2) Say why it was important: the boycott had cost British companies money and shown that organised protest could force the British to back down. (3) Long-term impact: name something still felt much later. Future leaders such as Gandhi were inspired by Swadeshi. (4) Say why it was important: the methods of boycott and home-made cloth became the methods of the whole independence movement. Answer: Short-term: the partition was reversed in 1911, showing protest could work. Long-term: Gandhi and others took up its methods, which shaped the road to independence..
Tip: Swadeshi means, roughly, of our own country. Every part of the movement (home-made cloth, Indian-run schools) fits that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early Raj: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of the early British Raj in the order they happened.
Support — work through the steps with the group: (1) The Raj begins with the Proclamation, so that is first. (2) The British spent the next decades trying to win support: Empress comes before any organised opposition. (3) The INC must exist before the British try to divide Bengal to weaken it. (4) Partition causes Swadeshi (including the new Council of Education), and the reversal comes last.
Parallel worked example for Support (model it, do not give the task answer): Put these Norman events in order: the Domesday Book (1086); William crowned king (1066); the Harrying of the North (1069). Coronation first, 1066.; Then the Harrying, 1069.; Then Domesday, 1086.. Answer: William crowned king (1066); Harrying of the North (1069); Domesday Book (1086).
Core — reveal the hint only on request: Promise, Empress, Congress, partition, Council, reversal. Each British action produces an Indian response.
Stretch — no help; when finished: Explain how the sequence shows a pattern of action and reaction between the British and Indian opposition.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early Raj: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of the early British Raj in the order they happened.
Support — work through the steps with the group: (1) The Raj begins with the Proclamation, so that is first. (2) The British spent the next decades trying to win support: Empress comes before any organised opposition. (3) The INC must exist before the British try to divide Bengal to weaken it. (4) Partition causes Swadeshi (including the new Council of Education), and the reversal comes last.
Parallel worked example for Support (model it, do not give the task answer): Put these Norman events in order: the Domesday Book (1086); William crowned king (1066); the Harrying of the North (1069). Coronation first, 1066.; Then the Harrying, 1069.; Then Domesday, 1086.. Answer: William crowned king (1066); Harrying of the North (1069); Domesday Book (1086).
Core — reveal the hint only on request: Promise, Empress, Congress, partition, Council, reversal. Each British action produces an Indian response.
Stretch — no help; when finished: Explain how the sequence shows a pattern of action and reaction between the British and Indian opposition.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LONG-term impact of the Swadeshi movement?
Support — work through the steps with the group: (1) Ask of each option: did this happen during the movement, or long afterwards? (2) Arrests, expulsions and one year's sales all happened at the time: short-term. (3) Something that shaped leaders decades later is long-term. (4) Which option mentions the future?
Parallel worked example for Support (model it, do not give the task answer): Which is a long-term impact of the Norman Conquest: a village is burned in the Harrying of the North, or French words become part of the English language? A burned village is one event at the time: short-term.; Words still used in English today is a change that lasted: long-term.. Answer: French words entering English is the long-term impact..
Core — reveal the hint only on request: Three options describe the years 1905 to 1911. One reaches into the 1920s and beyond.
Stretch — no help; when finished: Explain how a short-term impact (the 1911 reversal of partition) helped to create the long-term one (leaders believing boycotts could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LONG-term impact of the Swadeshi movement?
Support — work through the steps with the group: (1) Ask of each option: did this happen during the movement, or long afterwards? (2) Arrests, expulsions and one year's sales all happened at the time: short-term. (3) Something that shaped leaders decades later is long-term. (4) Which option mentions the future?
Parallel worked example for Support (model it, do not give the task answer): Which is a long-term impact of the Norman Conquest: a village is burned in the Harrying of the North, or French words become part of the English language? A burned village is one event at the time: short-term.; Words still used in English today is a change that lasted: long-term.. Answer: French words entering English is the long-term impact..
Core — reveal the hint only on request: Three options describe the years 1905 to 1911. One reaches into the 1920s and beyond.
Stretch — no help; when finished: Explain how a short-term impact (the 1911 reversal of partition) helped to create the long-term one (leaders believing boycotts could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1877 Queen Victoria was given the title ___ of India.
Answer: In 1877 Queen Victoria was given the title Empress of India.. In 1877 the British made Victoria Empress of India and used her as a figurehead to win support for British rule.
Source of this question: gate item 1 re-asked (options rotated) — this chapter has no third quick-check module.
The ebook also holds task 3, "Why did opposition to British rule grow?",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early Raj: the order of events. Reveal the answer; pupils mark their own work in a different colour, then read the "why" together. Same destination for every lane, so one answer serves the whole class.
Answer: Queen Victoria's Proclamation promises to respect Indian religions (1858)  (F); Queen Victoria is made Empress of India (1877)  (B); The Indian National Congress is formed (1885)  (C); Lord Curzon partitions Bengal (1905)  (D); The National Council of Education is founded in Bengal (1906)  (A); The British reverse the partition and Bengal is reunited (1911)  (E)
Why: 1858 Proclamation; 1877 Empress; 1885 INC; 1905 partition; 1906 National Council of Education; 1911 reunification. The British act, Indians respond, the British are forced to react.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Short-term or long-term?. Reveal the answer; pupils mark their own work in a different colour, then read the "why" together. Same destination for every lane, so one answer serves the whole class.
Answer: B   Future leaders such as Mohandas Gandhi were inspired by its methods
Why: Long-term impacts outlast the events that caused them. Gandhi's campaigns of the 1920s and 1930s used Swadeshi's boycott methods; the arrests, expulsions and lost sales belonged to the moment.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In 1877 Queen Victoria was given the title Empress of India.
Why: In 1877 the British made Victoria Empress of India and used her as a figurehead to win support for British rule.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20522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British Raj, 1858–1918: a fresh start, and growing opposition</a:t>
            </a:r>
            <a:endParaRPr lang="en-US" sz="2800" dirty="0"/>
          </a:p>
        </p:txBody>
      </p:sp>
      <p:sp>
        <p:nvSpPr>
          <p:cNvPr id="11" name="lessons-card"/>
          <p:cNvSpPr/>
          <p:nvPr/>
        </p:nvSpPr>
        <p:spPr>
          <a:xfrm>
            <a:off x="548640" y="3947668"/>
            <a:ext cx="5287975" cy="1290320"/>
          </a:xfrm>
          <a:prstGeom prst="roundRect">
            <a:avLst>
              <a:gd name="adj" fmla="val 5669"/>
            </a:avLst>
          </a:prstGeom>
          <a:solidFill>
            <a:srgbClr val="F4F0EC"/>
          </a:solidFill>
          <a:ln/>
        </p:spPr>
      </p:sp>
      <p:sp>
        <p:nvSpPr>
          <p:cNvPr id="12" name="lessons"/>
          <p:cNvSpPr txBox="1"/>
          <p:nvPr/>
        </p:nvSpPr>
        <p:spPr>
          <a:xfrm>
            <a:off x="685800" y="40391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the British Raj, 1858–1918</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1877 Queen Victoria was given the title ___ of India.</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Empress  ·  Viceroy  ·  Nawab</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was the Indian National Congress formed in 1885?</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campaign for India to be free from British control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run the new railways across India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help the British collect taxes more fairly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recruit sepoys for the Company's army</a:t>
            </a:r>
            <a:endParaRPr lang="en-US" sz="18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 boycott?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public statement from the Queen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Refusing to buy or use something as a protest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Splitting a region into two separate parts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Soldiers refusing to follow orders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Empress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1877 Queen Victoria was given the title ___ of India.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In 1877 the British made Victoria Empress of India and used her as a figurehead to win support for British rule.</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EE3CD"/>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To campaign for India to be free from British control</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INC was formed in 1885 by Indians who believed India should be free from British control. It held meetings and demonstrations, which the British ignored.</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Refusing to buy or use something as a protest</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a boycott?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boycott is a protest by refusal: Swadeshi supporters refused to buy British cloth and salt or to use British schools and courts.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Viceroy</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official who governed India for the British Crown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Lord Curzon was Viceroy of India from 1899 to 1905.</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Empress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female ruler of an empire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Queen Victoria was made Empress of India in 1877.</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Indian National Congress</a:t>
            </a:r>
            <a:endParaRPr lang="en-US" sz="2600" dirty="0"/>
          </a:p>
        </p:txBody>
      </p:sp>
      <p:sp>
        <p:nvSpPr>
          <p:cNvPr id="23" name="word-rule"/>
          <p:cNvSpPr/>
          <p:nvPr/>
        </p:nvSpPr>
        <p:spPr>
          <a:xfrm>
            <a:off x="8310677" y="2558288"/>
            <a:ext cx="3149498" cy="0"/>
          </a:xfrm>
          <a:prstGeom prst="line">
            <a:avLst/>
          </a:prstGeom>
          <a:ln w="12700">
            <a:solidFill>
              <a:srgbClr val="CCB9A8"/>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political group formed in 1885 to work for India's freedom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Indian National Congress held meetings and demonstrations.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partition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splitting a region or country into separate parts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partition of Bengal made many Indians angry.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boycott</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refusing to buy or use something as a protest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Indians organised a boycott of British cloth.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Swadeshi</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movement that boycotted British goods and made Indian ones instead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Swadeshi movement encouraged people to weave cloth at home.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1858 Queen Victoria made a Proclamation to the people of India.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She promised to respect their religions and to let Indians work in government.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1877 she was made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Empress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India.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British built railways, roads and canals across India.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said this was for India's good.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the railways mainly moved goods for trade and carried troops.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Indians wanted to rule themselves.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1885 they formed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Indian National Congress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British took no notice of its demands.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Viceroy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Lord Curzon, split Bengal in two to weaken the movement.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Indians answered with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Swadeshi</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movement.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boycotted British cloth, salt, schools and courts.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1911 the British gave in and reunited Bengal.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fresh start?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Notice the word appear. When you write about the Raj, separate what the British said they were doing from what the evidence shows they did.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Company had always had a difficult reputation in Britain, but most politicians and powerful people were making money from its exploitation of India, so they did not protest too hard.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After 1858 Queen Victoria wanted a fresh start, leaving the Company's mistakes and terrible reputation behind.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puts it sharply. The Company's main priority had been to make as much money as 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Railways and brotherhood: who gained?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Significant means important. To argue someone was significant, point to what they did and what it changed; to argue they were not, point to how they were treated.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past, many people justified the British Empire by listing the benefits the British claimed to have brought to India: wealth, Christianity and what they called civilisation.</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second argument made by apologists was brotherhood: that the Empire was one big family, and India gained by belonging to it.</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Yet when Singh asked to represent India at the peace conference in Paris, the British refused.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Indian National Congress and divide and rule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Divide and rule needs two steps in your explanation: how the British divided people, and WHY a divided people could not resist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Many Indians believed India should be free from British control.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growing support for independence worried the British. Lord Curzon, Viceroy of India from 1899 to 1905, announced plans to partition Bengal, splitting it into separate regions.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People in India were strongly against it. Many Hindus were angry that a province with a Muslim majority had been created, which set the two communities against each 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Swadeshi movement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Swadeshi means, roughly, of our own country. Every part of the movement (home-made cloth, Indian-run schools) fits that idea.</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Indians answered the partition with the Swadeshi movement. Its aim was to cut into what British companies earned, by refusing to buy or use their goods at all.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British responded harshly. Protesters faced arrest, students who joined the boycotts were often thrown out of their colleges, and once the movement's leaders had been arrested they were hard to replace.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asks for one short-term and one long-term impact of Swadeshi.</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The Swadeshi movement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short-term and one long-term impact of the Swadeshi movement.</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Short-term impact: name something that happened during or soon after the movement. The British reversed the partition of Bengal in 1911.</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why it was important: the boycott had cost British companies money and shown that organised protest could force the British to back down.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The Swadeshi movement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short-term and one long-term impact of the Swadeshi movement.</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Long-term impact: name something still felt much later. Future leaders such as Gandhi were inspired by Swadeshi.</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why it was important: the methods of boycott and home-made cloth became the methods of the whole independence movement.</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Short-term: the partition was reversed in 1911, showing protest could work. Long-term: Gandhi and others took up its methods, which shaped the road to independence.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early Raj: the order of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of the early British Raj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National Council of Education is founded in Bengal (1906)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Queen Victoria is made Empress of India (1877)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Indian National Congress is formed (1885)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Lord Curzon partitions Bengal (1905)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British reverse the partition and Bengal is reunited (1911)</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Queen Victoria's Proclamation promises to respect Indian religions (1858)</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The early Raj: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early Raj: the order of events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Raj begins with the Proclamation, so that is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British spent the next decades trying to win support: Empress comes before any organised opposition.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INC must exist before the British try to divide Bengal to weaken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Partition causes Swadeshi (including the new Council of Education), and the reversal comes last.</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Promise, Empress, Congress, partition, Council, reversal. Each British action produces an Indian response.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sequence shows a pattern of action and reaction between the British and Indian opposition.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is a LONG-term impact of the Swadeshi movement?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Protesters were arrested by the British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Future leaders such as Mohandas Gandhi were inspired by its methods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Students who joined the boycotts were thrown out of their colleges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Shops in Bengal sold less cloth from Lancashire that year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Short-term or long-term?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of these is a LONG-term impact of the Swadeshi movement?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option: did this happen during the movement, or long afterwards?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Arrests, expulsions and one year's sales all happened at the time: short-term.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that shaped leaders decades later is long-term.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option mentions the future?</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options describe the years 1905 to 1911. One reaches into the 1920s and beyond.</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short-term impact (the 1911 reversal of partition) helped to create the long-term one (leaders believing boycotts could work).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9921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1877 Queen Victoria was given the title ___ of India.</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Empress   ·   Viceroy   ·   Nawab</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early Raj: the order of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Queen Victoria's Proclamation promises to respect Indian religions (1858)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Queen Victoria is made Empress of India (1877)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Indian National Congress is formed (1885)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Lord Curzon partitions Bengal (1905)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National Council of Education is founded in Bengal (1906)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British reverse the partition and Bengal is reunited (1911)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1858 Proclamation; 1877 Empress; 1885 INC; 1905 partition; 1906 National Council of Education; 1911 reunification. The British act, Indians respond, the British are forced to react.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LONG-term impact of the Swadeshi movement?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Future leaders such as Mohandas Gandhi were inspired by its methods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Long-term impacts outlast the events that caused them. Gandhi's campaigns of the 1920s and 1930s used Swadeshi's boycott methods; the arrests, expulsions and lost sales belonged to the moment.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1877 Queen Victoria was given the title ___ of India.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In 1877 Queen Victoria was given the title Empress of India.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1877 the British made Victoria Empress of India and used her as a figurehead to win support for British rule.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4: The British Raj, 1858–1918: a fresh start, and growing opposition</dc:title>
  <dc:subject>History · Year 8</dc:subject>
  <dc:creator>Dr Vitor Merissi de Carvalho</dc:creator>
  <cp:lastModifiedBy>Dr Vitor Merissi de Carvalho</cp:lastModifiedBy>
  <cp:revision>1</cp:revision>
  <dcterms:created xsi:type="dcterms:W3CDTF">2026-10-19T06:07:50Z</dcterms:created>
  <dcterms:modified xsi:type="dcterms:W3CDTF">2026-10-19T06:07:50Z</dcterms:modified>
</cp:coreProperties>
</file>