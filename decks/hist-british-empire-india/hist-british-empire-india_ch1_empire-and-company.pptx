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725b07-101d-f77d-ced4-a771c7a5a3ea}">
          <p14:sldIdLst>
            <p14:sldId id="256"/>
          </p14:sldIdLst>
        </p14:section>
        <p14:section name="Gate" id="{a3614fe1-810e-644c-0a81-c660cc5f5b7b}">
          <p14:sldIdLst>
            <p14:sldId id="257"/>
            <p14:sldId id="258"/>
            <p14:sldId id="259"/>
          </p14:sldIdLst>
        </p14:section>
        <p14:section name="Pre-teach" id="{7fbbe7f9-1ea1-d7c7-f6ad-b274516bd8fe}">
          <p14:sldIdLst>
            <p14:sldId id="260"/>
            <p14:sldId id="261"/>
          </p14:sldIdLst>
        </p14:section>
        <p14:section name="Read-along" id="{4f5ca55f-5fad-3ec6-2a5c-f89f352f7d9c}">
          <p14:sldIdLst>
            <p14:sldId id="262"/>
            <p14:sldId id="263"/>
          </p14:sldIdLst>
        </p14:section>
        <p14:section name="Teach" id="{d24f4f6a-05a2-108e-e7b0-c49d52ddfe2c}">
          <p14:sldIdLst>
            <p14:sldId id="264"/>
            <p14:sldId id="265"/>
            <p14:sldId id="266"/>
            <p14:sldId id="267"/>
            <p14:sldId id="268"/>
            <p14:sldId id="269"/>
          </p14:sldIdLst>
        </p14:section>
        <p14:section name="Routes" id="{2c03071f-4a14-a16b-8012-52295e7667fe}">
          <p14:sldIdLst>
            <p14:sldId id="270"/>
            <p14:sldId id="271"/>
            <p14:sldId id="272"/>
            <p14:sldId id="273"/>
          </p14:sldIdLst>
        </p14:section>
        <p14:section name="Close" id="{26617d59-f98d-a005-ade9-796f459fd767}">
          <p14:sldIdLst>
            <p14:sldId id="274"/>
          </p14:sldIdLst>
        </p14:section>
        <p14:section name="Answers" id="{973b8f80-d83f-7021-1c90-eda8e09a5609}">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Why Britain wanted an empire, and how a company took control of India. What an empire is, why Britain wanted one, what the East India Company was, how the Mughal Empire collapsed, and how the Battle of Plassey turned traders into rulers.
This deck covers the department's lesson: 1 (Taking Control, 1600–1757: How did the East India Company take control of India?).
Read the big question aloud: "How much change did the British Empire bring to India?"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did the Royal Charter of 1600 give the East India Company?  →  C   A monopoly: it was the only English company allowed to trade with India
2. In which year did the Emperor Aurangzeb die, starting the collapse of the Mughal Empire?  →  1707
3. How did Robert Clive win the Battle of Plassey in 1757?  →  C   He secretly offered the Nawab's officers money and power, so most of the Nawab's soldiers refused to fight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did the Royal Charter of 1600 give the East India Company?  →  C   A monopoly: it was the only English company allowed to trade with India
2. In which year did the Emperor Aurangzeb die, starting the collapse of the Mughal Empire?  →  1707
3. How did Robert Clive win the Battle of Plassey in 1757?  →  C   He secretly offered the Nawab's officers money and power, so most of the Nawab's soldiers refused to fight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 monopoly: it was the only English company allowed to trade with India. The Charter from Queen Elizabeth I gave the Company a monopoly on English trade with India, and the right to keep its own army. It did not give the Company any land.
2. 1707. Aurangzeb, the last great Mughal emperor, died in 1707. His family then fought for control, and by 1720 the Empire had collapsed.
3. C   He secretly offered the Nawab's officers money and power, so most of the Nawab's soldiers refused to fight. Clive used divide and rule: he bribed the Nawab's key officers in secret, so most of the Indian soldiers would not fight, and his small force won easily.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Empire: a group of countries and colonies controlled by one powerful country. Example: "The British Empire was once the largest empire in the world."
• colony: a country that is part of an empire and controlled by another country. Example: "By 1750 Britain had colonies in North America, West Africa and India."
• monopoly: when only one company is allowed to do business somewhere. Example: "The East India Company had a monopoly on English trade with India."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resources: useful materials and items a country has, such as cotton and tea. Example: "Britain wanted the resources it could take from its colonies."
• Royal Charter: a document from the monarch giving a company special rights. Example: "Queen Elizabeth I gave the Company its Royal Charter in 1600."
• Nawab: an Indian prince who ruled a region after the Mughal Empire collapsed. Example: "The Nawab of Bengal attacked the Company's base at Calcutta."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An empire is a group of countries ruled by one powerful country.
2. In the 1600s, England began to build an empire.
3. It wanted resources, trade and power.
4. The government did not send its own ships.
5. Instead it let private companies explore and trade for it.
6. The East India Company was set up in 1600.
7. Queen Elizabeth I gave it a Royal Charter.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Charter made it the only English company allowed to trade with India.
9. India was ruled by the rich and powerful Mughal Empire.
10. The Mughals let the Company trade as long as it paid taxes.
11. After the Emperor Aurangzeb died in 1707, the Mughal Empire broke apart.
12. In 1757 the Company won the Battle of Plassey in Bengal.
13. From then on, the Company was a ruler, not just a business.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an empire, and why did Britain want one?. Say it in your own words, then check understanding with a quick question: ask a pupil from the pre-teach group first, since they met these words and ideas before the lesson. Pupils try to recall before you re-explain.
An empire is a group of countries and colonies controlled by one powerful country, often called the mother country. A colony is one of those controlled countries. To colonise a place means to send settlers there and take control of it. Your big question for this unit is about change and continuity: how much did the British Empire change India, and what stayed the same? You used the same idea in Year 7 when you judged how much William the Conqueror and the Plantagenets changed England.
English exploration and empire building did not start properly until the reign of Queen Elizabeth I, from 1558 to 1603. By 1615, England had colonies in North America, English explorers had sailed around the world, and English companies had trading posts in India. By 1750 the British Empire included colonies in North America, West Africa and India.
Your lesson gives six reasons why Britain wanted an empire. Resources: colonies gave Britain materials such as cotton and tea to use at home. Strategic reasons: controlling other countries protected Britain's own interests. Weak countries: some lands were easy to conquer because their people had weaker technology or their societies were divided. Trade: new countries meant new customers, which made Britain rich. Competition: European countries raced to have the biggest empire. Religion: some wanted to bring Christianity to people they wrongly called ‘uncivilised’.
Tip: Learn the six reasons as two groups of three: things Britain wanted to GET (resources, trade, strategic safety) and things Britain wanted to BE (strongest in Europe, a Christian empire, a conqueror of weaker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did Britain get an empire? The East India Company. Say it in your own words, then check understanding with a quick question: ask a pupil from the pre-teach group first, since they met these words and ideas before the lesson. Pupils try to recall before you re-explain.
In the 1600s the British government hired private companies to explore the world for it. This was cheaper than buying ships, hiring crews and paying for supplies itself. As the companies explored and traded, Britain's influence and power grew with them. The most important of these companies in the East was the East India Company, usually shortened to the EIC.
In 1600 Queen Elizabeth I granted the Company a Royal Charter to trade with India. The Charter gave it a monopoly: it was the only English company allowed to trade there. The Charter also gave the Company the right to keep its own private army. By 1608 the first Company ships were arriving in India, and trading posts, which the Company called factories, were set up soon after. Its headquarters, East India House, stood in London.
Why India? India had diamonds, tea, silk, spices, cotton and saltpetre, which is used to make gunpowder. None of these could be found in Britain, so they would sell for very high prices and make the Company very rich. Some spices were worth as much as their own weight in gold, because India was the only place they grew. The Company's aim in the 1600s was to make as much money as possible for its owners and shareholders. It did not set out to build an empire.
Tip: A monopoly is about ONE company, not one country. The Charter stopped other English companies competing with the EIC in India; it did not stop the Dutch, Portuguese or French.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Mughals and the Company, 1600–1720. Say it in your own words, then check understanding with a quick question: ask a pupil from the pre-teach group first, since they met these words and ideas before the lesson. Pupils try to recall before you re-explain.
When the Company arrived, India was ruled by the Mughal Empire, which you studied in Year 7. By 1700 the Mughal Empire covered nearly all of India and was one of the richest countries on the planet under its last great emperor, Aurangzeb. The Company did not invade or conquer India in the 1600s. Instead, Mughal emperors gave it permission to trade as long as it paid taxes and supplied European goods. In 1634 the Emperor Shah Jahan extended the agreement to cover an even bigger part of India. For both sides this was a happy arrangement: the Company made money and the Mughals received taxes and goods.
This changed in 1707, when Aurangzeb died. His family fought for control of the Empire, which weakened and divided it. By 1720 the Mughal Empire had collapsed. India became a collection of smaller states ruled by Nawabs, Indian princes. With no strong emperor, the East India Company was now the most powerful group in India.
To protect its business the Company built up its private army and made agreements with the local Nawabs: it paid taxes to a Nawab in return for the right to trade in his region. One of these agreements was with the Nawab of Bengal, who set rules and taxes for the Company to follow.
Tip: Notice the pattern: while the Mughals were strong, someone could make the Company follow rules. Remember that when you reach Company rule in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Battle of Plassey, 1757: from traders to rulers. Say it in your own words, then check understanding with a quick question: ask a pupil from the pre-teach group first, since they met these words and ideas before the lesson. Pupils try to recall before you re-explain.
In 1756 the Nawab of Bengal, Siraj ud-Daulah, attacked the Company's base at Calcutta. He accused the Company of breaking his rules and of not paying the taxes it owed him. The Company sent Robert Clive to Calcutta to defeat the Nawab and secure its position.
In 1757 Clive faced the Nawab at the Battle of Plassey. Clive had only about 3,000 men; the Nawab had about 40,000, with support from France. But Clive used a divide and rule strategy. In secret, he offered the Nawab's key military officers money and positions of power if they did not fight. Most of the Nawab's soldiers refused to fight, and Clive won easily. Clive then used his victory to make himself rich: your lesson says he took the equivalent of £250 million in today's money from the Nawab and from Bengal, and carried precious jewels back to England.
Plassey was a turning point. The Company officially took control of Bengal and changed from a business focused on trade and profit into the ruler of a large part of India. In 1765 it took charge of all tax collection in Bengal, a job that belongs to rulers, not to private companies. In the years that followed it used its private army and the same divide and rule strategy to take control of most of India. The British Empire in India had begun.
Worked example — model it step by step, thinking aloud: Explain why India was ‘easy’ to conquer in 1757. Refer to Aurangzeb and to what happened after his death. (1) Point: India was easy to conquer in 1757 because the Mughal Empire that had held it together had collapsed. (2) Evidence: after Aurangzeb died in 1707 his family fought for control, and by 1720 the Empire had broken into smaller states ruled by Nawabs. (3) Explain: a divided India could not unite against the Company, and Clive could use divide and rule, paying the Nawab's own officers not to fight at Plassey. (4) Link: so the Company did not need a huge army; India's division did much of the work for it. Answer: Point, evidence, explain, link: the Mughal collapse after 1707 left India divided into Nawab-ruled states, so the Company could pick them off one at a time and buy off the Nawab's officers at Plassey..
Tip: Divide and rule appears three times in this unit: Plassey in 1757, the partition of Bengal in 1905, and the use of caste and religion under the Raj. Keep a running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Battle of Plassey, 1757: from traders to rulers. Say it in your own words, then check understanding with a quick question: ask a pupil from the pre-teach group first, since they met these words and ideas before the lesson. Pupils try to recall before you re-explain.
In 1756 the Nawab of Bengal, Siraj ud-Daulah, attacked the Company's base at Calcutta. He accused the Company of breaking his rules and of not paying the taxes it owed him. The Company sent Robert Clive to Calcutta to defeat the Nawab and secure its position.
In 1757 Clive faced the Nawab at the Battle of Plassey. Clive had only about 3,000 men; the Nawab had about 40,000, with support from France. But Clive used a divide and rule strategy. In secret, he offered the Nawab's key military officers money and positions of power if they did not fight. Most of the Nawab's soldiers refused to fight, and Clive won easily. Clive then used his victory to make himself rich: your lesson says he took the equivalent of £250 million in today's money from the Nawab and from Bengal, and carried precious jewels back to England.
Plassey was a turning point. The Company officially took control of Bengal and changed from a business focused on trade and profit into the ruler of a large part of India. In 1765 it took charge of all tax collection in Bengal, a job that belongs to rulers, not to private companies. In the years that followed it used its private army and the same divide and rule strategy to take control of most of India. The British Empire in India had begun.
Worked example — model it step by step, thinking aloud: Explain why India was ‘easy’ to conquer in 1757. Refer to Aurangzeb and to what happened after his death. (1) Point: India was easy to conquer in 1757 because the Mughal Empire that had held it together had collapsed. (2) Evidence: after Aurangzeb died in 1707 his family fought for control, and by 1720 the Empire had broken into smaller states ruled by Nawabs. (3) Explain: a divided India could not unite against the Company, and Clive could use divide and rule, paying the Nawab's own officers not to fight at Plassey. (4) Link: so the Company did not need a huge army; India's division did much of the work for it. Answer: Point, evidence, explain, link: the Mughal collapse after 1707 left India divided into Nawab-ruled states, so the Company could pick them off one at a time and buy off the Nawab's officers at Plassey..
Tip: Divide and rule appears three times in this unit: Plassey in 1757, the partition of Bengal in 1905, and the use of caste and religion under the Raj. Keep a running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Battle of Plassey, 1757: from traders to rulers. Say it in your own words, then check understanding with a quick question: ask a pupil from the pre-teach group first, since they met these words and ideas before the lesson. Pupils try to recall before you re-explain.
In 1756 the Nawab of Bengal, Siraj ud-Daulah, attacked the Company's base at Calcutta. He accused the Company of breaking his rules and of not paying the taxes it owed him. The Company sent Robert Clive to Calcutta to defeat the Nawab and secure its position.
In 1757 Clive faced the Nawab at the Battle of Plassey. Clive had only about 3,000 men; the Nawab had about 40,000, with support from France. But Clive used a divide and rule strategy. In secret, he offered the Nawab's key military officers money and positions of power if they did not fight. Most of the Nawab's soldiers refused to fight, and Clive won easily. Clive then used his victory to make himself rich: your lesson says he took the equivalent of £250 million in today's money from the Nawab and from Bengal, and carried precious jewels back to England.
Plassey was a turning point. The Company officially took control of Bengal and changed from a business focused on trade and profit into the ruler of a large part of India. In 1765 it took charge of all tax collection in Bengal, a job that belongs to rulers, not to private companies. In the years that followed it used its private army and the same divide and rule strategy to take control of most of India. The British Empire in India had begun.
Worked example — model it step by step, thinking aloud: Explain why India was ‘easy’ to conquer in 1757. Refer to Aurangzeb and to what happened after his death. (1) Point: India was easy to conquer in 1757 because the Mughal Empire that had held it together had collapsed. (2) Evidence: after Aurangzeb died in 1707 his family fought for control, and by 1720 the Empire had broken into smaller states ruled by Nawabs. (3) Explain: a divided India could not unite against the Company, and Clive could use divide and rule, paying the Nawab's own officers not to fight at Plassey. (4) Link: so the Company did not need a huge army; India's division did much of the work for it. Answer: Point, evidence, explain, link: the Mughal collapse after 1707 left India divided into Nawab-ruled states, so the Company could pick them off one at a time and buy off the Nawab's officers at Plassey..
Tip: Divide and rule appears three times in this unit: Plassey in 1757, the partition of Bengal in 1905, and the use of caste and religion under the Raj. Keep a running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the Company took control: the order of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the order they happened.
Support — work through the steps with the group: (1) Find the event that lets the Company exist at all: the Charter. That is first. (2) The Mughals must weaken before the Company can take over. Aurangzeb's death comes before the collapse. (3) Ask what provoked Plassey: the attack on Calcutta happened the year before the battle. (4) Tax collection is the Company behaving as a ruler, which only makes sense after it has won.
Parallel worked example for Support (model it, do not give the task answer): Put these Norman Conquest events in order: the Domesday Book (1086); the Battle of Hastings (1066); the Harrying of the North (1069). William has to win before he can do anything else: Hastings, 1066.; He then punished the rebellious north: the Harrying, 1069.; Last, he recorded what he owned: Domesday, 1086.. Answer: Battle of Hastings (1066); Harrying of the North (1069); Domesday Book (1086).
Core — reveal the hint only on request: Charter first, tax collection last. In between: the emperor dies, the Empire collapses, Calcutta is attacked, Plassey is fought.
Stretch — no help; when finished: Explain which TWO of these events you think mattered most in turning the Company from traders into rulers, and why those two rather than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the Company took control: the order of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the order they happened.
Support — work through the steps with the group: (1) Find the event that lets the Company exist at all: the Charter. That is first. (2) The Mughals must weaken before the Company can take over. Aurangzeb's death comes before the collapse. (3) Ask what provoked Plassey: the attack on Calcutta happened the year before the battle. (4) Tax collection is the Company behaving as a ruler, which only makes sense after it has won.
Parallel worked example for Support (model it, do not give the task answer): Put these Norman Conquest events in order: the Domesday Book (1086); the Battle of Hastings (1066); the Harrying of the North (1069). William has to win before he can do anything else: Hastings, 1066.; He then punished the rebellious north: the Harrying, 1069.; Last, he recorded what he owned: Domesday, 1086.. Answer: Battle of Hastings (1066); Harrying of the North (1069); Domesday Book (1086).
Core — reveal the hint only on request: Charter first, tax collection last. In between: the emperor dies, the Empire collapses, Calcutta is attacked, Plassey is fought.
Stretch — no help; when finished: Explain which TWO of these events you think mattered most in turning the Company from traders into rulers, and why those two rather than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reason for empire?.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Company shipped cotton, tea and spices from India to be used and sold in Britain. Which reason for wanting an empire does this show best?
Support — work through the steps with the group: (1) Ask: what is being gained here? Things, land, safety, or souls? (2) If it is useful materials or items taken home, the reason is resources. (3) If it is a race against Spain, France or the Dutch, the reason is competition. (4) If it is about protecting Britain, the reason is strategic; if it is about Christianity, the reason is religion.
Parallel worked example for Support (model it, do not give the task answer): England and Spain each tried to claim more land than the other in the Americas. Which reason for wanting an empire does this show best? What is being gained? Not goods: a bigger empire than a rival.; Racing a rival for the biggest empire is competition.. Answer: Competition.
Core — reveal the hint only on request: Look at what is physically being moved. If goods are travelling to Britain, the reason is about those goods.
Stretch — no help; when finished: Explain why resources and trade are different reasons even though both involve goods. Use the Company's cotton as your example of resources and the sale of British goods in India as your example of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reason for empire?.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Company shipped cotton, tea and spices from India to be used and sold in Britain. Which reason for wanting an empire does this show best?
Support — work through the steps with the group: (1) Ask: what is being gained here? Things, land, safety, or souls? (2) If it is useful materials or items taken home, the reason is resources. (3) If it is a race against Spain, France or the Dutch, the reason is competition. (4) If it is about protecting Britain, the reason is strategic; if it is about Christianity, the reason is religion.
Parallel worked example for Support (model it, do not give the task answer): England and Spain each tried to claim more land than the other in the Americas. Which reason for wanting an empire does this show best? What is being gained? Not goods: a bigger empire than a rival.; Racing a rival for the biggest empire is competition.. Answer: Competition.
Core — reveal the hint only on request: Look at what is physically being moved. If goods are travelling to Britain, the reason is about those goods.
Stretch — no help; when finished: Explain why resources and trade are different reasons even though both involve goods. Use the Company's cotton as your example of resources and the sale of British goods in India as your example of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did the Royal Charter of 1600 give the East India Company?
Answer: B   A monopoly: it was the only English company allowed to trade with India. The Charter from Queen Elizabeth I gave the Company a monopoly on English trade with India, and the right to keep its own army. It did not give the Company any land.
Source of this question: gate item 1 re-asked (options rotated) — this chapter has no third quick-check module.
The ebook also holds task 3, "Why Plassey was a turning point",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the Company took control: the order of events. Reveal the answer; pupils mark their own work in a different colour, then read the "why" together. Same destination for every lane, so one answer serves the whole class.
Answer: Queen Elizabeth I grants the East India Company a Royal Charter (1600)  (D); The Emperor Aurangzeb dies and his family fights for control (1707)  (C); The Mughal Empire has collapsed and India is ruled by Nawabs (1720)  (E); Siraj ud-Daulah, Nawab of Bengal, attacks the Company's base at Calcutta (1756)  (B); Robert Clive defeats the Nawab at the Battle of Plassey (1757)  (A); The Company takes charge of all tax collection in Bengal (1765)  (F)
Why: 1600 Charter; 1707 Aurangzeb dies; 1720 collapse complete; 1756 attack on Calcutta; 1757 Plassey; 1765 tax collection. The Company grows stronger exactly as the Mughals grow weaker.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reason for empire?. Reveal the answer; pupils mark their own work in a different colour, then read the "why" together. Same destination for every lane, so one answer serves the whole class.
Answer: A   Resources
Why: Resources are the useful materials and items a country wants. Cotton, tea, spices, timber, saltpetre and sugar were all taken from colonies to be used or sold in Britain.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monopoly: it was the only English company allowed to trade with India
Why: The Charter from Queen Elizabeth I gave the Company a monopoly on English trade with India, and the right to keep its own army. It did not give the Company any land.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British Empire: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British Empire: India · AQA KS3 → 8145</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Why Britain wanted an empire, and how a company took control of India</a:t>
            </a:r>
            <a:endParaRPr lang="en-US" sz="2800" dirty="0"/>
          </a:p>
        </p:txBody>
      </p:sp>
      <p:sp>
        <p:nvSpPr>
          <p:cNvPr id="11" name="lessons-card"/>
          <p:cNvSpPr/>
          <p:nvPr/>
        </p:nvSpPr>
        <p:spPr>
          <a:xfrm>
            <a:off x="548640" y="4102608"/>
            <a:ext cx="5287975" cy="980440"/>
          </a:xfrm>
          <a:prstGeom prst="roundRect">
            <a:avLst>
              <a:gd name="adj" fmla="val 7461"/>
            </a:avLst>
          </a:prstGeom>
          <a:solidFill>
            <a:srgbClr val="F4F0EC"/>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Taking Control, 1600–1757</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much change did the British Empire bring to India?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did the Royal Charter of 1600 give the East India Company?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Ownership of all the land in India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right to collect taxes across the whole of India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monopoly: it was the only English company allowed to trade with India</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share of the Mughal emperor's treasure</a:t>
            </a:r>
            <a:endParaRPr lang="en-US" sz="22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the Emperor Aurangzeb die, starting the collapse of the Mughal Empire?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did Robert Clive win the Battle of Plassey in 1757?</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Mughal emperor sent his own army to help him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France sent warships to support the Company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secretly offered the Nawab's officers money and power, so most of the Nawab's soldiers refused to fight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army of 40,000 was far bigger than the Nawab's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EE3CD"/>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monopoly: it was the only English company allowed to trade with India</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Charter from Queen Elizabeth I gave the Company a monopoly on English trade with India, and the right to keep its own army. It did not give the Company any land.</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1707</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did the Emperor Aurangzeb die, starting the collapse of the Mughal Empire?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Aurangzeb, the last great Mughal emperor, died in 1707. His family then fought for control, and by 1720 the Empire had collapsed.</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2318512"/>
          </a:xfrm>
          <a:prstGeom prst="roundRect">
            <a:avLst>
              <a:gd name="adj" fmla="val 4733"/>
            </a:avLst>
          </a:prstGeom>
          <a:solidFill>
            <a:srgbClr val="EEE3CD"/>
          </a:solidFill>
          <a:ln w="19050">
            <a:solidFill>
              <a:srgbClr val="B8862B"/>
            </a:solidFill>
            <a:prstDash val="solid"/>
          </a:ln>
        </p:spPr>
      </p:sp>
      <p:sp>
        <p:nvSpPr>
          <p:cNvPr id="26" name="answer"/>
          <p:cNvSpPr txBox="1"/>
          <p:nvPr/>
        </p:nvSpPr>
        <p:spPr>
          <a:xfrm>
            <a:off x="8402117" y="2428829"/>
            <a:ext cx="2966618" cy="217220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He secretly offered the Nawab's officers money and power, so most of the Nawab's soldiers refused to fight</a:t>
            </a:r>
            <a:endParaRPr lang="en-US" sz="2200" dirty="0"/>
          </a:p>
        </p:txBody>
      </p:sp>
      <p:sp>
        <p:nvSpPr>
          <p:cNvPr id="27" name="card-body"/>
          <p:cNvSpPr txBox="1"/>
          <p:nvPr/>
        </p:nvSpPr>
        <p:spPr>
          <a:xfrm>
            <a:off x="8310677" y="4857069"/>
            <a:ext cx="3149498" cy="115053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Clive used divide and rule: he bribed the Nawab's key officers in secret, so most of the…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Empire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group of countries and colonies controlled by one powerful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British Empire was once the largest empire in the world.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colony</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country that is part of an empire and controlled by another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By 1750 Britain had colonies in North America, West Africa and India.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monopoly</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only one company is allowed to do business somewhere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East India Company had a monopoly on English trade with India.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resources</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useful materials and items a country has, such as cotton and tea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Britain wanted the resources it could take from its colonies.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Royal Charter</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document from the monarch giving a company special rights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Queen Elizabeth I gave the Company its Royal Charter in 1600.</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Nawab</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Indian prince who ruled a region after the Mughal Empire collapsed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Nawab of Bengal attacked the Company's base at Calcutta.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empire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group of countries ruled by one powerful country.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1600s, England began to build an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empire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wanted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resources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trade and power.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government did not send its own ships.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Instead it let private companies explore and trade for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East India Company was set up in 1600.</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Queen Elizabeth I gave it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Royal Charter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Charter made it the only English company allowed to trade with India.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India was ruled by the rich and powerful Mughal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Empire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Mughals let the Company trade as long as it paid taxes.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the Emperor Aurangzeb died in 1707, the Mughal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Empire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broke apart.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1757 the Company won the Battle of Plassey in Bengal.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From then on, the Company was a ruler, not just a business.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What is an empire, and why did Britain want one?</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six reasons as two groups of three: things Britain wanted to GET (resources, trade, strategic safety) and things Britain wanted to BE (strongest in Europe, a Christian empire, a conqueror of weaker lands).</a:t>
            </a:r>
            <a:endParaRPr lang="en-US" sz="1800" dirty="0"/>
          </a:p>
        </p:txBody>
      </p:sp>
      <p:sp>
        <p:nvSpPr>
          <p:cNvPr id="11" name="point-card"/>
          <p:cNvSpPr/>
          <p:nvPr/>
        </p:nvSpPr>
        <p:spPr>
          <a:xfrm>
            <a:off x="548640" y="1389888"/>
            <a:ext cx="3515258" cy="3407156"/>
          </a:xfrm>
          <a:prstGeom prst="roundRect">
            <a:avLst>
              <a:gd name="adj" fmla="val 1610"/>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309876"/>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An empire is a group of countries and colonies controlled by one powerful country, often called the mother country.</a:t>
            </a:r>
            <a:endParaRPr lang="en-US" sz="2200" dirty="0"/>
          </a:p>
        </p:txBody>
      </p:sp>
      <p:sp>
        <p:nvSpPr>
          <p:cNvPr id="15" name="point-card"/>
          <p:cNvSpPr/>
          <p:nvPr/>
        </p:nvSpPr>
        <p:spPr>
          <a:xfrm>
            <a:off x="4338218" y="1389888"/>
            <a:ext cx="3515258" cy="3407156"/>
          </a:xfrm>
          <a:prstGeom prst="roundRect">
            <a:avLst>
              <a:gd name="adj" fmla="val 1610"/>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309876"/>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English exploration and empire building did not start properly until the reign of Queen Elizabeth I, from 1558 to 1603.</a:t>
            </a:r>
            <a:endParaRPr lang="en-US" sz="2200" dirty="0"/>
          </a:p>
        </p:txBody>
      </p:sp>
      <p:sp>
        <p:nvSpPr>
          <p:cNvPr id="19" name="point-card"/>
          <p:cNvSpPr/>
          <p:nvPr/>
        </p:nvSpPr>
        <p:spPr>
          <a:xfrm>
            <a:off x="8127797" y="1389888"/>
            <a:ext cx="3515258" cy="3407156"/>
          </a:xfrm>
          <a:prstGeom prst="roundRect">
            <a:avLst>
              <a:gd name="adj" fmla="val 1610"/>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309876"/>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gives six reasons why Britain wanted an empire.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How did Britain get an empire? The East India Company</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monopoly is about ONE company, not one country. The Charter stopped other English companies competing with the EIC in India; it did not stop the Dutch, Portuguese or French.</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1600s the British government hired private companies to explore the world for it.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1600 Queen Elizabeth I granted the Company a Royal Charter to trade with India.</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Why India? India had diamonds, tea, silk, spices, cotton and saltpetre, which is used to make gunpowder.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Mughals and the Company, 1600–1720</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Notice the pattern: while the Mughals were strong, someone could make the Company follow rules. Remember that when you reach Company rule in chapter 2.</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When the Company arrived, India was ruled by the Mughal Empire, which you studied in Year 7.</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This changed in 1707, when Aurangzeb died. His family fought for control of the Empire, which weakened and divided it.</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 protect its business the Company built up its private army and made agreements with the local Nawabs: it paid taxes to a Nawab in return for the right to trade in his region.</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Battle of Plassey, 1757: from traders to rulers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Divide and rule appears three times in this unit: Plassey in 1757, the partition of Bengal in 1905, and the use of caste and religion under the Raj. Keep a running list.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1756 the Nawab of Bengal, Siraj ud-Daulah, attacked the Company's base at Calcutta.</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1757 Clive faced the Nawab at the Battle of Plassey.</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Plassey was a turning point. The Company officially took control of Bengal and changed from a business focused on trade and profit into the ruler of a large part of India.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The Battle of Plassey, 1757: from traders to rulers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India was ‘easy’ to conquer in 1757. Refer to Aurangzeb and to what happened after his death.</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India was easy to conquer in 1757 because the Mughal Empire that had held it together had collapsed.</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after Aurangzeb died in 1707 his family fought for control, and by 1720 the Empire had broken into smaller states ruled by Nawabs.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The Battle of Plassey, 1757: from traders to rulers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4F0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India was ‘easy’ to conquer in 1757. Refer to Aurangzeb and to what happened after his death.</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a divided India could not unite against the Company, and Clive could use divide and rule, paying the Nawab's own officers not to fight at Plassey.</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so the Company did not need a huge army; India's division did much of the work for it.</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link: the Mughal collapse after 1707 left India divided into Nawab-ruled states, so the Company could pick them off one at a time and buy off the Nawab's officers at Plassey.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The task: How the Company took control: the order of events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these events in the order they happened.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Robert Clive defeats the Nawab at the Battle of Plassey (1757)</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Siraj ud-Daulah, Nawab of Bengal, attacks the Company's base at Calcutta (1756)</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Emperor Aurangzeb dies and his family fights for control (1707)</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Queen Elizabeth I grants the East India Company a Royal Charter (1600)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Mughal Empire has collapsed and India is ruled by Nawabs (1720)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Company takes charge of all tax collection in Bengal (1765)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How the Company took control: the order of events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How the Company took control: the order of events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event that lets the Company exist at all: the Charter. That is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Mughals must weaken before the Company can take over. Aurangzeb's death comes before the collapse.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provoked Plassey: the attack on Calcutta happened the year before the battle.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Tax collection is the Company behaving as a ruler, which only makes sense after it has won.</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Charter first, tax collection last. In between: the emperor dies, the Empire collapses, Calcutta is attacked, Plassey is fought.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TWO of these events you think mattered most in turning the Company from traders into rulers, and why those two rather than the others.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reason for empire?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Company shipped cotton, tea and spices from India to be used and sold in Britain. Which reason for wanting an empire does this show best?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Resources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Competition with other European countries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Religion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Strategic reasons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Which reason for empire?</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reason for empire?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is being gained here? Things, land, safety, or souls?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useful materials or items taken home, the reason is resources.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 race against Spain, France or the Dutch, the reason is competition.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is about protecting Britain, the reason is strategic; if it is about Christianity, the reason is religion.</a:t>
            </a:r>
            <a:endParaRPr lang="en-US" sz="1800" dirty="0"/>
          </a:p>
        </p:txBody>
      </p:sp>
      <p:sp>
        <p:nvSpPr>
          <p:cNvPr id="17" name="col-Core"/>
          <p:cNvSpPr/>
          <p:nvPr/>
        </p:nvSpPr>
        <p:spPr>
          <a:xfrm>
            <a:off x="5490762" y="2395728"/>
            <a:ext cx="2938987" cy="3749040"/>
          </a:xfrm>
          <a:prstGeom prst="roundRect">
            <a:avLst>
              <a:gd name="adj" fmla="val 1867"/>
            </a:avLst>
          </a:prstGeom>
          <a:solidFill>
            <a:srgbClr val="E4DAD1"/>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Look at what is physically being moved. If goods are travelling to Britain, the reason is about those goods.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resources and trade are different reasons even though both involve goods. Use the Company's cotton as your example of resources and the sale of British goods in India as your example of trade.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did the Royal Charter of 1600 give the East India Company?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right to collect taxes across the whole of India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monopoly: it was the only English company allowed to trade with India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share of the Mughal emperor's treasure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Ownership of all the land in India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Answers: How the Company took control: the order of events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Queen Elizabeth I grants the East India Company a Royal Charter (1600)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Emperor Aurangzeb dies and his family fights for control (1707)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Mughal Empire has collapsed and India is ruled by Nawabs (1720)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Siraj ud-Daulah, Nawab of Bengal, attacks the Company's base at Calcutta (1756)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Robert Clive defeats the Nawab at the Battle of Plassey (1757)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Company takes charge of all tax collection in Bengal (1765)  (F)</a:t>
            </a:r>
            <a:endParaRPr lang="en-US" sz="1800" dirty="0"/>
          </a:p>
        </p:txBody>
      </p:sp>
      <p:sp>
        <p:nvSpPr>
          <p:cNvPr id="10" name="why-panel"/>
          <p:cNvSpPr/>
          <p:nvPr/>
        </p:nvSpPr>
        <p:spPr>
          <a:xfrm>
            <a:off x="7955280" y="1389888"/>
            <a:ext cx="3687775" cy="4754880"/>
          </a:xfrm>
          <a:prstGeom prst="roundRect">
            <a:avLst>
              <a:gd name="adj" fmla="val 1240"/>
            </a:avLst>
          </a:prstGeom>
          <a:solidFill>
            <a:srgbClr val="F4F0EC"/>
          </a:solidFill>
          <a:ln/>
        </p:spPr>
      </p:sp>
      <p:sp>
        <p:nvSpPr>
          <p:cNvPr id="11" name="why-hex"/>
          <p:cNvSpPr/>
          <p:nvPr/>
        </p:nvSpPr>
        <p:spPr>
          <a:xfrm>
            <a:off x="8138160" y="1572768"/>
            <a:ext cx="685800" cy="593903"/>
          </a:xfrm>
          <a:prstGeom prst="hexagon">
            <a:avLst/>
          </a:prstGeom>
          <a:solidFill>
            <a:srgbClr val="7A4A1E"/>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1600 Charter; 1707 Aurangzeb dies; 1720 collapse complete; 1756 attack on Calcutta; 1757 Plassey; 1765 tax collection. The Company grows stronger exactly as the Mughals grow weaker.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reason for empire?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Company shipped cotton, tea and spices from India to be used and sold in Britain. Which reason for wanting an empire does this show best?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Resources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Resources are the useful materials and items a country wants. Cotton, tea, spices, timber, saltpetre and sugar were all taken from colonies to be used or sold in Britain.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did the Royal Charter of 1600 give the East India Company?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monopoly: it was the only English company allowed to trade with India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Charter from Queen Elizabeth I gave the Company a monopoly on English trade with India, and the right to keep its own army. It did not give the Company any 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British Empire: India · Chapter 1: Why Britain wanted an empire, and how a company took control of India</dc:title>
  <dc:subject>History · Year 8</dc:subject>
  <dc:creator>Dr Vitor Merissi de Carvalho</dc:creator>
  <cp:lastModifiedBy>Dr Vitor Merissi de Carvalho</cp:lastModifiedBy>
  <cp:revision>1</cp:revision>
  <dcterms:created xsi:type="dcterms:W3CDTF">2026-10-19T06:07:50Z</dcterms:created>
  <dcterms:modified xsi:type="dcterms:W3CDTF">2026-10-19T06:07:50Z</dcterms:modified>
</cp:coreProperties>
</file>