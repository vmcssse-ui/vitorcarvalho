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bc60ee9-b4f8-f6e9-b3ab-046461037834}">
          <p14:sldIdLst>
            <p14:sldId id="256"/>
          </p14:sldIdLst>
        </p14:section>
        <p14:section name="Gate" id="{bc08bf0b-7096-3728-7d1b-804d7344c407}">
          <p14:sldIdLst>
            <p14:sldId id="257"/>
            <p14:sldId id="258"/>
            <p14:sldId id="259"/>
          </p14:sldIdLst>
        </p14:section>
        <p14:section name="Pre-teach" id="{ea720fc2-3e48-d866-0390-52b9d2ad2b0d}">
          <p14:sldIdLst>
            <p14:sldId id="260"/>
            <p14:sldId id="261"/>
          </p14:sldIdLst>
        </p14:section>
        <p14:section name="Read-along" id="{b8a37d11-5ba3-6660-b0dc-9752dc760d7d}">
          <p14:sldIdLst>
            <p14:sldId id="262"/>
            <p14:sldId id="263"/>
          </p14:sldIdLst>
        </p14:section>
        <p14:section name="Teach" id="{6225f65d-3065-285f-0ab2-063163120b77}">
          <p14:sldIdLst>
            <p14:sldId id="264"/>
            <p14:sldId id="265"/>
            <p14:sldId id="266"/>
            <p14:sldId id="267"/>
            <p14:sldId id="268"/>
          </p14:sldIdLst>
        </p14:section>
        <p14:section name="Routes" id="{dfc6e678-cfce-9378-8858-1edbfb0a76a5}">
          <p14:sldIdLst>
            <p14:sldId id="269"/>
            <p14:sldId id="270"/>
            <p14:sldId id="271"/>
            <p14:sldId id="272"/>
          </p14:sldIdLst>
        </p14:section>
        <p14:section name="Close" id="{ce9e3fe8-8efa-690f-d06e-f0f9454a9919}">
          <p14:sldIdLst>
            <p14:sldId id="273"/>
          </p14:sldIdLst>
        </p14:section>
        <p14:section name="Answers" id="{0aaee335-d69a-94db-b7a4-9bef3b37cf8f}">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Terror: rebellions and the Harrying of the North, 1067–70. The rebellions William faced in his first years as king, the disaster at Durham, the rising of the North with Danish help, and the terror William used to end it.
This deck covers the department's lesson: 3 (Terror: how did William put down challenges to his rule, 1066–70?: How did William deal with the rebellions of 1067–69, and what do two chroniclers say about the Harrying of the North?).
Read the big question aloud: "How did William conquer and control England after 1066?"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Where was the serious rebellion against William in 1069?  →  D   Northumbria, in the North of England
2. In January 1069 Robert de Comines ignored warnings and marched into ___, the main city of Northumbria.  →  Durham
3. What happened during the Harrying of the North?  →  A   William's army burned crops, herds, tools and food across the North so that rebels had nothing to live 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Where was the serious rebellion against William in 1069?  →  D   Northumbria, in the North of England
2. In January 1069 Robert de Comines ignored warnings and marched into ___, the main city of Northumbria.  →  Durham
3. What happened during the Harrying of the North?  →  A   William's army burned crops, herds, tools and food across the North so that rebels had nothing to live 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Northumbria, in the North of England. The 1069 rebellion was in Northumbria, after Robert de Comines was killed in Durham; the Danes came to support it.
2. Durham. Robert de Comines marched into Durham, where he and his men were killed by the northerners.
3. A   William's army burned crops, herds, tools and food across the North so that rebels had nothing to live on. Harrying meant destruction: everything that could feed or shelter a rebel army was burned, and famine followed.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rebellion: rising up and fighting against the ruler. Example: "The first rebellion against William was led by Eadric the Wild."
• terror: using fear and cruelty to make people obey. Example: "William used terror to end rebellion in the North."
• Northumbria: the great earldom of the North of England. Example: "William gave Northumbria to his Norman friend Robert de Comines."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Danes: Vikings from Denmark. Example: "The Danes sailed to England to support the northern rebels."
• harrying: attacking an area again and again, destroying everything. Example: "The harrying left the North without food."
• famine: a time when there is not enough food and many people starve. Example: "Famine followed the burning of the crops."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William was king, but England was not yet conquered.
2. In 1067 a lord called Eadric the Wild rose against him.
3. In 1068 Harold Godwinson's family rebelled in Exeter.
4. William crushed both revolts with all his military strength.
5. In 1068 he gave Northumbria to his Norman friend Robert de Comines.
6. In January 1069 Robert marched into Durham, ignoring warnings.
7. An army of angry northerners was waiting, and Robert and his men were killed.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Later in 1069 the North rose again, helped by the Danes.
9. William did not have enough soldiers to control the North all the time.
10. So in the winter of 1069 to 1070 he used terror.
11. His men burned crops, herds, tools and food across the North.
12. This is called the Harrying of the North.
13. Famine followed, and many thousands of people died.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first rebellions, 1067–68. Say it in your own words, then check understanding with a quick question: ask a pupil from the pre-teach group first, since they met these words and ideas before the lesson. Pupils try to recall before you re-explain.
After securing London and Dover, William controlled the South. He now had to turn to the rebellious English earls of the North and to anyone else who refused to accept him. The first rebellion William faced was led by Eadric the Wild, from 1067 to 1068. In 1068 the family of Harold Godwinson rebelled in Exeter.
William used all of his military strength to destroy both revolts and end any opposition to his rule. Both were put down. But notice the pattern: each time William's army moved on, somebody else rose up behind it. A country cannot be held by one army marching from place to place.
The deck's Bayeux Tapestry bell work shows Norman soldiers setting fire to an English house. Burning was how a medieval army punished an area, and William had already used it around London. In 1069 he would use it on a far greater scale.
Tip: Learn the rebellions as a list with dates: Eadric the Wild 1067–68; Exeter 1068; Northumbria 1069. Three rebellions in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Durham, January 1069. Say it in your own words, then check understanding with a quick question: ask a pupil from the pre-teach group first, since they met these words and ideas before the lesson. Pupils try to recall before you re-explain.
In 1068 William gave control of Northumbria to his Norman friend Robert de Comines. In January 1069 Robert arrived in the North with his soldiers. He was warned that an army of angry northerners was gathering against him. He ignored the warnings and marched into Durham, the main city of Northumbria.
The northerners attacked, and Robert and his men were killed in the city. For William this was a serious threat. His own chosen earl had been destroyed, and the North, which had never wanted a southern earl even when Tostig held it, had shown that it would not accept a Norman one either.
Later in 1069 the North rose again, and this time a Danish fleet came to support the rebels. This was exactly the first problem on William's worksheet: an invasion from across the North Sea backed by an English rebellion.
Tip: The deck's video covers the fighting in 1069. The key facts to carry are: Robert de Comines, Durham, January 1069, then a rising with Danish help later that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Harrying of the North, 1069–70. Say it in your own words, then check understanding with a quick question: ask a pupil from the pre-teach group first, since they met these words and ideas before the lesson. Pupils try to recall before you re-explain.
William did not have enough soldiers to control the North all the time. So in the winter of 1069 to 1070 he chose terror. His army laid waste the whole region north of the River Humber: crops and herds, tools and food of every kind were burned. Villages were destroyed. The aim was that the land could no longer give shelter or food to his enemies, so that rebellion became impossible. This is the Harrying of the North.
The result was famine. With the harvest burned and the animals killed, people starved through the winter. A writer of the time believed that more than one hundred thousand people died of hunger, the innocent along with the guilty. The next chapter looks closely at what that writer and a Norman writer said about it.
Why did William think this was necessary? The North had rebelled repeatedly and had joined with the Danes. He could not station an army there for ever. Destroying the food made another rising impossible for years. Whether that made it right is a different question, and one you will be asked to judge.
Worked example — model it step by step, thinking aloud: Explain one reason why William used terror in the North in 1069–70. (1) Point: One reason William used terror was that he did not have enough soldiers to control the North all the time. (2) Evidence: the North had rebelled in 1069 with Danish support, after Robert de Comines and his men had been killed at Durham. (3) Explain: because he could not leave an army there for ever, burning the crops and food meant the rebels could not feed another army. (4) Finish: so the Harrying was meant to end rebellion for good, not just to win one more battle. Answer: Point, evidence, explain: too few soldiers; repeated rebellion with Danish help; so burning the food made future rebellion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Harrying of the North, 1069–70. Say it in your own words, then check understanding with a quick question: ask a pupil from the pre-teach group first, since they met these words and ideas before the lesson. Pupils try to recall before you re-explain.
William did not have enough soldiers to control the North all the time. So in the winter of 1069 to 1070 he chose terror. His army laid waste the whole region north of the River Humber: crops and herds, tools and food of every kind were burned. Villages were destroyed. The aim was that the land could no longer give shelter or food to his enemies, so that rebellion became impossible. This is the Harrying of the North.
The result was famine. With the harvest burned and the animals killed, people starved through the winter. A writer of the time believed that more than one hundred thousand people died of hunger, the innocent along with the guilty. The next chapter looks closely at what that writer and a Norman writer said about it.
Why did William think this was necessary? The North had rebelled repeatedly and had joined with the Danes. He could not station an army there for ever. Destroying the food made another rising impossible for years. Whether that made it right is a different question, and one you will be asked to judge.
Worked example — model it step by step, thinking aloud: Explain one reason why William used terror in the North in 1069–70. (1) Point: One reason William used terror was that he did not have enough soldiers to control the North all the time. (2) Evidence: the North had rebelled in 1069 with Danish support, after Robert de Comines and his men had been killed at Durham. (3) Explain: because he could not leave an army there for ever, burning the crops and food meant the rebels could not feed another army. (4) Finish: so the Harrying was meant to end rebellion for good, not just to win one more battle. Answer: Point, evidence, explain: too few soldiers; repeated rebellion with Danish help; so burning the food made future rebellion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Peace or terror? What the Harrying achieved and cost. Say it in your own words, then check understanding with a quick question: ask a pupil from the pre-teach group first, since they met these words and ideas before the lesson. Pupils try to recall before you re-explain.
In the short term, the Harrying worked. The North could not rise again, the Danes left, and the land was brought under control. Your plenary question from the last chapter, peace or terror, now has part of its answer: in the North, William chose terror.
In the long term the cost was enormous. Thousands of ordinary people who had never rebelled died of hunger. The North stayed poor and empty for many years. And a king who rules by terror has to keep proving he is to be feared, which is one reason the Normans went on to build so many castles.
Historians still disagree about the Harrying. Some say William had no choice if Norman rule was to survive. Others say he went far beyond what was needed. You will meet both views, written by people who lived at the time or soon after, in the next chapter.
Tip: When you judge the Harrying, separate two questions: did it work? and was it right? Good answers deal with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years of rebellion.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the order they happened.
Support — work through the steps with the group: (1) Every event carries a year. Put the years in order first: 1067, 1068, 1069, 1069, 1069–70. (2) Two events are in 1069. Which happened in January, and which later in the year? (3) The Harrying was William's answer to the rising, so it comes after it. (4) Read your list from top to bottom and check it tells a story: rebellion, rebellion, disaster, rising, terror.
Parallel worked example for Support (model it, do not give the task answer): Put in order: the Battle of Hastings (October 1066); Edward the Confessor dies (January 1066); William is crowned (December 1066). January comes first in the year.; October is next.; December is last.. Answer: Edward dies; Hastings; William crowned.
Core — reveal the hint only on request: Years first; then, inside 1069, January before the rest of the year; the Harrying is the response, so it is last.
Stretch — no help; when finished: Explain how the death of Robert de Comines in January led directly to the Harrying by the end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years of rebellion.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the order they happened.
Support — work through the steps with the group: (1) Every event carries a year. Put the years in order first: 1067, 1068, 1069, 1069, 1069–70. (2) Two events are in 1069. Which happened in January, and which later in the year? (3) The Harrying was William's answer to the rising, so it comes after it. (4) Read your list from top to bottom and check it tells a story: rebellion, rebellion, disaster, rising, terror.
Parallel worked example for Support (model it, do not give the task answer): Put in order: the Battle of Hastings (October 1066); Edward the Confessor dies (January 1066); William is crowned (December 1066). January comes first in the year.; October is next.; December is last.. Answer: Edward dies; Hastings; William crowned.
Core — reveal the hint only on request: Years first; then, inside 1069, January before the rest of the year; the Harrying is the response, so it is last.
Stretch — no help; when finished: Explain how the death of Robert de Comines in January led directly to the Harrying by the end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1069 was so dangerous.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rebellion of 1069 was a more serious threat to William than the rebellions of 1067 and 1068. Write one paragraph of four to six sentences.
Support — work through the steps with the group: (1) Sentence 1: The rebellions of 1067 and 1068 were led by… and William… (2) Sentence 2: In 1069 something worse happened in Durham: … (3) Sentence 3: Then the Danes… so William faced… (4) Sentence 4: This was more serious because…
Parallel worked example for Support (model it, do not give the task answer): Explain why a fire in a school kitchen is more serious when the fire brigade is on strike than on a normal day. Say what is the same: a kitchen fire is always serious.; Say what is different: no fire brigade can come.; Explain: because the usual answer is not available, a small fire can spread.. Answer: Same danger, but the usual solution is missing, so the threat grows..
Core — reveal the hint only on request: Two things were new in 1069: a Norman earl killed, and foreign help for the rebels. Build your paragraph around those two.
Stretch — no help; when finished: Argue the other side: why might a historian say the Exeter rebellion of 1068 was just as dangerous, because it involved Harold's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1069 was so dangerous.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rebellion of 1069 was a more serious threat to William than the rebellions of 1067 and 1068. Write one paragraph of four to six sentences.
Support — work through the steps with the group: (1) Sentence 1: The rebellions of 1067 and 1068 were led by… and William… (2) Sentence 2: In 1069 something worse happened in Durham: … (3) Sentence 3: Then the Danes… so William faced… (4) Sentence 4: This was more serious because…
Parallel worked example for Support (model it, do not give the task answer): Explain why a fire in a school kitchen is more serious when the fire brigade is on strike than on a normal day. Say what is the same: a kitchen fire is always serious.; Say what is different: no fire brigade can come.; Explain: because the usual answer is not available, a small fire can spread.. Answer: Same danger, but the usual solution is missing, so the threat grows..
Core — reveal the hint only on request: Two things were new in 1069: a Norman earl killed, and foreign help for the rebels. Build your paragraph around those two.
Stretch — no help; when finished: Argue the other side: why might a historian say the Exeter rebellion of 1068 was just as dangerous, because it involved Harold's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William lay waste the North instead of simply defeating the rebels in battle and moving on?
Answer: A   He did not have enough soldiers to control the North all the time, so he destroyed the food that any future rebellion would need. William's problem was holding the North after his army left. Destroying everything an enemy could eat or shelter in meant rebellion was impossible for years, without a Norman army having to stay.
Source of this question: module 3 task ("Why terror, not battle?")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years of rebellion. Reveal the answer; pupils mark their own work in a different colour, then read the "why" together. Same destination for every lane, so one answer serves the whole class.
Answer: Eadric the Wild leads the first rebellion against William (1067)  (C); Harold Godwinson's family rebels in Exeter (1068)  (A); Robert de Comines marches into Durham and is killed with his men (January 1069)  (D); The North rises again with the support of the Danes (1069)  (B); William lays waste the land north of the Humber: the Harrying of the North (1069–70)  (E)
Why: Eadric the Wild rose in 1067; Exeter followed in 1068; Robert de Comines was killed at Durham in January 1069; the North rose with Danish help later in 1069; and William answered with the Harrying in the winter of 1069–70.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1069 was so dangerous. Reveal the answer; pupils mark their own work in a different colour, then read the "why" together. Same destination for every lane, so one answer serves the whole class.
Answer: I name the earlier rebellions (Eadric the Wild; Exeter) and say William crushed them.; I explain what was different in 1069: Robert de Comines killed at Durham; the Danes supporting the rising.; I link this to William's worksheet problem of invasion from Norway or Denmark backed by English rebels.; I use the word because at least once.
Why: The earlier rebellions were local and were crushed. In 1069 William's own earl was killed, the whole North rose, and the Danes came to help, so a rebellion became an invasion.
Model answer: The rebellions of 1067 and 1068, led by Eadric the Wild and by Harold's family in Exeter, were serious, but William crushed both with his army. The rebellion of 1069 was more dangerous because it began with the killing of William's own earl, Robert de Comines, and his men in Durham. Then the Danes sailed to support the rebels, so William faced an invasion from across the sea joined with an English rising, which was the first problem on his list after Hastings. Because he did not have enough soldiers to hold the North all the time, he could not simply crush it and move on as he had done before.
Success criteria: I name the earlier rebellions (Eadric the Wild; Exeter) and say William crushed them.; I explain what was different in 1069: Robert de Comines killed at Durham; the Danes supporting the rising.; I link this to William's worksheet problem of invasion from Norway or Denmark backed by English rebels.; I use the word because at least once.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He did not have enough soldiers to control the North all the time, so he destroyed the food that any future rebellion would need
Why: William's problem was holding the North after his army left. Destroying everything an enemy could eat or shelter in meant rebellion was impossible for years, without a Norman army having to stay.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William's Control of England · AQA KS3 → 8145</a:t>
            </a:r>
            <a:endParaRPr lang="en-US" sz="1800" dirty="0"/>
          </a:p>
        </p:txBody>
      </p:sp>
      <p:sp>
        <p:nvSpPr>
          <p:cNvPr id="10" name="deck-title"/>
          <p:cNvSpPr txBox="1"/>
          <p:nvPr/>
        </p:nvSpPr>
        <p:spPr>
          <a:xfrm>
            <a:off x="548640" y="243636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Terror: rebellions and the Harrying of the North, 1067–70</a:t>
            </a:r>
            <a:endParaRPr lang="en-US" sz="2800" dirty="0"/>
          </a:p>
        </p:txBody>
      </p:sp>
      <p:sp>
        <p:nvSpPr>
          <p:cNvPr id="11" name="lessons-card"/>
          <p:cNvSpPr/>
          <p:nvPr/>
        </p:nvSpPr>
        <p:spPr>
          <a:xfrm>
            <a:off x="548640" y="3716528"/>
            <a:ext cx="5287975" cy="1290320"/>
          </a:xfrm>
          <a:prstGeom prst="roundRect">
            <a:avLst>
              <a:gd name="adj" fmla="val 5669"/>
            </a:avLst>
          </a:prstGeom>
          <a:solidFill>
            <a:srgbClr val="F6F2EF"/>
          </a:solidFill>
          <a:ln/>
        </p:spPr>
      </p:sp>
      <p:sp>
        <p:nvSpPr>
          <p:cNvPr id="12" name="lessons"/>
          <p:cNvSpPr txBox="1"/>
          <p:nvPr/>
        </p:nvSpPr>
        <p:spPr>
          <a:xfrm>
            <a:off x="685800" y="380796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Terror: how did William put down challenges to his rule, 1066–70?</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William conquer and control England after 1066?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Where was the serious rebellion against William in 1069?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Exeter, in the South-West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Normandy, in France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 the capital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Northumbria, in the North of England</a:t>
            </a:r>
            <a:endParaRPr lang="en-US" sz="2400" dirty="0"/>
          </a:p>
        </p:txBody>
      </p:sp>
      <p:sp>
        <p:nvSpPr>
          <p:cNvPr id="12" name="card"/>
          <p:cNvSpPr/>
          <p:nvPr/>
        </p:nvSpPr>
        <p:spPr>
          <a:xfrm>
            <a:off x="6233008" y="1389888"/>
            <a:ext cx="5410048" cy="4754880"/>
          </a:xfrm>
          <a:prstGeom prst="roundRect">
            <a:avLst>
              <a:gd name="adj" fmla="val 1154"/>
            </a:avLst>
          </a:prstGeom>
          <a:solidFill>
            <a:srgbClr val="FAF8F6"/>
          </a:solidFill>
          <a:ln w="12700">
            <a:solidFill>
              <a:srgbClr val="D4C5B7"/>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January 1069 Robert de Comines ignored warnings and marched into ___, the main city of Northumbria.</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Durham  ·  York  ·  Exeter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happened during the Harrying of the North?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William's army burned crops, herds, tools and food across the North so that rebels had nothing to live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 built a single great castle at Durham and left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Danes conquered the North and ruled it for William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 gave the northern earls more land to win their loyalty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Northumbria, in the North of England</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Where was the serious rebellion against William in 1069?</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1069 rebellion was in Northumbria, after Robert de Comines was killed in Durham; the Danes came to support it.</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Durham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January 1069 Robert de Comines ignored warnings and marched into ___, the main city of Northumbria.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Robert de Comines marched into Durham, where he and his men were killed by the northerners.</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2318512"/>
          </a:xfrm>
          <a:prstGeom prst="roundRect">
            <a:avLst>
              <a:gd name="adj" fmla="val 4733"/>
            </a:avLst>
          </a:prstGeom>
          <a:solidFill>
            <a:srgbClr val="EFE4D0"/>
          </a:solidFill>
          <a:ln w="19050">
            <a:solidFill>
              <a:srgbClr val="B8862B"/>
            </a:solidFill>
            <a:prstDash val="solid"/>
          </a:ln>
        </p:spPr>
      </p:sp>
      <p:sp>
        <p:nvSpPr>
          <p:cNvPr id="26" name="answer"/>
          <p:cNvSpPr txBox="1"/>
          <p:nvPr/>
        </p:nvSpPr>
        <p:spPr>
          <a:xfrm>
            <a:off x="8402117"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William's army burned crops, herds, tools and food across the North so that rebels had nothing to live on</a:t>
            </a:r>
            <a:endParaRPr lang="en-US" sz="2200" dirty="0"/>
          </a:p>
        </p:txBody>
      </p:sp>
      <p:sp>
        <p:nvSpPr>
          <p:cNvPr id="27" name="card-body"/>
          <p:cNvSpPr txBox="1"/>
          <p:nvPr/>
        </p:nvSpPr>
        <p:spPr>
          <a:xfrm>
            <a:off x="8310677"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Harrying meant destruction: everything that could feed or shelter a rebel army was…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rebellion</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rising up and fighting against the ruler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first rebellion against William was led by Eadric the Wild.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terror</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using fear and cruelty to make people obey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William used terror to end rebellion in the North.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Northumbria</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great earldom of the North of England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William gave Northumbria to his Norman friend Robert de Comines.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Danes</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Vikings from Denmark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Danes sailed to England to support the northern rebels.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harrying</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attacking an area again and again, destroying everything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harrying left the North without food.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famine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time when there is not enough food and many people starve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Famine followed the burning of the crops.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 was king, but England was not yet conquered.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1067 a lord called Eadric the Wild rose against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1068 Harold Godwinson's family rebelled in Exeter.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 crushed both revolts with all his military strength.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1068 he gave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Northumbria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his Norman friend Robert de Comines.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January 1069 Robert marched into Durham, ignoring warnings.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army of angry northerners was waiting, and Robert and his men were killed.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Later in 1069 the North rose again, helped by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Danes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 did not have enough soldiers to control the North all the 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in the winter of 1069 to 1070 he used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terror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men burned crops, herds, tools and food across the North.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Harrying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the North.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Famine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followed, and many thousands of people died.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first rebellions, 1067–68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rebellions as a list with dates: Eadric the Wild 1067–68; Exeter 1068; Northumbria 1069. Three rebellions in three years.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After securing London and Dover, William controlled the South. He now had to turn to the rebellious English earls of the North and to anyone else who refused to accept him.</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William used all of his military strength to destroy both revolts and end any opposition to his rule.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deck's Bayeux Tapestry bell work shows Norman soldiers setting fire to an English house.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Durham, January 1069</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deck's video covers the fighting in 1069. The key facts to carry are: Robert de Comines, Durham, January 1069, then a rising with Danish help later that year.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1068 William gave control of Northumbria to his Norman friend Robert de Comines.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northerners attacked, and Robert and his men were killed in the city.</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Later in 1069 the North rose again, and this time a Danish fleet came to support the rebels.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Harrying of the North, 1069–70</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6F2EF"/>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 did not have enough soldiers to control the North all the time.</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result was famine. With the harvest burned and the animals killed, people starved through the winter.</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6F2EF"/>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did William think this was necessary? The North had rebelled repeatedly and had joined with the Danes.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The Harrying of the North, 1069–70</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one reason why William used terror in the North in 1069–70.</a:t>
            </a:r>
            <a:endParaRPr lang="en-US" sz="2000" dirty="0"/>
          </a:p>
        </p:txBody>
      </p:sp>
      <p:sp>
        <p:nvSpPr>
          <p:cNvPr id="9" name="step-box"/>
          <p:cNvSpPr/>
          <p:nvPr/>
        </p:nvSpPr>
        <p:spPr>
          <a:xfrm>
            <a:off x="548640" y="2192528"/>
            <a:ext cx="11094415" cy="733552"/>
          </a:xfrm>
          <a:prstGeom prst="roundRect">
            <a:avLst>
              <a:gd name="adj" fmla="val 9972"/>
            </a:avLst>
          </a:prstGeom>
          <a:solidFill>
            <a:srgbClr val="FFFFFF"/>
          </a:solidFill>
          <a:ln w="15875">
            <a:solidFill>
              <a:srgbClr val="B69B83"/>
            </a:solidFill>
            <a:prstDash val="solid"/>
          </a:ln>
        </p:spPr>
      </p:sp>
      <p:sp>
        <p:nvSpPr>
          <p:cNvPr id="10" name="step-hex"/>
          <p:cNvSpPr/>
          <p:nvPr/>
        </p:nvSpPr>
        <p:spPr>
          <a:xfrm>
            <a:off x="685800" y="2361336"/>
            <a:ext cx="457200" cy="395935"/>
          </a:xfrm>
          <a:prstGeom prst="hexagon">
            <a:avLst/>
          </a:prstGeom>
          <a:solidFill>
            <a:srgbClr val="7A4A1E"/>
          </a:solidFill>
          <a:ln/>
        </p:spPr>
      </p:sp>
      <p:sp>
        <p:nvSpPr>
          <p:cNvPr id="11" name="step-hex-label"/>
          <p:cNvSpPr txBox="1"/>
          <p:nvPr/>
        </p:nvSpPr>
        <p:spPr>
          <a:xfrm>
            <a:off x="685800" y="23613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One reason William used terror was that he did not have enough soldiers to control the North all the time.</a:t>
            </a:r>
            <a:endParaRPr lang="en-US" sz="1800" dirty="0"/>
          </a:p>
        </p:txBody>
      </p:sp>
      <p:sp>
        <p:nvSpPr>
          <p:cNvPr id="13" name="step-box"/>
          <p:cNvSpPr/>
          <p:nvPr/>
        </p:nvSpPr>
        <p:spPr>
          <a:xfrm>
            <a:off x="548640" y="299923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3168040"/>
            <a:ext cx="457200" cy="395935"/>
          </a:xfrm>
          <a:prstGeom prst="hexagon">
            <a:avLst/>
          </a:prstGeom>
          <a:solidFill>
            <a:srgbClr val="7A4A1E"/>
          </a:solidFill>
          <a:ln/>
        </p:spPr>
      </p:sp>
      <p:sp>
        <p:nvSpPr>
          <p:cNvPr id="15" name="step-hex-label"/>
          <p:cNvSpPr txBox="1"/>
          <p:nvPr/>
        </p:nvSpPr>
        <p:spPr>
          <a:xfrm>
            <a:off x="685800" y="316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923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the North had rebelled in 1069 with Danish support, after Robert de Comines and his men had been killed at Durham.</a:t>
            </a:r>
            <a:endParaRPr lang="en-US" sz="1800" dirty="0"/>
          </a:p>
        </p:txBody>
      </p:sp>
      <p:sp>
        <p:nvSpPr>
          <p:cNvPr id="17" name="step-box"/>
          <p:cNvSpPr/>
          <p:nvPr/>
        </p:nvSpPr>
        <p:spPr>
          <a:xfrm>
            <a:off x="548640" y="380593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974744"/>
            <a:ext cx="457200" cy="395935"/>
          </a:xfrm>
          <a:prstGeom prst="hexagon">
            <a:avLst/>
          </a:prstGeom>
          <a:solidFill>
            <a:srgbClr val="7A4A1E"/>
          </a:solidFill>
          <a:ln/>
        </p:spPr>
      </p:sp>
      <p:sp>
        <p:nvSpPr>
          <p:cNvPr id="19" name="step-hex-label"/>
          <p:cNvSpPr txBox="1"/>
          <p:nvPr/>
        </p:nvSpPr>
        <p:spPr>
          <a:xfrm>
            <a:off x="685800" y="39747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0593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because he could not leave an army there for ever, burning the crops and food meant the rebels could not feed another army.</a:t>
            </a:r>
            <a:endParaRPr lang="en-US" sz="1800" dirty="0"/>
          </a:p>
        </p:txBody>
      </p:sp>
      <p:sp>
        <p:nvSpPr>
          <p:cNvPr id="21" name="step-box"/>
          <p:cNvSpPr/>
          <p:nvPr/>
        </p:nvSpPr>
        <p:spPr>
          <a:xfrm>
            <a:off x="548640" y="4612640"/>
            <a:ext cx="11094415" cy="469392"/>
          </a:xfrm>
          <a:prstGeom prst="roundRect">
            <a:avLst>
              <a:gd name="adj" fmla="val 15584"/>
            </a:avLst>
          </a:prstGeom>
          <a:solidFill>
            <a:srgbClr val="FFFFFF"/>
          </a:solidFill>
          <a:ln w="15875">
            <a:solidFill>
              <a:srgbClr val="B69B83"/>
            </a:solidFill>
            <a:prstDash val="solid"/>
          </a:ln>
        </p:spPr>
      </p:sp>
      <p:sp>
        <p:nvSpPr>
          <p:cNvPr id="22" name="step-hex"/>
          <p:cNvSpPr/>
          <p:nvPr/>
        </p:nvSpPr>
        <p:spPr>
          <a:xfrm>
            <a:off x="685800" y="4649368"/>
            <a:ext cx="457200" cy="395935"/>
          </a:xfrm>
          <a:prstGeom prst="hexagon">
            <a:avLst/>
          </a:prstGeom>
          <a:solidFill>
            <a:srgbClr val="7A4A1E"/>
          </a:solidFill>
          <a:ln/>
        </p:spPr>
      </p:sp>
      <p:sp>
        <p:nvSpPr>
          <p:cNvPr id="23" name="step-hex-label"/>
          <p:cNvSpPr txBox="1"/>
          <p:nvPr/>
        </p:nvSpPr>
        <p:spPr>
          <a:xfrm>
            <a:off x="685800" y="46493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12640"/>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so the Harrying was meant to end rebellion for good, not just to win one more battle.</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evidence, explain: too few soldiers; repeated rebellion with Danish help; so burning the food made future rebellion impossible.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Peace or terror? What the Harrying achieved and cost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judge the Harrying, separate two questions: did it work? and was it right? Good answers deal with both.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short term, the Harrying worked. The North could not rise again, the Danes left, and the land was brought under control.</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long term the cost was enormous. Thousands of ordinary people who had never rebelled died of hunger.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still disagree about the Harrying. Some say William had no choice if Norman rule was to survive.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Three years of rebellion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Harold Godwinson's family rebels in Exeter (1068)</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North rises again with the support of the Danes (1069)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Eadric the Wild leads the first rebellion against William (1067)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Robert de Comines marches into Durham and is killed with his men (January 1069)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lays waste the land north of the Humber: the Harrying of the North (1069–70)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Three years of rebellion</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Three years of rebellion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event carries a year. Put the years in order first: 1067, 1068, 1069, 1069, 1069–70.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events are in 1069. Which happened in January, and which later in the year?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Harrying was William's answer to the rising, so it comes after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your list from top to bottom and check it tells a story: rebellion, rebellion, disaster, rising, terror.</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Years first; then, inside 1069, January before the rest of the year; the Harrying is the response, so it is last.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death of Robert de Comines in January led directly to the Harrying by the end of the year.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Why 1069 was so dangerous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the rebellion of 1069 was a more serious threat to William than the rebellions of 1067 and 1068.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Why 1069 was so dangerous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1069 was so dangerous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 1: The rebellions of 1067 and 1068 were led by… and William…</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 2: In 1069 something worse happened in Durham: …</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 3: Then the Danes… so William faced…</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Sentence 4: This was more serious because…</a:t>
            </a:r>
            <a:endParaRPr lang="en-US" sz="20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2000" b="1" dirty="0">
                <a:solidFill>
                  <a:srgbClr val="623B18"/>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Two things were new in 1069: a Norman earl killed, and foreign help for the rebels. Build your paragraph around those two.</a:t>
            </a:r>
            <a:endParaRPr lang="en-US" sz="20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Argue the other side: why might a historian say the Exeter rebellion of 1068 was just as dangerous, because it involved Harold's own family?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3913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did William lay waste the North instead of simply defeating the rebels in battle and moving on?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 did not have enough soldiers to control the North all the time, so he destroyed the food that any future rebellion would need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rebels had already surrendered and he wanted to reward them</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 had run out of soldiers and could not fight at all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 wanted to farm the land himself and needed it cleared</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Three years of rebellion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Eadric the Wild leads the first rebellion against William (1067)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Harold Godwinson's family rebels in Exeter (1068)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Robert de Comines marches into Durham and is killed with his men (January 1069)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North rises again with the support of the Danes (1069)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William lays waste the land north of the Humber: the Harrying of the North (1069–70)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Eadric the Wild rose in 1067; Exeter followed in 1068; Robert de Comines was killed at Durham in January 1069; the North rose with Danish help later in 1069; and William answered with the Harrying in the winter of 1069–70.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Why 1069 was so dangerous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098550"/>
          </a:xfrm>
          <a:prstGeom prst="roundRect">
            <a:avLst>
              <a:gd name="adj" fmla="val 8324"/>
            </a:avLst>
          </a:prstGeom>
          <a:solidFill>
            <a:srgbClr val="F8F6F4"/>
          </a:solidFill>
          <a:ln/>
        </p:spPr>
      </p:sp>
      <p:sp>
        <p:nvSpPr>
          <p:cNvPr id="9" name="tickbox"/>
          <p:cNvSpPr/>
          <p:nvPr/>
        </p:nvSpPr>
        <p:spPr>
          <a:xfrm>
            <a:off x="713232" y="238721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4709160" cy="10985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name the earlier rebellions (Eadric the Wild; Exeter) and say William crushed them.</a:t>
            </a:r>
            <a:endParaRPr lang="en-US" sz="2000" dirty="0"/>
          </a:p>
        </p:txBody>
      </p:sp>
      <p:sp>
        <p:nvSpPr>
          <p:cNvPr id="11" name="crit-box"/>
          <p:cNvSpPr/>
          <p:nvPr/>
        </p:nvSpPr>
        <p:spPr>
          <a:xfrm>
            <a:off x="548640" y="3174238"/>
            <a:ext cx="5486400" cy="1098550"/>
          </a:xfrm>
          <a:prstGeom prst="roundRect">
            <a:avLst>
              <a:gd name="adj" fmla="val 8324"/>
            </a:avLst>
          </a:prstGeom>
          <a:solidFill>
            <a:srgbClr val="F8F6F4"/>
          </a:solidFill>
          <a:ln/>
        </p:spPr>
      </p:sp>
      <p:sp>
        <p:nvSpPr>
          <p:cNvPr id="12" name="tickbox"/>
          <p:cNvSpPr/>
          <p:nvPr/>
        </p:nvSpPr>
        <p:spPr>
          <a:xfrm>
            <a:off x="713232" y="3577209"/>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174238"/>
            <a:ext cx="4709160" cy="10985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explain what was different in 1069: Robert de Comines killed at Durham; the Danes supporting the rising.</a:t>
            </a:r>
            <a:endParaRPr lang="en-US" sz="2000" dirty="0"/>
          </a:p>
        </p:txBody>
      </p:sp>
      <p:sp>
        <p:nvSpPr>
          <p:cNvPr id="14" name="crit-box"/>
          <p:cNvSpPr/>
          <p:nvPr/>
        </p:nvSpPr>
        <p:spPr>
          <a:xfrm>
            <a:off x="548640" y="4364228"/>
            <a:ext cx="5486400" cy="1098550"/>
          </a:xfrm>
          <a:prstGeom prst="roundRect">
            <a:avLst>
              <a:gd name="adj" fmla="val 8324"/>
            </a:avLst>
          </a:prstGeom>
          <a:solidFill>
            <a:srgbClr val="F8F6F4"/>
          </a:solidFill>
          <a:ln/>
        </p:spPr>
      </p:sp>
      <p:sp>
        <p:nvSpPr>
          <p:cNvPr id="15" name="tickbox"/>
          <p:cNvSpPr/>
          <p:nvPr/>
        </p:nvSpPr>
        <p:spPr>
          <a:xfrm>
            <a:off x="713232" y="4767199"/>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4364228"/>
            <a:ext cx="4709160" cy="10985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link this to William's worksheet problem of invasion from Norway or Denmark backed by English rebels.</a:t>
            </a:r>
            <a:endParaRPr lang="en-US" sz="2000" dirty="0"/>
          </a:p>
        </p:txBody>
      </p:sp>
      <p:sp>
        <p:nvSpPr>
          <p:cNvPr id="17" name="crit-box"/>
          <p:cNvSpPr/>
          <p:nvPr/>
        </p:nvSpPr>
        <p:spPr>
          <a:xfrm>
            <a:off x="548640" y="5554218"/>
            <a:ext cx="5486400" cy="499110"/>
          </a:xfrm>
          <a:prstGeom prst="roundRect">
            <a:avLst>
              <a:gd name="adj" fmla="val 18321"/>
            </a:avLst>
          </a:prstGeom>
          <a:solidFill>
            <a:srgbClr val="F8F6F4"/>
          </a:solidFill>
          <a:ln/>
        </p:spPr>
      </p:sp>
      <p:sp>
        <p:nvSpPr>
          <p:cNvPr id="18" name="tickbox"/>
          <p:cNvSpPr/>
          <p:nvPr/>
        </p:nvSpPr>
        <p:spPr>
          <a:xfrm>
            <a:off x="713232" y="5657469"/>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554218"/>
            <a:ext cx="4709160" cy="49911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use the word because at least once.</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9F4EC"/>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rebellions of 1067 and 1068, led by Eadric the Wild and by Harold's family in Exeter, were serious, but William crushed both with his army. The rebellion of 1069 was more dangerous because it began with the killing of William's own earl, Robert de Comines, and his men in Durham. Then the Danes sailed to support the rebels, so William faced an invasion from across the sea joined with an English rising, which was the first problem on his list after Hastings. Because he did not have enough soldiers to hold the North all the time, he could not simply crush it and move on as he had done before.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William lay waste the North instead of simply defeating the rebels in battle and moving 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He did not have enough soldiers to control the North all the time, so he destroyed the food that any future rebellion would need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William's problem was holding the North after his army left. Destroying everything an enemy could eat or shelter in meant rebellion was impossible for years, without a Norman army having to stay.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William's Control of England · Chapter 3: Terror: rebellions and the Harrying of the North, 1067–70</dc:title>
  <dc:subject>History · Year 7</dc:subject>
  <dc:creator>Dr Vitor Merissi de Carvalho</dc:creator>
  <cp:lastModifiedBy>Dr Vitor Merissi de Carvalho</cp:lastModifiedBy>
  <cp:revision>1</cp:revision>
  <dcterms:created xsi:type="dcterms:W3CDTF">2026-10-19T06:08:08Z</dcterms:created>
  <dcterms:modified xsi:type="dcterms:W3CDTF">2026-10-19T06:08:08Z</dcterms:modified>
</cp:coreProperties>
</file>