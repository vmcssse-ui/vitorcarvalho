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022ffe3-77b3-00a9-2c9a-adb011817271}">
          <p14:sldIdLst>
            <p14:sldId id="256"/>
          </p14:sldIdLst>
        </p14:section>
        <p14:section name="Gate" id="{a9787652-1fee-a17d-4bb2-7ed458aa1b5c}">
          <p14:sldIdLst>
            <p14:sldId id="257"/>
            <p14:sldId id="258"/>
          </p14:sldIdLst>
        </p14:section>
        <p14:section name="Pre-teach" id="{a4b24871-6706-15a1-1475-b69b3cfdcec8}">
          <p14:sldIdLst>
            <p14:sldId id="259"/>
            <p14:sldId id="260"/>
          </p14:sldIdLst>
        </p14:section>
        <p14:section name="Read-along" id="{ce948ad7-91f6-1b57-eab7-beca20703a63}">
          <p14:sldIdLst>
            <p14:sldId id="261"/>
            <p14:sldId id="262"/>
          </p14:sldIdLst>
        </p14:section>
        <p14:section name="Teach" id="{2a363f07-fc68-f28a-7703-05fe0a3fcbe0}">
          <p14:sldIdLst>
            <p14:sldId id="263"/>
            <p14:sldId id="264"/>
            <p14:sldId id="265"/>
            <p14:sldId id="266"/>
            <p14:sldId id="267"/>
          </p14:sldIdLst>
        </p14:section>
        <p14:section name="Routes" id="{856ba0c5-b802-e133-b2a5-cf8ae5174c62}">
          <p14:sldIdLst>
            <p14:sldId id="268"/>
            <p14:sldId id="269"/>
            <p14:sldId id="270"/>
            <p14:sldId id="271"/>
          </p14:sldIdLst>
        </p14:section>
        <p14:section name="Close" id="{0732606e-ebad-8743-3c17-38c51570be03}">
          <p14:sldIdLst>
            <p14:sldId id="272"/>
          </p14:sldIdLst>
        </p14:section>
        <p14:section name="Answers" id="{7e3b35b7-ae31-3b29-0ade-6be48e4ef7c2}">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How William used land for control: the Feudal System and the Domesday Book. Why William changed who owned England, how the Feudal System tied every level of society to the king, what it cost him, and how the Domesday Book told him what his kingdom was worth.
This deck covers the department's lesson: 4 (How did William use land for control?: What were the Feudal System and the Domesday Book, and why did they help William control England?).
Read the big question aloud: "How did William conquer and control England after 1066?"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The Battle of Hastings was in 1066 and the Domesday Book was completed in 1086. How many years apart are they?  →  20 years
2. What did the tenants-in-chief have to give the king in return for their land?  →  A   Loyalty, and knights for 40 days a year
3. The peasants at the bottom of the Feudal System were called ___.  →  villeins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20 years. 1086 − 1066 = 20. It took William twenty years to find out what his kingdom was worth.
2. A   Loyalty, and knights for 40 days a year. The barons and bishops paid homage and had to send knights to serve the king for 40 days a year.
3. villeins. Villeins were the peasants who held land from the knights and paid for it in work, food and services.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Feudal System: William's way of sharing out land in return for loyalty and service. Example: "Under the Feudal System everyone held land from someone above them."
• homage: kneeling before the king and promising to be loyal. Example: "A Norman lord paid homage to King William before he received his land."
• tenant-in-chief: a baron or bishop who held land directly from the king. Example: "There were about 200 tenants-in-chief."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villein: a peasant who paid for land with work, food and services. Example: "A villein worked the land for his knight."
• Domesday Book: the record of William's great survey of England. Example: "The Domesday Book listed who owned what in about 13,000 villages."
• commissioners: the officials William sent to ask questions in every village. Example: "The commissioners asked how much land each man held."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William could not be everywhere at once.
2. He did not trust the English earls, so he took their land.
3. He also had to reward the Normans who had fought for him.
4. So he changed who owned the land in England.
5. This is called the Feudal System.
6. The king owned all the land.
7. He granted land to about 200 barons and bishops, called tenants-in-chief.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They promised loyalty and sent him knights for 40 days a year.
9. The tenants-in-chief granted land to about 4,000 knights.
10. The knights granted land to the villeins, the peasants.
11. The villeins paid with work, food and services.
12. In 1085 William ordered a great survey of England.
13. Commissioners visited about 13,000 villages and asked who owned what.
14. The answers were written down in the Domesday Book in 1086.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change who owned the land?. Say it in your own words, then check understanding with a quick question: ask a pupil from the pre-teach group first, since they met these words and ideas before the lesson. Pupils try to recall before you re-explain.
William had three reasons. First, he did not trust the Saxon earls who ruled the land; they would have to be removed. Second, he needed to reward the men who had helped him win at Hastings and had been loyal since. They had risked their lives, and he would not have been king without them. Third, one man cannot be in every corner of a kingdom at the same time, so he needed a system of rule he could rely on while he was elsewhere.
So William decided to change, drastically, the way land was shared out across England. The result was the Feudal System. The name comes from the Latin word feudum, which your lesson explains as giving land in return for services. Land was the reward, and loyalty and service were the price.
Think back to your starter: how does a headteacher keep control of a school? Not alone. Heads of year, teachers and form tutors each take charge of a part, and each answers to the person above. William's system worked the same way, with land instead of a salary.
Tip: Three reasons: trust, reward, and he could not be everywhere. Your lesson's sentence starter is William introduced the Feudal System because…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pyramid of land and loyalty. Say it in your own words, then check understanding with a quick question: ask a pupil from the pre-teach group first, since they met these words and ideas before the lesson. Pupils try to recall before you re-explain.
At the top, the king owned all the land. He granted some of it to around 200 barons and bishops, called tenants-in-chief. In return they paid homage, kneeling before him and promising loyalty, and they had to send him knights for 40 days a year. The picture in your lesson of a Norman lord kneeling before William shows homage.
The tenants-in-chief granted land to their knights, around 4,000 of them. The knights paid for their land by doing military service and giving loyalty. The knights in turn granted land to the villeins, the peasants, who paid for it in work, food and services. There were about 1.5 million villeins.
Every level owed something to the level above and received land from it. That is why the system helped William. It gave him an army whenever he needed one, without paying wages. It let him collect tax, because every piece of land had a holder who owed him. And it bound the most powerful men in England to him by a personal promise.
Worked example — model it step by step, thinking aloud: Why did the Feudal System make ruling England easier for William? Use the hints army, tax and loyalty. (1) Army: the tenants-in-chief owed him knights for 40 days a year, so he had soldiers without paying them. (2) Tax: every piece of land had a holder who owed the king, so he knew whom to ask for money. (3) Loyalty: each tenant-in-chief had paid homage, a personal promise, and could lose his land for breaking it. (4) Write it with the starter: The Feudal System helped William control England by… Also, it allowed him to… Answer: The Feudal System helped William control England by giving him an army of knights owed by his barons. Also, it allowed him to tax the land and to hold every lord to a promise of loyalty..
Tip: Learn the four levels with their numbers: king; about 200 tenants-in-chief; about 4,000 knights; about 1.5 million villeins.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pyramid of land and loyalty. Say it in your own words, then check understanding with a quick question: ask a pupil from the pre-teach group first, since they met these words and ideas before the lesson. Pupils try to recall before you re-explain.
At the top, the king owned all the land. He granted some of it to around 200 barons and bishops, called tenants-in-chief. In return they paid homage, kneeling before him and promising loyalty, and they had to send him knights for 40 days a year. The picture in your lesson of a Norman lord kneeling before William shows homage.
The tenants-in-chief granted land to their knights, around 4,000 of them. The knights paid for their land by doing military service and giving loyalty. The knights in turn granted land to the villeins, the peasants, who paid for it in work, food and services. There were about 1.5 million villeins.
Every level owed something to the level above and received land from it. That is why the system helped William. It gave him an army whenever he needed one, without paying wages. It let him collect tax, because every piece of land had a holder who owed him. And it bound the most powerful men in England to him by a personal promise.
Worked example — model it step by step, thinking aloud: Why did the Feudal System make ruling England easier for William? Use the hints army, tax and loyalty. (1) Army: the tenants-in-chief owed him knights for 40 days a year, so he had soldiers without paying them. (2) Tax: every piece of land had a holder who owed the king, so he knew whom to ask for money. (3) Loyalty: each tenant-in-chief had paid homage, a personal promise, and could lose his land for breaking it. (4) Write it with the starter: The Feudal System helped William control England by… Also, it allowed him to… Answer: The Feudal System helped William control England by giving him an army of knights owed by his barons. Also, it allowed him to tax the land and to hold every lord to a promise of loyalty..
Tip: Learn the four levels with their numbers: king; about 200 tenants-in-chief; about 4,000 knights; about 1.5 million villeins.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Were there disadvantages?. Say it in your own words, then check understanding with a quick question: ask a pupil from the pre-teach group first, since they met these words and ideas before the lesson. Pupils try to recall before you re-explain.
Your lesson's challenge asks whether the system had drawbacks for William. It did. A baron who held a great deal of land and commanded many knights could become powerful enough to challenge the king, as the Godwinsons had challenged Edward. William relied on the loyalty of men who were also his rivals.
Loyalty bought with land lasts as long as the land does. A lord who felt he had been given too little, or who saw a chance of more from someone else, might break his promise. And the villeins at the bottom gained least and owed most, so the system rested on people who had every reason to resent it.
Your lesson's sentence starters are: One disadvantage of the Feudal System was… This was a disadvantage for William because… Use them, and say which disadvantage you think mattered most.
Tip: Evaluation means both sides. The deck's most and some objectives want reasons the system worked and reasons it might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Domesday Book. Say it in your own words, then check understanding with a quick question: ask a pupil from the pre-teach group first, since they met these words and ideas before the lesson. Pupils try to recall before you re-explain.
The Feudal System told William who held land from whom. It did not tell him what the land was worth. Remember problem four on his worksheet: taxes had to be collected, but William knew nothing about England, where people lived or how much they had. In 1085 he announced a plan to find out.
He sent out commissioners, officials who travelled to every part of England, to ask questions in every village: who held the land, how much it was worth, how many people and animals there were. To check that people were not lying, a second group of commissioners visited later and asked the same questions again. The survey took only about a year and covered about 13,000 villages. The results were written down in 1086 in what became known as the Domesday Book.
Was it a success? William now knew the population and resources of nearly every town and village. He knew whom to tax and how much, and he knew which areas were most valuable. Knowing is a kind of control: nobody could hide land or wealth from a king who had it written in a book.
Tip: Domesday is the old spelling of doomsday, the day of judgement. People called it that because, like the final judgement, there was no arguing with what it said. Spell it Domesday.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Build the pyramid.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levels of the Feudal System in order from the top (most powerful) to the bottom.
Support — work through the steps with the group: (1) The person who owns all the land must be at the top. (2) Look at the numbers: the smaller the group, the higher it sits. (3) Who grants land to whom? The giver is always above the receiver. (4) The group that pays with work and food is the bottom.
Parallel worked example for Support (model it, do not give the task answer): Put a school in order from the top: form tutor; headteacher; head of year; pupils. The headteacher is in charge of everyone.; Heads of year answer to the head.; Form tutors answer to heads of year.; Pupils are the largest group and the bottom.. Answer: headteacher; head of year; form tutor; pupils.
Core — reveal the hint only on request: 200, 4,000, 1.5 million: the numbers get bigger as you go down.
Stretch — no help; when finished: Compare this pyramid with the Anglo-Saxon one from chapter 1. What has changed, and what has stayed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Build the pyramid.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levels of the Feudal System in order from the top (most powerful) to the bottom.
Support — work through the steps with the group: (1) The person who owns all the land must be at the top. (2) Look at the numbers: the smaller the group, the higher it sits. (3) Who grants land to whom? The giver is always above the receiver. (4) The group that pays with work and food is the bottom.
Parallel worked example for Support (model it, do not give the task answer): Put a school in order from the top: form tutor; headteacher; head of year; pupils. The headteacher is in charge of everyone.; Heads of year answer to the head.; Form tutors answer to heads of year.; Pupils are the largest group and the bottom.. Answer: headteacher; head of year; form tutor; pupils.
Core — reveal the hint only on request: 200, 4,000, 1.5 million: the numbers get bigger as you go down.
Stretch — no help; when finished: Compare this pyramid with the Anglo-Saxon one from chapter 1. What has changed, and what has stayed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worked better?.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was more effective at controlling the people of England: the Feudal System or the Domesday Book? Write one PEE paragraph.
Support — work through the steps with the group: (1) Point: I think the [Feudal System / Domesday Book] was the most effective at controlling people. (2) Evidence: The [Feudal System / Domesday Book] helped William control England by… (3) Explain: This helped William control because… (4) Other side: The [other method] was less effective because…
Parallel worked example for Support (model it, do not give the task answer): Which is more effective at keeping a classroom calm: a seating plan or a register? Write a PEE paragraph. Point: the seating plan.; Evidence: it decides who sits where, every lesson.; Explain: because it separates the pupils who distract each other.; Other side: the register tells the teacher who is present, but it does not change behaviour.. Answer: Seating plan: it changes behaviour every lesson; the register only records who is there..
Core — reveal the hint only on request: Use your lesson's three starters: Point, Evidence, Explain. Then add one sentence on the other method.
Stretch — no help; when finished: Argue that the two methods worked together: the Feudal System gave William the people, the Domesday Book gave him the information. Which is useless without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worked better?.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was more effective at controlling the people of England: the Feudal System or the Domesday Book? Write one PEE paragraph.
Support — work through the steps with the group: (1) Point: I think the [Feudal System / Domesday Book] was the most effective at controlling people. (2) Evidence: The [Feudal System / Domesday Book] helped William control England by… (3) Explain: This helped William control because… (4) Other side: The [other method] was less effective because…
Parallel worked example for Support (model it, do not give the task answer): Which is more effective at keeping a classroom calm: a seating plan or a register? Write a PEE paragraph. Point: the seating plan.; Evidence: it decides who sits where, every lesson.; Explain: because it separates the pupils who distract each other.; Other side: the register tells the teacher who is present, but it does not change behaviour.. Answer: Seating plan: it changes behaviour every lesson; the register only records who is there..
Core — reveal the hint only on request: Use your lesson's three starters: Point, Evidence, Explain. Then add one sentence on the other method.
Stretch — no help; when finished: Argue that the two methods worked together: the Feudal System gave William the people, the Domesday Book gave him the information. Which is useless without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Why did William need the Domesday Book?
Answer: D   He knew nothing about England, so he needed to know who owned what in order to collect taxes fairly and know his most valuable areas. William could not tax or govern a country he did not know. The commissioners' questions, checked by a second visit, gave him the facts: who held the land, what it was worth, where the wealth was.
Source of this question: module 3 task ("Why William needed the book")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Build the pyramid. Reveal the answer; pupils mark their own work in a different colour, then read the "why" together. Same destination for every lane, so one answer serves the whole class.
Answer: The king, who owned all the land  (A); Tenants-in-chief: about 200 barons and bishops, who owed the king knights for 40 days a year  (D); Knights: about 4,000, who owed military service to their lords  (C); Villeins: about 1.5 million peasants, who paid for land with work, food and services  (B)
Why: The king owned everything; about 200 tenants-in-chief held land from him; about 4,000 knights held land from them; and about 1.5 million villeins worked the land at the bottom.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worked better?. Reveal the answer; pupils mark their own work in a different colour, then read the "why" together. Same destination for every lane, so one answer serves the whole class.
Answer: Point: I say which method I think was more effective.; Evidence: I describe how that method worked, with at least one number from the chapter.; Explain: I say how it helped William control England, using because.; I mention the other method and give one reason it was less effective.
Why: Either answer can be strong. The Feudal System gave William loyalty and an army; the Domesday Book gave him knowledge for tax. A good paragraph picks one, proves it with a number, and gives the other method a fair sentence.
Model answer: I think the Feudal System was more effective at controlling people. The Feudal System helped William control England by giving land to about 200 tenants-in-chief who paid homage and owed him knights for 40 days a year, with about 4,000 knights and 1.5 million villeins below them. This helped William control because every person in England now held land from someone who answered to him, so loyalty and an army were built into daily life. The Domesday Book was useful because it told him what the land was worth for tax, but a book cannot stop a rebellion, whereas the Feudal System gave him the knights to do so.
Success criteria: Point: I say which method I think was more effective.; Evidence: I describe how that method worked, with at least one number from the chapter.; Explain: I say how it helped William control England, using because.; I mention the other method and give one reason it was less effective.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worked better?. Reveal the answer; pupils mark their own work in a different colour, then read the "why" together. Same destination for every lane, so one answer serves the whole class.
Answer: Point: I say which method I think was more effective.; Evidence: I describe how that method worked, with at least one number from the chapter.; Explain: I say how it helped William control England, using because.; I mention the other method and give one reason it was less effective.
Why: Either answer can be strong. The Feudal System gave William loyalty and an army; the Domesday Book gave him knowledge for tax. A good paragraph picks one, proves it with a number, and gives the other method a fair sentence.
Model answer: I think the Feudal System was more effective at controlling people. The Feudal System helped William control England by giving land to about 200 tenants-in-chief who paid homage and owed him knights for 40 days a year, with about 4,000 knights and 1.5 million villeins below them. This helped William control because every person in England now held land from someone who answered to him, so loyalty and an army were built into daily life. The Domesday Book was useful because it told him what the land was worth for tax, but a book cannot stop a rebellion, whereas the Feudal System gave him the knights to do so.
Success criteria: Point: I say which method I think was more effective.; Evidence: I describe how that method worked, with at least one number from the chapter.; Explain: I say how it helped William control England, using because.; I mention the other method and give one reason it was less effective.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He knew nothing about England, so he needed to know who owned what in order to collect taxes fairly and know his most valuable areas
Why: William could not tax or govern a country he did not know. The commissioners' questions, checked by a second visit, gave him the facts: who held the land, what it was worth, where the wealth was.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William's Control of England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William's Control of England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William's Control of England · AQA KS3 → 8145</a:t>
            </a:r>
            <a:endParaRPr lang="en-US" sz="1800" dirty="0"/>
          </a:p>
        </p:txBody>
      </p:sp>
      <p:sp>
        <p:nvSpPr>
          <p:cNvPr id="10" name="deck-title"/>
          <p:cNvSpPr txBox="1"/>
          <p:nvPr/>
        </p:nvSpPr>
        <p:spPr>
          <a:xfrm>
            <a:off x="548640" y="236016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How William used land for control: the Feudal System and the Domesday Book</a:t>
            </a:r>
            <a:endParaRPr lang="en-US" sz="2800" dirty="0"/>
          </a:p>
        </p:txBody>
      </p:sp>
      <p:sp>
        <p:nvSpPr>
          <p:cNvPr id="11" name="lessons-card"/>
          <p:cNvSpPr/>
          <p:nvPr/>
        </p:nvSpPr>
        <p:spPr>
          <a:xfrm>
            <a:off x="548640" y="4102608"/>
            <a:ext cx="5287975" cy="980440"/>
          </a:xfrm>
          <a:prstGeom prst="roundRect">
            <a:avLst>
              <a:gd name="adj" fmla="val 7461"/>
            </a:avLst>
          </a:prstGeom>
          <a:solidFill>
            <a:srgbClr val="F6F2EF"/>
          </a:solidFill>
          <a:ln/>
        </p:spPr>
      </p:sp>
      <p:sp>
        <p:nvSpPr>
          <p:cNvPr id="12" name="lessons"/>
          <p:cNvSpPr txBox="1"/>
          <p:nvPr/>
        </p:nvSpPr>
        <p:spPr>
          <a:xfrm>
            <a:off x="685800" y="419404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How did William use land for control?</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did William conquer and control England after 1066?</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Battle of Hastings was in 1066 and the Domesday Book was completed in 1086. How many years apart are they?</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years</a:t>
            </a:r>
            <a:endParaRPr lang="en-US" sz="2400" dirty="0"/>
          </a:p>
        </p:txBody>
      </p:sp>
      <p:sp>
        <p:nvSpPr>
          <p:cNvPr id="12"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did the tenants-in-chief have to give the king in return for their land?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Loyalty, and knights for 40 days a year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Nothing: the land was a gift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castle each year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Work in his fields and a share of their food</a:t>
            </a:r>
            <a:endParaRPr lang="en-US" sz="1800" dirty="0"/>
          </a:p>
        </p:txBody>
      </p:sp>
      <p:sp>
        <p:nvSpPr>
          <p:cNvPr id="17"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peasants at the bottom of the Feudal System were called ___.</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villeins  ·  knights  ·  barons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20 years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The Battle of Hastings was in 1066 and the Domesday Book was completed in 1086. How many years apart are they?</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1086 − 1066 = 20. It took William twenty years to find out what his kingdom was worth.</a:t>
            </a:r>
            <a:endParaRPr lang="en-US" sz="1800" dirty="0"/>
          </a:p>
        </p:txBody>
      </p:sp>
      <p:sp>
        <p:nvSpPr>
          <p:cNvPr id="14"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955040"/>
          </a:xfrm>
          <a:prstGeom prst="roundRect">
            <a:avLst>
              <a:gd name="adj" fmla="val 11489"/>
            </a:avLst>
          </a:prstGeom>
          <a:solidFill>
            <a:srgbClr val="EFE4D0"/>
          </a:solidFill>
          <a:ln w="19050">
            <a:solidFill>
              <a:srgbClr val="B8862B"/>
            </a:solidFill>
            <a:prstDash val="solid"/>
          </a:ln>
        </p:spPr>
      </p:sp>
      <p:sp>
        <p:nvSpPr>
          <p:cNvPr id="19" name="answer"/>
          <p:cNvSpPr txBox="1"/>
          <p:nvPr/>
        </p:nvSpPr>
        <p:spPr>
          <a:xfrm>
            <a:off x="4612538"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Loyalty, and knights for 40 days a year</a:t>
            </a:r>
            <a:endParaRPr lang="en-US" sz="2200" dirty="0"/>
          </a:p>
        </p:txBody>
      </p:sp>
      <p:sp>
        <p:nvSpPr>
          <p:cNvPr id="20" name="card-body"/>
          <p:cNvSpPr txBox="1"/>
          <p:nvPr/>
        </p:nvSpPr>
        <p:spPr>
          <a:xfrm>
            <a:off x="4521098"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What did the tenants-in-chief have to give the king in return for their land?</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barons and bishops paid homage and had to send knights to serve the king for 40 days a year.</a:t>
            </a:r>
            <a:endParaRPr lang="en-US" sz="1800" dirty="0"/>
          </a:p>
        </p:txBody>
      </p:sp>
      <p:sp>
        <p:nvSpPr>
          <p:cNvPr id="21"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villeins</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The peasants at the bottom of the Feudal System were called ___.</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Villeins were the peasants who held land from the knights and paid for it in work, food and services.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Feudal System</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William's way of sharing out land in return for loyalty and service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Under the Feudal System everyone held land from someone above them.</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homage</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kneeling before the king and promising to be loyal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Norman lord paid homage to King William before he received his land.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tenant-in-chief</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baron or bishop who held land directly from the king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There were about 200 tenants-in-chief.</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villein</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peasant who paid for land with work, food and services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villein worked the land for his knight.</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Domesday Book</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record of William's great survey of England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Domesday Book listed who owned what in about 13,000 villages.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commissioners</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officials William sent to ask questions in every village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commissioners asked how much land each man held.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William could not be everywhere at once.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did not trust the English earls, so he took their land.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also had to reward the Normans who had fought for him.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 he changed who owned the land in England.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is called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Feudal System</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king owned all the land.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granted land to about 200 barons and bishops, called tenants-in-chief.</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promised loyalty and sent him knights for 40 days a year.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tenants-in-chief granted land to about 4,000 knights.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knights granted land to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villeins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the peasants.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villeins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paid with work, food and services.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1085 William ordered a great survey of England.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Commissioners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visited about 13,000 villages and asked who owned what.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answers were written down in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Domesday Book</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in 1086.</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Why change who owned the land?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Three reasons: trust, reward, and he could not be everywhere. Your lesson's sentence starter is William introduced the Feudal System because…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William had three reasons. First, he did not trust the Saxon earls who ruled the land; they would have to be removed.</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 William decided to change, drastically, the way land was shared out across England.</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Think back to your starter: how does a headteacher keep control of a school?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pyramid of land and loyalty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four levels with their numbers: king; about 200 tenants-in-chief; about 4,000 knights; about 1.5 million villeins.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At the top, the king owned all the land. He granted some of it to around 200 barons and bishops, called tenants-in-chief.</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tenants-in-chief granted land to their knights, around 4,000 of them.</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Every level owed something to the level above and received land from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Worked example: The pyramid of land and loyalty</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F6F2EF"/>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Why did the Feudal System make ruling England easier for William? Use the hints army, tax and loyalty.</a:t>
            </a:r>
            <a:endParaRPr lang="en-US" sz="2000" dirty="0"/>
          </a:p>
        </p:txBody>
      </p:sp>
      <p:sp>
        <p:nvSpPr>
          <p:cNvPr id="9" name="step-box"/>
          <p:cNvSpPr/>
          <p:nvPr/>
        </p:nvSpPr>
        <p:spPr>
          <a:xfrm>
            <a:off x="548640" y="2502408"/>
            <a:ext cx="11094415" cy="460248"/>
          </a:xfrm>
          <a:prstGeom prst="roundRect">
            <a:avLst>
              <a:gd name="adj" fmla="val 15894"/>
            </a:avLst>
          </a:prstGeom>
          <a:solidFill>
            <a:srgbClr val="FFFFFF"/>
          </a:solidFill>
          <a:ln w="15875">
            <a:solidFill>
              <a:srgbClr val="B69B83"/>
            </a:solidFill>
            <a:prstDash val="solid"/>
          </a:ln>
        </p:spPr>
      </p:sp>
      <p:sp>
        <p:nvSpPr>
          <p:cNvPr id="10" name="step-hex"/>
          <p:cNvSpPr/>
          <p:nvPr/>
        </p:nvSpPr>
        <p:spPr>
          <a:xfrm>
            <a:off x="685800" y="2534564"/>
            <a:ext cx="457200" cy="395935"/>
          </a:xfrm>
          <a:prstGeom prst="hexagon">
            <a:avLst/>
          </a:prstGeom>
          <a:solidFill>
            <a:srgbClr val="7A4A1E"/>
          </a:solidFill>
          <a:ln/>
        </p:spPr>
      </p:sp>
      <p:sp>
        <p:nvSpPr>
          <p:cNvPr id="11" name="step-hex-label"/>
          <p:cNvSpPr txBox="1"/>
          <p:nvPr/>
        </p:nvSpPr>
        <p:spPr>
          <a:xfrm>
            <a:off x="685800" y="253456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4602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Army: the tenants-in-chief owed him knights for 40 days a year, so he had soldiers without paying them.</a:t>
            </a:r>
            <a:endParaRPr lang="en-US" sz="1800" dirty="0"/>
          </a:p>
        </p:txBody>
      </p:sp>
      <p:sp>
        <p:nvSpPr>
          <p:cNvPr id="13" name="step-box"/>
          <p:cNvSpPr/>
          <p:nvPr/>
        </p:nvSpPr>
        <p:spPr>
          <a:xfrm>
            <a:off x="548640" y="3035808"/>
            <a:ext cx="11094415" cy="460248"/>
          </a:xfrm>
          <a:prstGeom prst="roundRect">
            <a:avLst>
              <a:gd name="adj" fmla="val 15894"/>
            </a:avLst>
          </a:prstGeom>
          <a:solidFill>
            <a:srgbClr val="FFFFFF"/>
          </a:solidFill>
          <a:ln w="15875">
            <a:solidFill>
              <a:srgbClr val="B69B83"/>
            </a:solidFill>
            <a:prstDash val="solid"/>
          </a:ln>
        </p:spPr>
      </p:sp>
      <p:sp>
        <p:nvSpPr>
          <p:cNvPr id="14" name="step-hex"/>
          <p:cNvSpPr/>
          <p:nvPr/>
        </p:nvSpPr>
        <p:spPr>
          <a:xfrm>
            <a:off x="685800" y="3067964"/>
            <a:ext cx="457200" cy="395935"/>
          </a:xfrm>
          <a:prstGeom prst="hexagon">
            <a:avLst/>
          </a:prstGeom>
          <a:solidFill>
            <a:srgbClr val="7A4A1E"/>
          </a:solidFill>
          <a:ln/>
        </p:spPr>
      </p:sp>
      <p:sp>
        <p:nvSpPr>
          <p:cNvPr id="15" name="step-hex-label"/>
          <p:cNvSpPr txBox="1"/>
          <p:nvPr/>
        </p:nvSpPr>
        <p:spPr>
          <a:xfrm>
            <a:off x="685800" y="306796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035808"/>
            <a:ext cx="10180015" cy="4602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Tax: every piece of land had a holder who owed the king, so he knew whom to ask for money.</a:t>
            </a:r>
            <a:endParaRPr lang="en-US" sz="1800" dirty="0"/>
          </a:p>
        </p:txBody>
      </p:sp>
      <p:sp>
        <p:nvSpPr>
          <p:cNvPr id="17" name="step-box"/>
          <p:cNvSpPr/>
          <p:nvPr/>
        </p:nvSpPr>
        <p:spPr>
          <a:xfrm>
            <a:off x="548640" y="3569208"/>
            <a:ext cx="11094415" cy="724408"/>
          </a:xfrm>
          <a:prstGeom prst="roundRect">
            <a:avLst>
              <a:gd name="adj" fmla="val 10098"/>
            </a:avLst>
          </a:prstGeom>
          <a:solidFill>
            <a:srgbClr val="FFFFFF"/>
          </a:solidFill>
          <a:ln w="15875">
            <a:solidFill>
              <a:srgbClr val="B69B83"/>
            </a:solidFill>
            <a:prstDash val="solid"/>
          </a:ln>
        </p:spPr>
      </p:sp>
      <p:sp>
        <p:nvSpPr>
          <p:cNvPr id="18" name="step-hex"/>
          <p:cNvSpPr/>
          <p:nvPr/>
        </p:nvSpPr>
        <p:spPr>
          <a:xfrm>
            <a:off x="685800" y="3733444"/>
            <a:ext cx="457200" cy="395935"/>
          </a:xfrm>
          <a:prstGeom prst="hexagon">
            <a:avLst/>
          </a:prstGeom>
          <a:solidFill>
            <a:srgbClr val="7A4A1E"/>
          </a:solidFill>
          <a:ln/>
        </p:spPr>
      </p:sp>
      <p:sp>
        <p:nvSpPr>
          <p:cNvPr id="19" name="step-hex-label"/>
          <p:cNvSpPr txBox="1"/>
          <p:nvPr/>
        </p:nvSpPr>
        <p:spPr>
          <a:xfrm>
            <a:off x="685800" y="373344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569208"/>
            <a:ext cx="10180015" cy="72440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Loyalty: each tenant-in-chief had paid homage, a personal promise, and could lose his land for breaking it.</a:t>
            </a:r>
            <a:endParaRPr lang="en-US" sz="1800" dirty="0"/>
          </a:p>
        </p:txBody>
      </p:sp>
      <p:sp>
        <p:nvSpPr>
          <p:cNvPr id="21" name="step-box"/>
          <p:cNvSpPr/>
          <p:nvPr/>
        </p:nvSpPr>
        <p:spPr>
          <a:xfrm>
            <a:off x="548640" y="4366768"/>
            <a:ext cx="11094415" cy="724408"/>
          </a:xfrm>
          <a:prstGeom prst="roundRect">
            <a:avLst>
              <a:gd name="adj" fmla="val 10098"/>
            </a:avLst>
          </a:prstGeom>
          <a:solidFill>
            <a:srgbClr val="FFFFFF"/>
          </a:solidFill>
          <a:ln w="15875">
            <a:solidFill>
              <a:srgbClr val="B69B83"/>
            </a:solidFill>
            <a:prstDash val="solid"/>
          </a:ln>
        </p:spPr>
      </p:sp>
      <p:sp>
        <p:nvSpPr>
          <p:cNvPr id="22" name="step-hex"/>
          <p:cNvSpPr/>
          <p:nvPr/>
        </p:nvSpPr>
        <p:spPr>
          <a:xfrm>
            <a:off x="685800" y="4531004"/>
            <a:ext cx="457200" cy="395935"/>
          </a:xfrm>
          <a:prstGeom prst="hexagon">
            <a:avLst/>
          </a:prstGeom>
          <a:solidFill>
            <a:srgbClr val="7A4A1E"/>
          </a:solidFill>
          <a:ln/>
        </p:spPr>
      </p:sp>
      <p:sp>
        <p:nvSpPr>
          <p:cNvPr id="23" name="step-hex-label"/>
          <p:cNvSpPr txBox="1"/>
          <p:nvPr/>
        </p:nvSpPr>
        <p:spPr>
          <a:xfrm>
            <a:off x="685800" y="453100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366768"/>
            <a:ext cx="10180015" cy="72440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it with the starter: The Feudal System helped William control England by… Also, it allowed him to…</a:t>
            </a:r>
            <a:endParaRPr lang="en-US" sz="1800" dirty="0"/>
          </a:p>
        </p:txBody>
      </p:sp>
      <p:sp>
        <p:nvSpPr>
          <p:cNvPr id="25" name="worked-answer"/>
          <p:cNvSpPr/>
          <p:nvPr/>
        </p:nvSpPr>
        <p:spPr>
          <a:xfrm>
            <a:off x="548640" y="5274056"/>
            <a:ext cx="11094415" cy="831088"/>
          </a:xfrm>
          <a:prstGeom prst="roundRect">
            <a:avLst>
              <a:gd name="adj" fmla="val 16504"/>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The Feudal System helped William control England by giving him an army of knights owed by his barons. Also, it allowed him to tax the land and to hold every lord to a promise of loyalty.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Were there disadvantages?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Evaluation means both sides. The deck's most and some objectives want reasons the system worked and reasons it might not.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lesson's challenge asks whether the system had drawbacks for William.</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Loyalty bought with land lasts as long as the land does.</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lesson's sentence starters are: One disadvantage of the Feudal System was… This was a disadvantage for William because… Use them, and say which disadvantage you think mattered most.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Domesday Book</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Domesday is the old spelling of doomsday, the day of judgement. People called it that because, like the final judgement, there was no arguing with what it said. Spell it Domesday.</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Feudal System told William who held land from whom.</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He sent out commissioners, officials who travelled to every part of England, to ask questions in every village: who held the land, how much it was worth, how many people and animals there were.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Was it a success? William now knew the population and resources of nearly every town and village.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Build the pyramid</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levels of the Feudal System in order from the top (most powerful) to the bottom.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king, who owned all the land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Villeins: about 1.5 million peasants, who paid for land with work, food and services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Knights: about 4,000, who owed military service to their lords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Tenants-in-chief: about 200 barons and bishops, who owed the king knights for 40 days a year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Build the pyramid</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levels of the Feudal System in order from the top (most powerful) to the bottom.</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6F2EF"/>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person who owns all the land must be at the top.</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at the numbers: the smaller the group, the higher it sits.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Who grants land to whom? The giver is always above the receiver.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group that pays with work and food is the bottom.</a:t>
            </a:r>
            <a:endParaRPr lang="en-US" sz="1800" dirty="0"/>
          </a:p>
        </p:txBody>
      </p:sp>
      <p:sp>
        <p:nvSpPr>
          <p:cNvPr id="17" name="col-Core"/>
          <p:cNvSpPr/>
          <p:nvPr/>
        </p:nvSpPr>
        <p:spPr>
          <a:xfrm>
            <a:off x="5490762" y="2593848"/>
            <a:ext cx="2938987" cy="3550920"/>
          </a:xfrm>
          <a:prstGeom prst="roundRect">
            <a:avLst>
              <a:gd name="adj" fmla="val 1867"/>
            </a:avLst>
          </a:prstGeom>
          <a:solidFill>
            <a:srgbClr val="E6DDD4"/>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200, 4,000, 1.5 million: the numbers get bigger as you go down.</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7A4A1E"/>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Compare this pyramid with the Anglo-Saxon one from chapter 1. What has changed, and what has stayed the same?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Which worked better?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Which was more effective at controlling the people of England: the Feudal System or the Domesday Book? Write one PEE paragraph.</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Same task, three ways in: Which worked better?</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Which worked better?</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Point: I think the [Feudal System / Domesday Book] was the most effective at controlling people.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Evidence: The [Feudal System / Domesday Book] helped William control England by…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Explain: This helped William control because…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Other side: The [other method] was less effective because…</a:t>
            </a:r>
            <a:endParaRPr lang="en-US" sz="1800" dirty="0"/>
          </a:p>
        </p:txBody>
      </p:sp>
      <p:sp>
        <p:nvSpPr>
          <p:cNvPr id="17" name="col-Core"/>
          <p:cNvSpPr/>
          <p:nvPr/>
        </p:nvSpPr>
        <p:spPr>
          <a:xfrm>
            <a:off x="5490762" y="2395728"/>
            <a:ext cx="2938987" cy="3749040"/>
          </a:xfrm>
          <a:prstGeom prst="roundRect">
            <a:avLst>
              <a:gd name="adj" fmla="val 1867"/>
            </a:avLst>
          </a:prstGeom>
          <a:solidFill>
            <a:srgbClr val="E6DDD4"/>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Use your lesson's three starters: Point, Evidence, Explain. Then add one sentence on the other method.</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Argue that the two methods worked together: the Feudal System gave William the people, the Domesday Book gave him the information. Which is useless without the other?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398268"/>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Why did William need the Domesday Book?</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He needed to record the names of all 500 castles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Witan ordered him to write it</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He wanted a list of everyone who had fought against him at Hastings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He knew nothing about England, so he needed to know who owned what in order to collect taxes fairly and know his most valuable areas</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Build the pyramid</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king, who owned all the land  (A)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Tenants-in-chief: about 200 barons and bishops, who owed the king knights for 40 days a year  (D)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Knights: about 4,000, who owed military service to their lords  (C)</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Villeins: about 1.5 million peasants, who paid for land with work, food and services  (B)</a:t>
            </a:r>
            <a:endParaRPr lang="en-US" sz="22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king owned everything; about 200 tenants-in-chief held land from him; about 4,000 knights held land from them; and about 1.5 million villeins worked the land at the bottom.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Which worked better?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742188"/>
          </a:xfrm>
          <a:prstGeom prst="roundRect">
            <a:avLst>
              <a:gd name="adj" fmla="val 12320"/>
            </a:avLst>
          </a:prstGeom>
          <a:solidFill>
            <a:srgbClr val="F8F6F4"/>
          </a:solidFill>
          <a:ln/>
        </p:spPr>
      </p:sp>
      <p:sp>
        <p:nvSpPr>
          <p:cNvPr id="9" name="tickbox"/>
          <p:cNvSpPr/>
          <p:nvPr/>
        </p:nvSpPr>
        <p:spPr>
          <a:xfrm>
            <a:off x="713232" y="2209038"/>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Point: I say which method I think was more effective.</a:t>
            </a:r>
            <a:endParaRPr lang="en-US" sz="2200" dirty="0"/>
          </a:p>
        </p:txBody>
      </p:sp>
      <p:sp>
        <p:nvSpPr>
          <p:cNvPr id="11" name="crit-box"/>
          <p:cNvSpPr/>
          <p:nvPr/>
        </p:nvSpPr>
        <p:spPr>
          <a:xfrm>
            <a:off x="548640" y="2817876"/>
            <a:ext cx="11094415" cy="1083056"/>
          </a:xfrm>
          <a:prstGeom prst="roundRect">
            <a:avLst>
              <a:gd name="adj" fmla="val 8443"/>
            </a:avLst>
          </a:prstGeom>
          <a:solidFill>
            <a:srgbClr val="F8F6F4"/>
          </a:solidFill>
          <a:ln/>
        </p:spPr>
      </p:sp>
      <p:sp>
        <p:nvSpPr>
          <p:cNvPr id="12" name="tickbox"/>
          <p:cNvSpPr/>
          <p:nvPr/>
        </p:nvSpPr>
        <p:spPr>
          <a:xfrm>
            <a:off x="713232" y="3213100"/>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2817876"/>
            <a:ext cx="10317175" cy="108305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Evidence: I describe how that method worked, with at least one number from the chapter.</a:t>
            </a:r>
            <a:endParaRPr lang="en-US" sz="2200" dirty="0"/>
          </a:p>
        </p:txBody>
      </p:sp>
      <p:sp>
        <p:nvSpPr>
          <p:cNvPr id="14" name="crit-box"/>
          <p:cNvSpPr/>
          <p:nvPr/>
        </p:nvSpPr>
        <p:spPr>
          <a:xfrm>
            <a:off x="548640" y="3992372"/>
            <a:ext cx="11094415" cy="742188"/>
          </a:xfrm>
          <a:prstGeom prst="roundRect">
            <a:avLst>
              <a:gd name="adj" fmla="val 12320"/>
            </a:avLst>
          </a:prstGeom>
          <a:solidFill>
            <a:srgbClr val="F8F6F4"/>
          </a:solidFill>
          <a:ln/>
        </p:spPr>
      </p:sp>
      <p:sp>
        <p:nvSpPr>
          <p:cNvPr id="15" name="tickbox"/>
          <p:cNvSpPr/>
          <p:nvPr/>
        </p:nvSpPr>
        <p:spPr>
          <a:xfrm>
            <a:off x="713232" y="4217162"/>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992372"/>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Explain: I say how it helped William control England, using because.</a:t>
            </a:r>
            <a:endParaRPr lang="en-US" sz="2200" dirty="0"/>
          </a:p>
        </p:txBody>
      </p:sp>
      <p:sp>
        <p:nvSpPr>
          <p:cNvPr id="17" name="crit-box"/>
          <p:cNvSpPr/>
          <p:nvPr/>
        </p:nvSpPr>
        <p:spPr>
          <a:xfrm>
            <a:off x="548640" y="4826000"/>
            <a:ext cx="11094415" cy="742188"/>
          </a:xfrm>
          <a:prstGeom prst="roundRect">
            <a:avLst>
              <a:gd name="adj" fmla="val 12320"/>
            </a:avLst>
          </a:prstGeom>
          <a:solidFill>
            <a:srgbClr val="F8F6F4"/>
          </a:solidFill>
          <a:ln/>
        </p:spPr>
      </p:sp>
      <p:sp>
        <p:nvSpPr>
          <p:cNvPr id="18" name="tickbox"/>
          <p:cNvSpPr/>
          <p:nvPr/>
        </p:nvSpPr>
        <p:spPr>
          <a:xfrm>
            <a:off x="713232" y="5050790"/>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4826000"/>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mention the other method and give one reason it was less effective.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Model answer: Which worked better?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9F4EC"/>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 think the Feudal System was more effective at controlling people. The Feudal System helped William control England by giving land to about 200 tenants-in-chief who paid homage and owed him knights for 40 days a year, with about 4,000 knights and 1.5 million villeins below them. This helped William control because every person in England now held land from someone who answered to him, so loyalty and an army were built into daily life. The Domesday Book was useful because it told him what the land was worth for tax, but a book cannot stop a rebellion, whereas the Feudal System gave him the knights to do so.</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Why did William need the Domesday Book?</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He knew nothing about England, so he needed to know who owned what in order to collect taxes fairly and know his most valuable areas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William could not tax or govern a country he did not know. The commissioners' questions, checked by a second visit, gave him the facts: who held the land, what it was worth, where the wealth was.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William's Control of England · Chapter 5: How William used land for control: the Feudal System and the Domesday Book</dc:title>
  <dc:subject>History · Year 7</dc:subject>
  <dc:creator>Dr Vitor Merissi de Carvalho</dc:creator>
  <cp:lastModifiedBy>Dr Vitor Merissi de Carvalho</cp:lastModifiedBy>
  <cp:revision>1</cp:revision>
  <dcterms:created xsi:type="dcterms:W3CDTF">2026-10-19T16:23:19Z</dcterms:created>
  <dcterms:modified xsi:type="dcterms:W3CDTF">2026-10-19T16:23:19Z</dcterms:modified>
</cp:coreProperties>
</file>