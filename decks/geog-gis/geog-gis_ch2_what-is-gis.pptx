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1ab97cf-5e6b-6655-f515-cf8ccae05307}">
          <p14:sldIdLst>
            <p14:sldId id="256"/>
          </p14:sldIdLst>
        </p14:section>
        <p14:section name="Gate" id="{10933f97-ed6e-0e4d-bc4b-f32a963a870b}">
          <p14:sldIdLst>
            <p14:sldId id="257"/>
            <p14:sldId id="258"/>
          </p14:sldIdLst>
        </p14:section>
        <p14:section name="Pre-teach" id="{b54a8c95-d01b-855f-a2fc-070cb1dba75b}">
          <p14:sldIdLst>
            <p14:sldId id="259"/>
            <p14:sldId id="260"/>
          </p14:sldIdLst>
        </p14:section>
        <p14:section name="Read-along" id="{ce5013b2-1d7c-ca3e-af43-ac5c02a9bdc4}">
          <p14:sldIdLst>
            <p14:sldId id="261"/>
            <p14:sldId id="262"/>
          </p14:sldIdLst>
        </p14:section>
        <p14:section name="Teach" id="{48e5a873-3c62-7a21-f35e-1a7a34499daf}">
          <p14:sldIdLst>
            <p14:sldId id="263"/>
            <p14:sldId id="264"/>
            <p14:sldId id="265"/>
            <p14:sldId id="266"/>
          </p14:sldIdLst>
        </p14:section>
        <p14:section name="Routes" id="{71ef2ed6-6f65-1e52-2127-210769497615}">
          <p14:sldIdLst>
            <p14:sldId id="267"/>
            <p14:sldId id="268"/>
            <p14:sldId id="269"/>
            <p14:sldId id="270"/>
          </p14:sldIdLst>
        </p14:section>
        <p14:section name="Close" id="{169e59ae-1157-cf10-09a6-b80b1afd5225}">
          <p14:sldIdLst>
            <p14:sldId id="271"/>
          </p14:sldIdLst>
        </p14:section>
        <p14:section name="Answers" id="{c783cd43-348f-e0aa-fc30-e5f3c1410e94}">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5: What is a GIS?. A Geographic Information System: its four components, data stored as layers you can stack, why every piece of data needs its latitude and longitude, and what a heat map is.
This deck covers the department's lesson: 1 (Introduction to GIS: What is a GIS, what are its four components, and why does every piece of data need its latitude and longitude?).
Read the big question aloud: "How does a GIS turn data about places into maps that help people make decisions, and how do you make one yourself?"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a GIS, what are the sets of information or data shown on the map called?  →  B   Layers
2. Every piece of data in a GIS needs its latitude and ___ so that it appears in the right place on the map.  →  longitude
3. How many components does a GIS have?  →  4 components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Layers. The data in a GIS is held as layers, each one showing one kind of information, which can be stacked on the map.
2. longitude. Latitude and longitude together give the exact position, so the software knows where to put the data.
3. 4 components. Four: hardware, software, data and people.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GIS: Geographic Information System: a computer system that stores data about places and shows it on a map. Example: "The police used a GIS to see where the car thefts were happening."
• data: information, often numbers or facts, that has been collected. Example: "The data showed how many babies were born in each area."
• layer: one set of data in a GIS, laid over the map. Example: "She added a layer of earthquakes on top of the world map."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heat map: a map that uses colour to show where there is more or less of something. Example: "The heat map was dark red where most of the crimes happened."
• software: the program that runs on a computer. Example: "ArcGIS Online is the GIS software we use at school."
• hardware: the computer or tablet itself, the part you can touch. Example: "Our hardware is the laptop trolley in the geography room."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GIS stands for Geographic Information System.
2. It is a computer system that stores information about places and shows it on a map.
3. A GIS has four components.
4. The hardware is the computer itself.
5. The software is the program that draws the maps.
6. The data is the information about places.
7. The people are the users who ask questions and read the maps.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In a GIS, each set of data is called a layer.
9. You can stack many layers on one map, like sheets of clear plastic.
10. Every piece of data needs its latitude and longitude.
11. That is how the computer knows where to put it on the map.
12. A heat map uses colour to show where there is more or less of something.
13. In the UK, a company called Esri makes the GIS software ArcGIS.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components, one system. Say it in your own words, then check understanding with a quick question: ask a pupil from the pre-teach group first, since they met these words and ideas before the lesson. Pupils try to recall before you re-explain.
GIS stands for Geographic Information System. It is a computer system that stores information about places and displays it on a map. Notice that a GIS is more than a map. A paper map shows you what somebody else chose to draw. A GIS holds the data behind the map, so you can ask it questions: show me only the schools, show me where the earthquakes were this year, show me the streets with the most crime.
Your textbook describes a GIS as having four components, and the progress check will ask you to use them. The hardware is the computer or tablet the GIS runs on. The software is the program that stores the data and draws the map. The data is the information about places. The people are the users who collect the data, ask the questions and read the results. Take any one away and there is no GIS: a computer with no data is an empty map, and data with no software is just a list.
Your deck's stretch question asks which company provides GIS software in the UK and what the software is called. The company is Esri, and the software is ArcGIS. The version you use at school, through a web browser, is ArcGIS Online. When you log in to it, you are one of the people, your laptop is the hardware, ArcGIS Online is the software, and the layers you add are the data.
Worked example — model it step by step, thinking aloud: Describe how to use a GIS to display a map on a computer, using the four components of a GIS. (2 marks) (1) Name all four components somewhere in your answer: hardware, software, data and people. (2) Put them in the order they are used: a person opens the software on the computer, then adds data. (3) Finish with what the software does with the data: it places each piece by its latitude and longitude and draws the map. Answer: A person (the people) opens the GIS software on a computer (the hardware) and adds the data as layers. The software uses the latitude and longitude of each piece of data to place it in the right spot and draws the map on the screen..
Tip: Hardware, software, data, people. Say them in that order and you will not forget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components, one system. Say it in your own words, then check understanding with a quick question: ask a pupil from the pre-teach group first, since they met these words and ideas before the lesson. Pupils try to recall before you re-explain.
GIS stands for Geographic Information System. It is a computer system that stores information about places and displays it on a map. Notice that a GIS is more than a map. A paper map shows you what somebody else chose to draw. A GIS holds the data behind the map, so you can ask it questions: show me only the schools, show me where the earthquakes were this year, show me the streets with the most crime.
Your textbook describes a GIS as having four components, and the progress check will ask you to use them. The hardware is the computer or tablet the GIS runs on. The software is the program that stores the data and draws the map. The data is the information about places. The people are the users who collect the data, ask the questions and read the results. Take any one away and there is no GIS: a computer with no data is an empty map, and data with no software is just a list.
Your deck's stretch question asks which company provides GIS software in the UK and what the software is called. The company is Esri, and the software is ArcGIS. The version you use at school, through a web browser, is ArcGIS Online. When you log in to it, you are one of the people, your laptop is the hardware, ArcGIS Online is the software, and the layers you add are the data.
Worked example — model it step by step, thinking aloud: Describe how to use a GIS to display a map on a computer, using the four components of a GIS. (2 marks) (1) Name all four components somewhere in your answer: hardware, software, data and people. (2) Put them in the order they are used: a person opens the software on the computer, then adds data. (3) Finish with what the software does with the data: it places each piece by its latitude and longitude and draws the map. Answer: A person (the people) opens the GIS software on a computer (the hardware) and adds the data as layers. The software uses the latitude and longitude of each piece of data to place it in the right spot and draws the map on the screen..
Tip: Hardware, software, data, people. Say them in that order and you will not forget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Layers: data you can stack. Say it in your own words, then check understanding with a quick question: ask a pupil from the pre-teach group first, since they met these words and ideas before the lesson. Pupils try to recall before you re-explain.
In a GIS, the data is organised into layers. One layer holds one kind of information: a layer of roads, a layer of rivers, a layer of schools, a layer of earthquakes. Each layer is drawn on top of the base map, and you can switch any layer on or off. When the progress check asks what the information or data in a GIS map is called, the answer is layers.
The best way to picture layers is as sheets of clear plastic. Draw the roads on one sheet, the rivers on another and the schools on a third. Lay them on top of each other and you see all three at once. Lift one off and it disappears without disturbing the others. A GIS does the same thing on a screen, and you can stack as many layers as you like.
Stacking is where a GIS becomes powerful. On their own, a layer of crimes and a layer of street lights are two separate facts. Laid on top of each other, they might show that the crimes happen where the lights are missing. That is a question a paper map could never answer so quickly. You will use this idea in Chapter 3, and you will build layers yourself in Chapters 4 and 5.
Tip: One layer, one kind of data. Stack layers to compare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latitude and longitude, and what is a heat map?. Say it in your own words, then check understanding with a quick question: ask a pupil from the pre-teach group first, since they met these words and ideas before the lesson. Pupils try to recall before you re-explain.
Here is the link back to Chapter 1. Every piece of data in a GIS needs its latitude and longitude recorded. A death, a crime or an earthquake is only useful on the map if the computer knows exactly where it happened. The latitude and longitude are the address the software reads, so that the data shows up in the right place. This is why, when your teacher asks you to collect data for a GIS, you record the coordinates of each place too. The progress check asks how we make sure our data appears in the right place, and this is the answer.
A heat map is one of the clearest things a GIS can draw. Instead of a dot for every piece of data, it colours the map to show where there is more or less of something. A heat map of crime might be dark red on the streets with the most crimes and pale yellow where there are few. A heat map of a disease, such as Covid-19, shows where the most cases are, which helps scientists study where it is spreading.
One warning. A heat map is not about heat. The name comes from the colours, which run from cool to hot, not from temperature. A heat map could show births, car thefts, earthquakes or litter. Whatever the data, the darkest colour means the most.
Tip: A heat map is not about heat: the colour shows how much, not how hot. Always give an example when you define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components.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component of a GIS to its description.
Support — work through the steps with the group: (1) Hardware is anything you can touch: the computer itself. (2) Software is the program running on it, the part that draws. (3) Data is the information, the facts about places, kept as layers. (4) People are the users. If a description mentions asking or reading, it is the people.
Parallel worked example for Support (model it, do not give the task answer): Match the parts of a school library to their jobs: the building, the catalogue computer program, the books, the librarian. The building is the part you can touch, like hardware.; The catalogue program runs on a computer, like software.; The books hold the information, like data.; The librarian asks and answers questions, like the people.. Answer: Building: the place it all happens. Catalogue program: finds and shows the books. Books: the information. Librarian: the person who uses it all..
Core — reveal the hint only on request: Touch it, run it, know it, use it: hardware, software, data, people.
Stretch — no help; when finished: Dr Snow had no computer, yet he still had data and a person. Explain which two components he was missing and what he used instead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components.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component of a GIS to its description.
Support — work through the steps with the group: (1) Hardware is anything you can touch: the computer itself. (2) Software is the program running on it, the part that draws. (3) Data is the information, the facts about places, kept as layers. (4) People are the users. If a description mentions asking or reading, it is the people.
Parallel worked example for Support (model it, do not give the task answer): Match the parts of a school library to their jobs: the building, the catalogue computer program, the books, the librarian. The building is the part you can touch, like hardware.; The catalogue program runs on a computer, like software.; The books hold the information, like data.; The librarian asks and answers questions, like the people.. Answer: Building: the place it all happens. Catalogue program: finds and shows the books. Books: the information. Librarian: the person who uses it all..
Core — reveal the hint only on request: Touch it, run it, know it, use it: hardware, software, data, people.
Stretch — no help; when finished: Dr Snow had no computer, yet he still had data and a person. Explain which two components he was missing and what he used instead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Spot the heat map.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is a heat map?
Support — work through the steps with the group: (1) Ignore the word heat. Ask instead: does the colour show how much of something there is? (2) A heat map runs from a pale colour for few to a dark colour for many. (3) Cross out any option where the colour means something else, such as height or a route. (4) Choose the option where the colour shows more or less of something.
Parallel worked example for Support (model it, do not give the task answer): A map is coloured dark green where lots of trees grow and pale green where there are few. Is it a heat map? The colour shows how many trees there are in each place.; Dark means many, pale means few.; So yes: it is a heat map of trees, even though trees have nothing to do with heat.. Answer: Yes. The colour shows how much of something there is, so it is a heat map..
Core — reveal the hint only on request: Heat map: colour shows how much, from few to many. Which option does that?
Stretch — no help; when finished: Describe a heat map that would help the head teacher decide where to put a new bike shelter, and say what the darkest colour would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Spot the heat map.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is a heat map?
Support — work through the steps with the group: (1) Ignore the word heat. Ask instead: does the colour show how much of something there is? (2) A heat map runs from a pale colour for few to a dark colour for many. (3) Cross out any option where the colour means something else, such as height or a route. (4) Choose the option where the colour shows more or less of something.
Parallel worked example for Support (model it, do not give the task answer): A map is coloured dark green where lots of trees grow and pale green where there are few. Is it a heat map? The colour shows how many trees there are in each place.; Dark means many, pale means few.; So yes: it is a heat map of trees, even though trees have nothing to do with heat.. Answer: Yes. The colour shows how much of something there is, so it is a heat map..
Core — reveal the hint only on request: Heat map: colour shows how much, from few to many. Which option does that?
Stretch — no help; when finished: Describe a heat map that would help the head teacher decide where to put a new bike shelter, and say what the darkest colour would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a GIS, what are the sets of information or data shown on the map called?
Answer: A   Layers. The data in a GIS is held as layers, each one showing one kind of information, which can be stacked on the map.
Source of this question: gate item 1 re-asked (options rotated) — this chapter has no third quick-check module.
The ebook also holds task 3, "Heat maps and the right place",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four components. Reveal the answer; pupils mark their own work in a different colour, then read the "why" together. Same destination for every lane, so one answer serves the whole class.
Answer: Hardware  →  A  The computer or tablet the GIS runs on; Software  →  C  The program that stores the layers and draws the map; Data  →  B  The information about places, held as layers; People  →  D  The users who collect data, ask questions and read the map
Why: Hardware is the computer, software is the program, data is the information held as layers, and people are the users who ask the questions and read the answers.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Spot the heat map. Reveal the answer; pupils mark their own work in a different colour, then read the "why" together. Same destination for every lane, so one answer serves the whole class.
Answer: D   A map that uses colour to show where crimes are most and least common across a city
Why: A heat map uses colour to show where there is more or less of something. The crime map does this; the others use colour or dots for temperature, height or routes.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Layers
Why: The data in a GIS is held as layers, each one showing one kind of information, which can be stacked on the map.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Geographic Information Systems (GIS)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Geographic Information Systems (GIS) · AQA KS3 → 8035</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What is a GIS?</a:t>
            </a:r>
            <a:endParaRPr lang="en-US" sz="4000" dirty="0"/>
          </a:p>
        </p:txBody>
      </p:sp>
      <p:sp>
        <p:nvSpPr>
          <p:cNvPr id="11" name="lessons-card"/>
          <p:cNvSpPr/>
          <p:nvPr/>
        </p:nvSpPr>
        <p:spPr>
          <a:xfrm>
            <a:off x="548640" y="3739388"/>
            <a:ext cx="5287975" cy="980440"/>
          </a:xfrm>
          <a:prstGeom prst="roundRect">
            <a:avLst>
              <a:gd name="adj" fmla="val 7461"/>
            </a:avLst>
          </a:prstGeom>
          <a:solidFill>
            <a:srgbClr val="EFF2F0"/>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GIS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GIS turn data about places into maps that help people make decisions, and how do you make one yourself?</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a GIS, what are the sets of information or data shown on the map called?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Legends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Layers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Grid squares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Templates</a:t>
            </a:r>
            <a:endParaRPr lang="en-US" sz="24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Every piece of data in a GIS needs its latitude and ___ so that it appears in the right place on the map.</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longitude  ·  legend  ·  layer</a:t>
            </a:r>
            <a:endParaRPr lang="en-US" sz="24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How many components does a GIS have?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components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Layers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a GIS, what are the sets of information or data shown on the map called?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data in a GIS is held as layers, each one showing one kind of information, which can be stacked on the map.</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longitude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Every piece of data in a GIS needs its latitude and ___ so that it appears in the right place on the map.</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Latitude and longitude together give the exact position, so the software knows where to put the data.</a:t>
            </a:r>
            <a:endParaRPr lang="en-US" sz="18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 components</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How many components does a GIS have?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Four: hardware, software, data and people.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GIS</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Geographic Information System: a computer system that stores data about places and shows it on a map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police used a GIS to see where the car thefts were happening.</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data</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information, often numbers or facts, that has been collected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data showed how many babies were born in each area.</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layer</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one set of data in a GIS, laid over the map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She added a layer of earthquakes on top of the world map.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heat map</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map that uses colour to show where there is more or less of something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heat map was dark red where most of the crimes happened.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software</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program that runs on a computer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ArcGIS Online is the GIS software we use at school.</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hardware</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computer or tablet itself, the part you can touch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Our hardware is the laptop trolley in the geography room.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GIS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stands for Geographic Information System.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is a computer system that stores information about places and shows it on a map.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GIS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has four components.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hardware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computer itself.</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software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program that draws the maps.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data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information about places.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people are the users who ask questions and read the maps.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GIS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each set of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data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called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layer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can stack many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layers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on one map, like sheets of clear plastic.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Every piece of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data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needs its latitude and longitude.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is how the computer knows where to put it on the map.</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heat map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uses colour to show where there is more or less of something.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UK, a company called Esri makes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GIS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software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ArcGIS.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Four components, one system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Hardware, software, data, people. Say them in that order and you will not forget one.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GIS stands for Geographic Information System. It is a computer system that stores information about places and displays it on a map.</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textbook describes a GIS as having four components, and the progress check will ask you to use them.</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deck's stretch question asks which company provides GIS software in the UK and what the software is called.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Four components, one system</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FF2F0"/>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Describe how to use a GIS to display a map on a computer, using the four components of a GIS. (2 marks)</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all four components somewhere in your answer: hardware, software, data and people.</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4521098" y="2765552"/>
            <a:ext cx="530352" cy="459285"/>
          </a:xfrm>
          <a:prstGeom prst="hexagon">
            <a:avLst/>
          </a:prstGeom>
          <a:solidFill>
            <a:srgbClr val="3F6B4A"/>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Put them in the order they are used: a person opens the software on the computer, then adds data.</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8356397" y="2765552"/>
            <a:ext cx="530352" cy="459285"/>
          </a:xfrm>
          <a:prstGeom prst="hexagon">
            <a:avLst/>
          </a:prstGeom>
          <a:solidFill>
            <a:srgbClr val="3F6B4A"/>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what the software does with the data: it places each piece by its latitude and longitude and draws the map.</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person (the people) opens the GIS software on a computer (the hardware) and adds the data as layers. The software uses the latitude and longitude of each piece of data to place it in the right spot and draws the map on the screen.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Layers: data you can stack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One layer, one kind of data. Stack layers to compare them.</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 a GIS, the data is organised into layers. One layer holds one kind of information: a layer of roads, a layer of rivers, a layer of schools, a layer of earthquakes.</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best way to picture layers is as sheets of clear plastic.</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Stacking is where a GIS becomes powerful. On their own, a layer of crimes and a layer of street lights are two separate facts.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Why latitude and longitude, and what is a heat map?</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heat map is not about heat: the colour shows how much, not how hot. Always give an example when you define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 is the link back to Chapter 1. Every piece of data in a GIS needs its latitude and longitude recorded.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heat map is one of the clearest things a GIS can draw.</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One warning. A heat map is not about heat.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The four components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component of a GIS to its description.</a:t>
            </a:r>
            <a:endParaRPr lang="en-US" sz="2400" dirty="0"/>
          </a:p>
        </p:txBody>
      </p:sp>
      <p:sp>
        <p:nvSpPr>
          <p:cNvPr id="11" name="match-card"/>
          <p:cNvSpPr/>
          <p:nvPr/>
        </p:nvSpPr>
        <p:spPr>
          <a:xfrm>
            <a:off x="777240" y="2468331"/>
            <a:ext cx="3081437" cy="719592"/>
          </a:xfrm>
          <a:prstGeom prst="roundRect">
            <a:avLst>
              <a:gd name="adj" fmla="val 10166"/>
            </a:avLst>
          </a:prstGeom>
          <a:solidFill>
            <a:srgbClr val="F3F5F3"/>
          </a:solidFill>
          <a:ln/>
        </p:spPr>
      </p:sp>
      <p:sp>
        <p:nvSpPr>
          <p:cNvPr id="12" name="match-hex"/>
          <p:cNvSpPr/>
          <p:nvPr/>
        </p:nvSpPr>
        <p:spPr>
          <a:xfrm>
            <a:off x="850392" y="2661835"/>
            <a:ext cx="384048" cy="332586"/>
          </a:xfrm>
          <a:prstGeom prst="hexagon">
            <a:avLst/>
          </a:prstGeom>
          <a:solidFill>
            <a:srgbClr val="3F6B4A"/>
          </a:solidFill>
          <a:ln/>
        </p:spPr>
      </p:sp>
      <p:sp>
        <p:nvSpPr>
          <p:cNvPr id="13" name="match-hex-label"/>
          <p:cNvSpPr txBox="1"/>
          <p:nvPr/>
        </p:nvSpPr>
        <p:spPr>
          <a:xfrm>
            <a:off x="850392" y="26618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Hardware</a:t>
            </a:r>
            <a:endParaRPr lang="en-US" sz="2200" dirty="0"/>
          </a:p>
        </p:txBody>
      </p:sp>
      <p:sp>
        <p:nvSpPr>
          <p:cNvPr id="15" name="match-card"/>
          <p:cNvSpPr/>
          <p:nvPr/>
        </p:nvSpPr>
        <p:spPr>
          <a:xfrm>
            <a:off x="4224437" y="2468331"/>
            <a:ext cx="7190019" cy="719592"/>
          </a:xfrm>
          <a:prstGeom prst="roundRect">
            <a:avLst>
              <a:gd name="adj" fmla="val 10166"/>
            </a:avLst>
          </a:prstGeom>
          <a:solidFill>
            <a:srgbClr val="F8F2E9"/>
          </a:solidFill>
          <a:ln/>
        </p:spPr>
      </p:sp>
      <p:sp>
        <p:nvSpPr>
          <p:cNvPr id="16" name="match-hex"/>
          <p:cNvSpPr/>
          <p:nvPr/>
        </p:nvSpPr>
        <p:spPr>
          <a:xfrm>
            <a:off x="4297589" y="2661835"/>
            <a:ext cx="384048" cy="332586"/>
          </a:xfrm>
          <a:prstGeom prst="hexagon">
            <a:avLst/>
          </a:prstGeom>
          <a:solidFill>
            <a:srgbClr val="B8862B"/>
          </a:solidFill>
          <a:ln/>
        </p:spPr>
      </p:sp>
      <p:sp>
        <p:nvSpPr>
          <p:cNvPr id="17" name="match-hex-label"/>
          <p:cNvSpPr txBox="1"/>
          <p:nvPr/>
        </p:nvSpPr>
        <p:spPr>
          <a:xfrm>
            <a:off x="4297589" y="26618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computer or tablet the GIS runs on</a:t>
            </a:r>
            <a:endParaRPr lang="en-US" sz="2200" dirty="0"/>
          </a:p>
        </p:txBody>
      </p:sp>
      <p:sp>
        <p:nvSpPr>
          <p:cNvPr id="19" name="match-card"/>
          <p:cNvSpPr/>
          <p:nvPr/>
        </p:nvSpPr>
        <p:spPr>
          <a:xfrm>
            <a:off x="777240" y="3279364"/>
            <a:ext cx="3081437" cy="719592"/>
          </a:xfrm>
          <a:prstGeom prst="roundRect">
            <a:avLst>
              <a:gd name="adj" fmla="val 10166"/>
            </a:avLst>
          </a:prstGeom>
          <a:solidFill>
            <a:srgbClr val="F3F5F3"/>
          </a:solidFill>
          <a:ln/>
        </p:spPr>
      </p:sp>
      <p:sp>
        <p:nvSpPr>
          <p:cNvPr id="20" name="match-hex"/>
          <p:cNvSpPr/>
          <p:nvPr/>
        </p:nvSpPr>
        <p:spPr>
          <a:xfrm>
            <a:off x="850392" y="3472867"/>
            <a:ext cx="384048" cy="332586"/>
          </a:xfrm>
          <a:prstGeom prst="hexagon">
            <a:avLst/>
          </a:prstGeom>
          <a:solidFill>
            <a:srgbClr val="3F6B4A"/>
          </a:solidFill>
          <a:ln/>
        </p:spPr>
      </p:sp>
      <p:sp>
        <p:nvSpPr>
          <p:cNvPr id="21" name="match-hex-label"/>
          <p:cNvSpPr txBox="1"/>
          <p:nvPr/>
        </p:nvSpPr>
        <p:spPr>
          <a:xfrm>
            <a:off x="850392" y="34728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279364"/>
            <a:ext cx="2487077"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Software</a:t>
            </a:r>
            <a:endParaRPr lang="en-US" sz="2200" dirty="0"/>
          </a:p>
        </p:txBody>
      </p:sp>
      <p:sp>
        <p:nvSpPr>
          <p:cNvPr id="23" name="match-card"/>
          <p:cNvSpPr/>
          <p:nvPr/>
        </p:nvSpPr>
        <p:spPr>
          <a:xfrm>
            <a:off x="4224437" y="3279364"/>
            <a:ext cx="7190019" cy="719592"/>
          </a:xfrm>
          <a:prstGeom prst="roundRect">
            <a:avLst>
              <a:gd name="adj" fmla="val 10166"/>
            </a:avLst>
          </a:prstGeom>
          <a:solidFill>
            <a:srgbClr val="F8F2E9"/>
          </a:solidFill>
          <a:ln/>
        </p:spPr>
      </p:sp>
      <p:sp>
        <p:nvSpPr>
          <p:cNvPr id="24" name="match-hex"/>
          <p:cNvSpPr/>
          <p:nvPr/>
        </p:nvSpPr>
        <p:spPr>
          <a:xfrm>
            <a:off x="4297589" y="3472867"/>
            <a:ext cx="384048" cy="332586"/>
          </a:xfrm>
          <a:prstGeom prst="hexagon">
            <a:avLst/>
          </a:prstGeom>
          <a:solidFill>
            <a:srgbClr val="B8862B"/>
          </a:solidFill>
          <a:ln/>
        </p:spPr>
      </p:sp>
      <p:sp>
        <p:nvSpPr>
          <p:cNvPr id="25" name="match-hex-label"/>
          <p:cNvSpPr txBox="1"/>
          <p:nvPr/>
        </p:nvSpPr>
        <p:spPr>
          <a:xfrm>
            <a:off x="4297589" y="347286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279364"/>
            <a:ext cx="6595659"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information about places, held as layers</a:t>
            </a:r>
            <a:endParaRPr lang="en-US" sz="2200" dirty="0"/>
          </a:p>
        </p:txBody>
      </p:sp>
      <p:sp>
        <p:nvSpPr>
          <p:cNvPr id="27" name="match-card"/>
          <p:cNvSpPr/>
          <p:nvPr/>
        </p:nvSpPr>
        <p:spPr>
          <a:xfrm>
            <a:off x="777240" y="4090396"/>
            <a:ext cx="3081437" cy="719592"/>
          </a:xfrm>
          <a:prstGeom prst="roundRect">
            <a:avLst>
              <a:gd name="adj" fmla="val 10166"/>
            </a:avLst>
          </a:prstGeom>
          <a:solidFill>
            <a:srgbClr val="F3F5F3"/>
          </a:solidFill>
          <a:ln/>
        </p:spPr>
      </p:sp>
      <p:sp>
        <p:nvSpPr>
          <p:cNvPr id="28" name="match-hex"/>
          <p:cNvSpPr/>
          <p:nvPr/>
        </p:nvSpPr>
        <p:spPr>
          <a:xfrm>
            <a:off x="850392" y="4283899"/>
            <a:ext cx="384048" cy="332586"/>
          </a:xfrm>
          <a:prstGeom prst="hexagon">
            <a:avLst/>
          </a:prstGeom>
          <a:solidFill>
            <a:srgbClr val="3F6B4A"/>
          </a:solidFill>
          <a:ln/>
        </p:spPr>
      </p:sp>
      <p:sp>
        <p:nvSpPr>
          <p:cNvPr id="29" name="match-hex-label"/>
          <p:cNvSpPr txBox="1"/>
          <p:nvPr/>
        </p:nvSpPr>
        <p:spPr>
          <a:xfrm>
            <a:off x="850392" y="4283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090396"/>
            <a:ext cx="2487077"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Data</a:t>
            </a:r>
            <a:endParaRPr lang="en-US" sz="2200" dirty="0"/>
          </a:p>
        </p:txBody>
      </p:sp>
      <p:sp>
        <p:nvSpPr>
          <p:cNvPr id="31" name="match-card"/>
          <p:cNvSpPr/>
          <p:nvPr/>
        </p:nvSpPr>
        <p:spPr>
          <a:xfrm>
            <a:off x="4224437" y="4090396"/>
            <a:ext cx="7190019" cy="719592"/>
          </a:xfrm>
          <a:prstGeom prst="roundRect">
            <a:avLst>
              <a:gd name="adj" fmla="val 10166"/>
            </a:avLst>
          </a:prstGeom>
          <a:solidFill>
            <a:srgbClr val="F8F2E9"/>
          </a:solidFill>
          <a:ln/>
        </p:spPr>
      </p:sp>
      <p:sp>
        <p:nvSpPr>
          <p:cNvPr id="32" name="match-hex"/>
          <p:cNvSpPr/>
          <p:nvPr/>
        </p:nvSpPr>
        <p:spPr>
          <a:xfrm>
            <a:off x="4297589" y="4283899"/>
            <a:ext cx="384048" cy="332586"/>
          </a:xfrm>
          <a:prstGeom prst="hexagon">
            <a:avLst/>
          </a:prstGeom>
          <a:solidFill>
            <a:srgbClr val="B8862B"/>
          </a:solidFill>
          <a:ln/>
        </p:spPr>
      </p:sp>
      <p:sp>
        <p:nvSpPr>
          <p:cNvPr id="33" name="match-hex-label"/>
          <p:cNvSpPr txBox="1"/>
          <p:nvPr/>
        </p:nvSpPr>
        <p:spPr>
          <a:xfrm>
            <a:off x="4297589" y="428389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090396"/>
            <a:ext cx="6595659" cy="7195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program that stores the layers and draws the map</a:t>
            </a:r>
            <a:endParaRPr lang="en-US" sz="2200" dirty="0"/>
          </a:p>
        </p:txBody>
      </p:sp>
      <p:sp>
        <p:nvSpPr>
          <p:cNvPr id="35" name="match-card"/>
          <p:cNvSpPr/>
          <p:nvPr/>
        </p:nvSpPr>
        <p:spPr>
          <a:xfrm>
            <a:off x="777240" y="4901428"/>
            <a:ext cx="3081437" cy="1060460"/>
          </a:xfrm>
          <a:prstGeom prst="roundRect">
            <a:avLst>
              <a:gd name="adj" fmla="val 6898"/>
            </a:avLst>
          </a:prstGeom>
          <a:solidFill>
            <a:srgbClr val="F3F5F3"/>
          </a:solidFill>
          <a:ln/>
        </p:spPr>
      </p:sp>
      <p:sp>
        <p:nvSpPr>
          <p:cNvPr id="36" name="match-hex"/>
          <p:cNvSpPr/>
          <p:nvPr/>
        </p:nvSpPr>
        <p:spPr>
          <a:xfrm>
            <a:off x="850392" y="5265365"/>
            <a:ext cx="384048" cy="332586"/>
          </a:xfrm>
          <a:prstGeom prst="hexagon">
            <a:avLst/>
          </a:prstGeom>
          <a:solidFill>
            <a:srgbClr val="3F6B4A"/>
          </a:solidFill>
          <a:ln/>
        </p:spPr>
      </p:sp>
      <p:sp>
        <p:nvSpPr>
          <p:cNvPr id="37" name="match-hex-label"/>
          <p:cNvSpPr txBox="1"/>
          <p:nvPr/>
        </p:nvSpPr>
        <p:spPr>
          <a:xfrm>
            <a:off x="850392" y="52653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01428"/>
            <a:ext cx="2487077"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People</a:t>
            </a:r>
            <a:endParaRPr lang="en-US" sz="2200" dirty="0"/>
          </a:p>
        </p:txBody>
      </p:sp>
      <p:sp>
        <p:nvSpPr>
          <p:cNvPr id="39" name="match-card"/>
          <p:cNvSpPr/>
          <p:nvPr/>
        </p:nvSpPr>
        <p:spPr>
          <a:xfrm>
            <a:off x="4224437" y="4901428"/>
            <a:ext cx="7190019" cy="1060460"/>
          </a:xfrm>
          <a:prstGeom prst="roundRect">
            <a:avLst>
              <a:gd name="adj" fmla="val 6898"/>
            </a:avLst>
          </a:prstGeom>
          <a:solidFill>
            <a:srgbClr val="F8F2E9"/>
          </a:solidFill>
          <a:ln/>
        </p:spPr>
      </p:sp>
      <p:sp>
        <p:nvSpPr>
          <p:cNvPr id="40" name="match-hex"/>
          <p:cNvSpPr/>
          <p:nvPr/>
        </p:nvSpPr>
        <p:spPr>
          <a:xfrm>
            <a:off x="4297589" y="5265365"/>
            <a:ext cx="384048" cy="332586"/>
          </a:xfrm>
          <a:prstGeom prst="hexagon">
            <a:avLst/>
          </a:prstGeom>
          <a:solidFill>
            <a:srgbClr val="B8862B"/>
          </a:solidFill>
          <a:ln/>
        </p:spPr>
      </p:sp>
      <p:sp>
        <p:nvSpPr>
          <p:cNvPr id="41" name="match-hex-label"/>
          <p:cNvSpPr txBox="1"/>
          <p:nvPr/>
        </p:nvSpPr>
        <p:spPr>
          <a:xfrm>
            <a:off x="4297589" y="52653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901428"/>
            <a:ext cx="6595659" cy="106046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users who collect data, ask questions and read the map</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The four components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component of a GIS to its description.</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FF2F0"/>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Hardware is anything you can touch: the computer itself.</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Software is the program running on it, the part that draws.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Data is the information, the facts about places, kept as layers.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People are the users. If a description mentions asking or reading, it is the people.</a:t>
            </a:r>
            <a:endParaRPr lang="en-US" sz="1800" dirty="0"/>
          </a:p>
        </p:txBody>
      </p:sp>
      <p:sp>
        <p:nvSpPr>
          <p:cNvPr id="17" name="col-Core"/>
          <p:cNvSpPr/>
          <p:nvPr/>
        </p:nvSpPr>
        <p:spPr>
          <a:xfrm>
            <a:off x="5490762" y="2578608"/>
            <a:ext cx="2938987" cy="3566160"/>
          </a:xfrm>
          <a:prstGeom prst="roundRect">
            <a:avLst>
              <a:gd name="adj" fmla="val 1867"/>
            </a:avLst>
          </a:prstGeom>
          <a:solidFill>
            <a:srgbClr val="D8E1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Touch it, run it, know it, use it: hardware, software, data, people.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Dr Snow had no computer, yet he still had data and a person. Explain which two components he was missing and what he used instead of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Spot the heat map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Which of these is a heat map?</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map that shows the height of the land with brown shading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map of bus routes, each route drawn in a different colour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map with one red dot marking the hottest town in the country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 map that uses colour to show where crimes are most and least common across a city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Spot the heat map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Spot the heat map</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FF2F0"/>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Ignore the word heat. Ask instead: does the colour show how much of something there is?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heat map runs from a pale colour for few to a dark colour for many.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Cross out any option where the colour means something else, such as height or a route.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the option where the colour shows more or less of something.</a:t>
            </a:r>
            <a:endParaRPr lang="en-US" sz="1800" dirty="0"/>
          </a:p>
        </p:txBody>
      </p:sp>
      <p:sp>
        <p:nvSpPr>
          <p:cNvPr id="17" name="col-Core"/>
          <p:cNvSpPr/>
          <p:nvPr/>
        </p:nvSpPr>
        <p:spPr>
          <a:xfrm>
            <a:off x="6425403" y="2395728"/>
            <a:ext cx="2471666" cy="3749040"/>
          </a:xfrm>
          <a:prstGeom prst="roundRect">
            <a:avLst>
              <a:gd name="adj" fmla="val 2220"/>
            </a:avLst>
          </a:prstGeom>
          <a:solidFill>
            <a:srgbClr val="D8E1DA"/>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Heat map: colour shows how much, from few to many. Which option does that?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Describe a heat map that would help the head teacher decide where to put a new bike shelter, and say what the darkest colour would mean.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a GIS, what are the sets of information or data shown on the map called?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Layers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Grid squares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Templates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Legends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four components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Hardware  →  A  The computer or tablet the GIS runs on</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Software  →  C  The program that stores the layers and draws the map</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Data  →  B  The information about places, held as layers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People  →  D  The users who collect data, ask questions and read the map</a:t>
            </a:r>
            <a:endParaRPr lang="en-US" sz="24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Hardware is the computer, software is the program, data is the information held as layers, and people are the users who ask the questions and read the answers.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Spot the heat map</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a heat map?</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map that uses colour to show where crimes are most and least common across a city</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heat map uses colour to show where there is more or less of something. The crime map does this; the others use colour or dots for temperature, height or routes.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a GIS, what are the sets of information or data shown on the map called?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Layers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data in a GIS is held as layers, each one showing one kind of information, which can be stacked on the map.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Systems (GIS) · Chapter 2: What is a GIS?</dc:title>
  <dc:subject>Geography · Year 8</dc:subject>
  <dc:creator>Dr Vitor Merissi de Carvalho</dc:creator>
  <cp:lastModifiedBy>Dr Vitor Merissi de Carvalho</cp:lastModifiedBy>
  <cp:revision>1</cp:revision>
  <dcterms:created xsi:type="dcterms:W3CDTF">2026-10-19T06:07:37Z</dcterms:created>
  <dcterms:modified xsi:type="dcterms:W3CDTF">2026-10-19T06:07:37Z</dcterms:modified>
</cp:coreProperties>
</file>