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efd2de-074a-91a2-e243-239b2c8ab8b2}">
          <p14:sldIdLst>
            <p14:sldId id="256"/>
          </p14:sldIdLst>
        </p14:section>
        <p14:section name="Gate" id="{2f5d3afc-b193-24f3-b443-67a8895137e0}">
          <p14:sldIdLst>
            <p14:sldId id="257"/>
            <p14:sldId id="258"/>
          </p14:sldIdLst>
        </p14:section>
        <p14:section name="Pre-teach" id="{a7833eb7-94b9-3646-fdde-074cf64111b0}">
          <p14:sldIdLst>
            <p14:sldId id="259"/>
            <p14:sldId id="260"/>
          </p14:sldIdLst>
        </p14:section>
        <p14:section name="Read-along" id="{90b0c058-3d14-148d-d137-fb63f9a1ede5}">
          <p14:sldIdLst>
            <p14:sldId id="261"/>
            <p14:sldId id="262"/>
          </p14:sldIdLst>
        </p14:section>
        <p14:section name="Teach" id="{3aefa3a8-e409-3f16-5b18-e5f98edf6008}">
          <p14:sldIdLst>
            <p14:sldId id="263"/>
            <p14:sldId id="264"/>
            <p14:sldId id="265"/>
            <p14:sldId id="266"/>
          </p14:sldIdLst>
        </p14:section>
        <p14:section name="Routes" id="{a4e69d8b-1c1a-dc43-bb36-808a34a1e0f6}">
          <p14:sldIdLst>
            <p14:sldId id="267"/>
            <p14:sldId id="268"/>
            <p14:sldId id="269"/>
            <p14:sldId id="270"/>
          </p14:sldIdLst>
        </p14:section>
        <p14:section name="Close" id="{6cd5eb6a-a32f-c8c7-7eb8-cba3f8e72af4}">
          <p14:sldIdLst>
            <p14:sldId id="271"/>
          </p14:sldIdLst>
        </p14:section>
        <p14:section name="Answers" id="{68be1087-de8e-96f0-2662-00417ddb3b0b}">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5: World maps from the Living Atlas, and the progress check. Ready-made layers for earthquakes, volcanoes and ecosystems, a legend so other people can read your map, and what the end-of-unit check will ask.
This deck covers the department's lesson: 3 (World maps from the Living Atlas, revision and the progress check: How do you add Living Atlas layers for earthquakes, volcanoes and ecosystems, and what will the progress check ask?).
Read the big question aloud: "How does a GIS turn data about places into maps that help people make decisions, and how do you make one yourself?"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are Living Atlas layers?  →  C   Ready-made data layers that you can add to your map
2. Five maps are marked, with 10 marks for each. How many marks is the map work worth in total?  →  50 marks
3. A ___ tells the reader what the symbols and colours on a map mean.  →  legend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Ready-made data layers that you can add to your map. The Living Atlas is a library of ready-made data layers, such as recent earthquakes, that you search for and add to your map.
2. 50 marks. Five maps × 10 marks = 50 marks.
3. legend. The legend lists each symbol and colour with its meaning, so anyone can read the map.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Living Atlas: a library of ready-made data layers you can add to your map. Example: "She found an earthquake layer in the Living Atlas."
• legend: the part of a map that explains what the symbols and colours mean. Example: "Add a legend so a reader knows what the red dots are."
• eruption: when a volcano throws out lava, ash or gas. Example: "The eruption layer shows every recent volcanic eruption."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ecosystem: a community of living things and the place they live in. Example: "A rainforest is one kind of ecosystem."
• progress check: the short written test at the end of the unit. Example: "The progress check on GIS is worth 10 marks."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For the world maps you do not draw the features yourself.
2. Instead you add ready-made layers from the Living Atlas.
3. Repeat the first six steps, but this time use the world map.
4. At step six, choose Living Atlas Layers instead of map notes.
5. Search for earthquakes and add the recent earthquakes or major earthquakes layer.
6. Search for volcanic eruptions and add the eruption layer, not the wildfire layer.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Search for ecosystems and add the world terrestrial ecosystems layer.
8. Always add a legend so a reader knows what the symbols and colours mean.
9. Save each map in My Content with the right title.
10. Five maps are marked, with 10 marks for each, so 50 marks in total.
11. The progress check is a short written test worth 10 marks.
12. Revise your notes on what a GIS is, its four components, layers, heat maps and uses.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Ready-made data: the Living Atlas. Say it in your own words, then check understanding with a quick question: ask a pupil from the pre-teach group first, since they met these words and ideas before the lesson. Pupils try to recall before you re-explain.
For the Harlington School map you drew the data yourself with map notes. For the world maps you use data other people have already collected. The Living Atlas is a library of ready-made layers inside ArcGIS Online: earthquakes recorded by scientists, volcanic eruptions, ecosystems, and thousands more. You search for a layer and add it to your map, and the software places every piece of data by its latitude and longitude, just as Chapter 2 promised.
Start with the earthquake map. Repeat the first six steps from Chapter 4, but this time stay on the world map. At step six, when you click Add, choose Living Atlas Layers instead of map notes. Search for earthquakes. Two useful layers appear: recent earthquakes and major earthquakes. Add one of them. For the stretch task, add both to the same map and compare them: where do the recent small earthquakes line up with the major ones?
Then make the volcano map and the ecosystems map the same way. For volcanoes, search for volcanic eruptions and add the eruption layer, not the wildfire layer that appears beside it; read the layer name carefully before you click. For ecosystems, search for ecosystems and add the world terrestrial ecosystems layer, which colours the land by the kind of ecosystem found there.
Tip: Map notes for data you draw yourself; Living Atlas for data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Legends and saving. Say it in your own words, then check understanding with a quick question: ask a pupil from the pre-teach group first, since they met these words and ideas before the lesson. Pupils try to recall before you re-explain.
A world map covered in coloured dots is a puzzle until you know what the dots mean. That is the job of the legend. Your deck reminds you to add a legend to every map by clicking the legend button in the map viewer; it lists each symbol and colour on your map with its meaning. A map without a legend may look finished, but nobody else can read it.
Save each map in My Content with the right title: Harlington School, recent earthquakes, major earthquakes, volcanoes and ecosystems. Five maps are marked, with 10 marks for each, so the map work is worth 50 marks in total. Your teacher marks them from My Content, so check the list before the deadline. You also print the maps, or send them to your teacher, and stick them in your book with the right title.
Look at what you have made. Five layers of data, each tied to the Earth by latitude and longitude, each readable by anyone with the legend, and all saved where they can be found and compared. That is a GIS, built by you.
Worked example — model it step by step, thinking aloud: Explain why every GIS map you save needs a legend. (2 marks) (1) Say what a legend does: it tells the reader what each symbol and colour means. (2) Say what happens without one: the map cannot be read by anyone who did not make it. (3) Link to the purpose: a GIS map is for sharing information, so it must be readable. Answer: A legend tells the reader what each symbol and colour on the map means. Without it, someone who did not make the map cannot tell what the dots or colours show, so the information cannot be shared, which is the whole point of a GIS map..
Tip: Layer, legend, save, check My Content. Four words for every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Legends and saving. Say it in your own words, then check understanding with a quick question: ask a pupil from the pre-teach group first, since they met these words and ideas before the lesson. Pupils try to recall before you re-explain.
A world map covered in coloured dots is a puzzle until you know what the dots mean. That is the job of the legend. Your deck reminds you to add a legend to every map by clicking the legend button in the map viewer; it lists each symbol and colour on your map with its meaning. A map without a legend may look finished, but nobody else can read it.
Save each map in My Content with the right title: Harlington School, recent earthquakes, major earthquakes, volcanoes and ecosystems. Five maps are marked, with 10 marks for each, so the map work is worth 50 marks in total. Your teacher marks them from My Content, so check the list before the deadline. You also print the maps, or send them to your teacher, and stick them in your book with the right title.
Look at what you have made. Five layers of data, each tied to the Earth by latitude and longitude, each readable by anyone with the legend, and all saved where they can be found and compared. That is a GIS, built by you.
Worked example — model it step by step, thinking aloud: Explain why every GIS map you save needs a legend. (2 marks) (1) Say what a legend does: it tells the reader what each symbol and colour means. (2) Say what happens without one: the map cannot be read by anyone who did not make it. (3) Link to the purpose: a GIS map is for sharing information, so it must be readable. Answer: A legend tells the reader what each symbol and colour on the map means. Without it, someone who did not make the map cannot tell what the dots or colours show, so the information cannot be shared, which is the whole point of a GIS map..
Tip: Layer, legend, save, check My Content. Four words for every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progress check: what it asks. Say it in your own words, then check understanding with a quick question: ask a pupil from the pre-teach group first, since they met these words and ideas before the lesson. Pupils try to recall before you re-explain.
The half-term progress check on GIS is a short written test worth 10 marks. Your deck shows the six questions it asks, and every one of them is covered in this unit. It asks what a GIS is; how to use a GIS to display a map on a computer using the four components; how we make sure our location or data shows up in the right place; what the information or data in a GIS map is called; what a heat map is, with an example; and two uses of a GIS.
Prepare one clear answer for each. A GIS is a computer system that stores data about places and shows it on a map. The four components are hardware, software, data and people: a person opens the software on the computer and adds data, which the software draws. Data appears in the right place because its latitude and longitude are recorded. The data in a GIS map is held as layers. A heat map uses colour to show where there is more or less of something, such as crime. Two uses: the police mapping crime, and geographers mapping earthquakes.
The pattern of marks helps you plan. The one-mark questions want a definition or a word. The two-mark questions want two points: a description plus an example, or two reasons, or two uses. Use the key words from the glossary, because they are what the marker is looking for.
Tip: One mark, one point. Two marks, two points. Use the key words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Pick the right layer.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 search the Living Atlas for volcanic eruptions and two layers appear. Which one do you add to your volcano map?
Support — work through the steps with the group: (1) Read the name of each layer slowly. The map is about volcanoes. (2) An eruption is what a volcano does. A wildfire is a fire in a forest or grassland. (3) Only one layer matches the map's purpose. (4) Choose the layer whose name says eruption.
Parallel worked example for Support (model it, do not give the task answer): You search the Living Atlas for rivers and see a layer called world rivers and a layer called shipping routes. Which do you add to a map of the world's rivers? The map is about rivers.; Shipping routes are paths taken by ships, not rivers.; So add the world rivers layer.. Answer: The world rivers layer, because its name matches the purpose of the map..
Core — reveal the hint only on request: Eruption is what a volcano does. Which layer says it?
Stretch — no help; when finished: Explain why adding the wrong layer is worse on a GIS map than drawing one wrong symbol with map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Pick the right layer.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 search the Living Atlas for volcanic eruptions and two layers appear. Which one do you add to your volcano map?
Support — work through the steps with the group: (1) Read the name of each layer slowly. The map is about volcanoes. (2) An eruption is what a volcano does. A wildfire is a fire in a forest or grassland. (3) Only one layer matches the map's purpose. (4) Choose the layer whose name says eruption.
Parallel worked example for Support (model it, do not give the task answer): You search the Living Atlas for rivers and see a layer called world rivers and a layer called shipping routes. Which do you add to a map of the world's rivers? The map is about rivers.; Shipping routes are paths taken by ships, not rivers.; So add the world rivers layer.. Answer: The world rivers layer, because its name matches the purpose of the map..
Core — reveal the hint only on request: Eruption is what a volcano does. Which layer says it?
Stretch — no help; when finished: Explain why adding the wrong layer is worse on a GIS map than drawing one wrong symbol with map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progress check, in writing.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how to use a GIS to display a map on a computer, using the four components of a GIS. Then explain how we make sure our data shows up in the right place on the map. (4 marks)
Support — work through the steps with the group: (1) Sentences 1 and 2: walk through the four components in the order they are used. Person, computer, software, data. (2) Make sure all four words appear: hardware, software, data, people. (3) Sentence 3: say what we record with every piece of data when we collect it. (4) Sentence 4: say what the software does with those two numbers.
Parallel worked example for Support (model it, do not give the task answer): Describe how to use a library to find a book, using its four parts: the building, the catalogue computer, the books and the librarian. Then explain how the library makes sure each book is on the right shelf. (4 marks) Walk through the four parts in order: you go into the building, use the catalogue, ask the librarian, find the book.; Name all four parts.; Say what the library records for each book: a shelf number.; Say how that number is used: the book is put on the shelf with that number.. Answer: You go into the library building and use the catalogue computer to search for the book, and the librarian helps you find it on the shelves. Each book has a shelf number recorded when it arrives, and the librarian puts it on the shelf with that number, so every book is in the right place..
Core — reveal the hint only on request: First half: four components in the order they are used. Second half: latitude and longitude, recorded then read.
Stretch — no help; when finished: Explain which of the four components Dr Snow had and which he did not, and say what difference a GIS would have made to how long his map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progress check, in writing.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how to use a GIS to display a map on a computer, using the four components of a GIS. Then explain how we make sure our data shows up in the right place on the map. (4 marks)
Support — work through the steps with the group: (1) Sentences 1 and 2: walk through the four components in the order they are used. Person, computer, software, data. (2) Make sure all four words appear: hardware, software, data, people. (3) Sentence 3: say what we record with every piece of data when we collect it. (4) Sentence 4: say what the software does with those two numbers.
Parallel worked example for Support (model it, do not give the task answer): Describe how to use a library to find a book, using its four parts: the building, the catalogue computer, the books and the librarian. Then explain how the library makes sure each book is on the right shelf. (4 marks) Walk through the four parts in order: you go into the building, use the catalogue, ask the librarian, find the book.; Name all four parts.; Say what the library records for each book: a shelf number.; Say how that number is used: the book is put on the shelf with that number.. Answer: You go into the library building and use the catalogue computer to search for the book, and the librarian helps you find it on the shelves. Each book has a shelf number recorded when it arrives, and the librarian puts it on the shelf with that number, so every book is in the right place..
Core — reveal the hint only on request: First half: four components in the order they are used. Second half: latitude and longitude, recorded then read.
Stretch — no help; when finished: Explain which of the four components Dr Snow had and which he did not, and say what difference a GIS would have made to how long his map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are Living Atlas layers?
Answer: B   Ready-made data layers that you can add to your map. The Living Atlas is a library of ready-made data layers, such as recent earthquakes, that you search for and add to your map.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Pick the right layer. Reveal the answer; pupils mark their own work in a different colour, then read the "why" together. Same destination for every lane, so one answer serves the whole class.
Answer: A   The eruption layer
Why: The deck says to add the eruption layer and not the wildfire layer. A volcano map should hold volcanic data only, so the wildfire layer would put the wrong data on the map.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progress check, in writing. Reveal the answer; pupils mark their own work in a different colour, then read the "why" together. Same destination for every lane, so one answer serves the whole class.
Answer: Names all four components: hardware, software, data and people; Describes the process in order: a person opens the software on the computer and adds the data, which the software draws as a map; Says that the latitude and longitude of each piece of data is recorded when it is collected; Explains that the software uses those two numbers to place each piece of data in the right spot
Why: Two marks for the four components used in order, and two for latitude and longitude: recorded with each piece of data when it is collected, then read by the software to place it.
Model answer: A person, who is the people part of the GIS, opens the GIS software on a computer, which is the hardware. They add the data they want to show as layers, and the software draws the layers on a map on the screen. To make sure the data shows up in the right place, we record the latitude and longitude of every piece of data when we collect it. The software reads these two numbers and places each piece of data exactly where it belongs on the map.
Success criteria: Names all four components: hardware, software, data and people; Describes the process in order: a person opens the software on the computer and adds the data, which the software draws as a map; Says that the latitude and longitude of each piece of data is recorded when it is collected; Explains that the software uses those two numbers to place each piece of data in the right spot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progress check, in writing. Reveal the answer; pupils mark their own work in a different colour, then read the "why" together. Same destination for every lane, so one answer serves the whole class.
Answer: Names all four components: hardware, software, data and people; Describes the process in order: a person opens the software on the computer and adds the data, which the software draws as a map; Says that the latitude and longitude of each piece of data is recorded when it is collected; Explains that the software uses those two numbers to place each piece of data in the right spot
Why: Two marks for the four components used in order, and two for latitude and longitude: recorded with each piece of data when it is collected, then read by the software to place it.
Model answer: A person, who is the people part of the GIS, opens the GIS software on a computer, which is the hardware. They add the data they want to show as layers, and the software draws the layers on a map on the screen. To make sure the data shows up in the right place, we record the latitude and longitude of every piece of data when we collect it. The software reads these two numbers and places each piece of data exactly where it belongs on the map.
Success criteria: Names all four components: hardware, software, data and people; Describes the process in order: a person opens the software on the computer and adds the data, which the software draws as a map; Says that the latitude and longitude of each piece of data is recorded when it is collected; Explains that the software uses those two numbers to place each piece of data in the right spot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Ready-made data layers that you can add to your map
Why: The Living Atlas is a library of ready-made data layers, such as recent earthquakes, that you search for and add to your map.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Geographic Information Systems (GIS) · AQA KS3 → 8035</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World maps from the Living Atlas, and the progress check</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EFF2F0"/>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World maps from the Living Atlas, revision and the progress check</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GIS turn data about places into maps that help people make decisions, and how do you make one yourself?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are Living Atlas layers?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street names printed on the base map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Symbols you draw yourself with map notes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Ready-made data layers that you can add to your map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Paper atlases kept in the school library</a:t>
            </a:r>
            <a:endParaRPr lang="en-US" sz="18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Five maps are marked, with 10 marks for each. How many marks is the map work worth in total?</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marks</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tells the reader what the symbols and colours on a map mean.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legend  ·  layer  ·  template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Ready-made data layers that you can add to your map</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are Living Atlas layers?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Living Atlas is a library of ready-made data layers, such as recent earthquakes, that you search for and add to your map.</a:t>
            </a:r>
            <a:endParaRPr lang="en-US" sz="18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50 marks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Five maps are marked, with 10 marks for each. How many marks is the map work worth in total?</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Five maps × 10 marks = 50 marks.</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legend</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___ tells the reader what the symbols and colours on a map mean.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legend lists each symbol and colour with its meaning, so anyone can read the map.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Living Atlas</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library of ready-made data layers you can add to your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 found an earthquake layer in the Living Atlas.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legend</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part of a map that explains what the symbols and colours mean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Add a legend so a reader knows what the red dots are.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eruption</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volcano throws out lava, ash or gas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eruption layer shows every recent volcanic eruption.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ecosystem</a:t>
            </a:r>
            <a:endParaRPr lang="en-US" sz="2600" dirty="0"/>
          </a:p>
        </p:txBody>
      </p:sp>
      <p:sp>
        <p:nvSpPr>
          <p:cNvPr id="11" name="word-rule"/>
          <p:cNvSpPr/>
          <p:nvPr/>
        </p:nvSpPr>
        <p:spPr>
          <a:xfrm>
            <a:off x="731520" y="2129028"/>
            <a:ext cx="5044288" cy="0"/>
          </a:xfrm>
          <a:prstGeom prst="line">
            <a:avLst/>
          </a:prstGeom>
          <a:ln w="12700">
            <a:solidFill>
              <a:srgbClr val="B5C6B9"/>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community of living things and the place they live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rainforest is one kind of ecosystem.</a:t>
            </a:r>
            <a:endParaRPr lang="en-US" sz="2200" dirty="0"/>
          </a:p>
        </p:txBody>
      </p:sp>
      <p:sp>
        <p:nvSpPr>
          <p:cNvPr id="13" name="word-card"/>
          <p:cNvSpPr/>
          <p:nvPr/>
        </p:nvSpPr>
        <p:spPr>
          <a:xfrm>
            <a:off x="6233008" y="1389888"/>
            <a:ext cx="5410048" cy="4754880"/>
          </a:xfrm>
          <a:prstGeom prst="roundRect">
            <a:avLst>
              <a:gd name="adj" fmla="val 1154"/>
            </a:avLst>
          </a:prstGeom>
          <a:solidFill>
            <a:srgbClr val="F3F5F3"/>
          </a:solidFill>
          <a:ln w="12700">
            <a:solidFill>
              <a:srgbClr val="B5C6B9"/>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progress check</a:t>
            </a:r>
            <a:endParaRPr lang="en-US" sz="2600" dirty="0"/>
          </a:p>
        </p:txBody>
      </p:sp>
      <p:sp>
        <p:nvSpPr>
          <p:cNvPr id="17" name="word-rule"/>
          <p:cNvSpPr/>
          <p:nvPr/>
        </p:nvSpPr>
        <p:spPr>
          <a:xfrm>
            <a:off x="6415888" y="2129028"/>
            <a:ext cx="5044288" cy="0"/>
          </a:xfrm>
          <a:prstGeom prst="line">
            <a:avLst/>
          </a:prstGeom>
          <a:ln w="12700">
            <a:solidFill>
              <a:srgbClr val="B5C6B9"/>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short written test at the end of the unit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progress check on GIS is worth 10 marks.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the world maps you do not draw the features yourself.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Instead you add ready-made layers from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Living Atlas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Repeat the first six steps, but this time use the world map.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step six, choose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Living Atlas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Layers instead of map notes.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Search for earthquakes and add the recent earthquakes or major earthquakes layer.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Search for volcanic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eruptions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add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eruption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layer, not the wildfire layer.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Search for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ecosystems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add the world terrestrial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ecosystems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layer.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Always add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legend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a reader knows what the symbols and colours mean.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Save each map in My Content with the right title.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Five maps are marked, with 10 marks for each, so 50 marks in total.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progress check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short written test worth 10 marks.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Revise your notes on what a GIS is, its four components, layers, heat maps and uses.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Ready-made data: the Living Atlas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Map notes for data you draw yourself; Living Atlas for data that already exists.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the Harlington School map you drew the data yourself with map notes.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Start with the earthquake map. Repeat the first six steps from Chapter 4, but this time stay on the world map.</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make the volcano map and the ecosystems map the same 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Legends and saving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Layer, legend, save, check My Content. Four words for every map.</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world map covered in coloured dots is a puzzle until you know what the dots mean.</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Save each map in My Content with the right title: Harlington School, recent earthquakes, major earthquakes, volcanoes and ecosystems.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what you have made. Five layers of data, each tied to the Earth by latitude and longitude, each readable by anyone with the legend, and all saved where they can be found and compared.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Legends and saving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every GIS map you save needs a legend. (2 marks)</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a legend does: it tells the reader what each symbol and colour means.</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without one: the map cannot be read by anyone who did not make it.</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to the purpose: a GIS map is for sharing information, so it must be readable.</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legend tells the reader what each symbol and colour on the map means. Without it, someone who did not make the map cannot tell what the dots or colours show, so the information cannot be shared, which is the whole point of a GIS map.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progress check: what it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mark, one point. Two marks, two points. Use the key words every time.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half-term progress check on GIS is a short written test worth 10 marks.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Prepare one clear answer for each. A GIS is a computer system that stores data about places and shows it on a map.</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pattern of marks helps you plan. The one-mark questions want a definition or a word.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Pick the right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 search the Living Atlas for volcanic eruptions and two layers appear. Which one do you add to your volcano map?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eruption layer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wildfire layer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because they are both about heat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draw the volcanoes with map notes instead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Pick the right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You search the Living Atlas for volcanic eruptions and two layers appear. Which one do you add to your volcano map?</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FF2F0"/>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name of each layer slowly. The map is about volcanoes.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eruption is what a volcano does. A wildfire is a fire in a forest or grassland.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one layer matches the map's purpose.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layer whose name says eruption.</a:t>
            </a:r>
            <a:endParaRPr lang="en-US" sz="1800" dirty="0"/>
          </a:p>
        </p:txBody>
      </p:sp>
      <p:sp>
        <p:nvSpPr>
          <p:cNvPr id="17" name="col-Core"/>
          <p:cNvSpPr/>
          <p:nvPr/>
        </p:nvSpPr>
        <p:spPr>
          <a:xfrm>
            <a:off x="5490762" y="2593848"/>
            <a:ext cx="2938987" cy="3550920"/>
          </a:xfrm>
          <a:prstGeom prst="roundRect">
            <a:avLst>
              <a:gd name="adj" fmla="val 1867"/>
            </a:avLst>
          </a:prstGeom>
          <a:solidFill>
            <a:srgbClr val="D8E1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Eruption is what a volcano does. Which layer says it?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adding the wrong layer is worse on a GIS map than drawing one wrong symbol with map notes.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progress check, in writing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Describe how to use a GIS to display a map on a computer, using the four components of a GIS. Then explain how we make sure our data shows up in the right place on the map. (4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4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The progress check, in writing</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progress check, in writing</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1 and 2: walk through the four components in the order they are used. Person, computer, software, data.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Make sure all four words appear: hardware, software, data, people.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say what we record with every piece of data when we collect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say what the software does with those two numbers.</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First half: four components in the order they are used. Second half: latitude and longitude, recorded then read.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of the four components Dr Snow had and which he did not, and say what difference a GIS would have made to how long his map took.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are Living Atlas layers?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Symbols you draw yourself with map notes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Ready-made data layers that you can add to your map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Paper atlases kept in the school library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street names printed on the base map</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Pick the right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 search the Living Atlas for volcanic eruptions and two layers appear. Which one do you add to your volcano map?</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eruption layer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 says to add the eruption layer and not the wildfire layer. A volcano map should hold volcanic data only, so the wildfire layer would put the wrong data on the map.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progress check, in writing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93039"/>
          </a:xfrm>
          <a:prstGeom prst="roundRect">
            <a:avLst>
              <a:gd name="adj" fmla="val 13194"/>
            </a:avLst>
          </a:prstGeom>
          <a:solidFill>
            <a:srgbClr val="F3F5F3"/>
          </a:solidFill>
          <a:ln/>
        </p:spPr>
      </p:sp>
      <p:sp>
        <p:nvSpPr>
          <p:cNvPr id="9" name="tickbox"/>
          <p:cNvSpPr/>
          <p:nvPr/>
        </p:nvSpPr>
        <p:spPr>
          <a:xfrm>
            <a:off x="713232" y="2184463"/>
            <a:ext cx="292608" cy="292608"/>
          </a:xfrm>
          <a:prstGeom prst="rect">
            <a:avLst/>
          </a:prstGeom>
          <a:solidFill>
            <a:srgbClr val="FFFFFF"/>
          </a:solidFill>
          <a:ln w="19050">
            <a:solidFill>
              <a:srgbClr val="3F6B4A"/>
            </a:solidFill>
            <a:prstDash val="solid"/>
          </a:ln>
        </p:spPr>
      </p:sp>
      <p:sp>
        <p:nvSpPr>
          <p:cNvPr id="10" name="crit"/>
          <p:cNvSpPr txBox="1"/>
          <p:nvPr/>
        </p:nvSpPr>
        <p:spPr>
          <a:xfrm>
            <a:off x="1143000" y="1984248"/>
            <a:ext cx="10317175" cy="69303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Names all four components: hardware, software, data and people</a:t>
            </a:r>
            <a:endParaRPr lang="en-US" sz="2200" dirty="0"/>
          </a:p>
        </p:txBody>
      </p:sp>
      <p:sp>
        <p:nvSpPr>
          <p:cNvPr id="11" name="crit-box"/>
          <p:cNvSpPr/>
          <p:nvPr/>
        </p:nvSpPr>
        <p:spPr>
          <a:xfrm>
            <a:off x="548640" y="2768727"/>
            <a:ext cx="11094415" cy="1033907"/>
          </a:xfrm>
          <a:prstGeom prst="roundRect">
            <a:avLst>
              <a:gd name="adj" fmla="val 8844"/>
            </a:avLst>
          </a:prstGeom>
          <a:solidFill>
            <a:srgbClr val="F3F5F3"/>
          </a:solidFill>
          <a:ln/>
        </p:spPr>
      </p:sp>
      <p:sp>
        <p:nvSpPr>
          <p:cNvPr id="12" name="tickbox"/>
          <p:cNvSpPr/>
          <p:nvPr/>
        </p:nvSpPr>
        <p:spPr>
          <a:xfrm>
            <a:off x="713232" y="3139376"/>
            <a:ext cx="292608" cy="292608"/>
          </a:xfrm>
          <a:prstGeom prst="rect">
            <a:avLst/>
          </a:prstGeom>
          <a:solidFill>
            <a:srgbClr val="FFFFFF"/>
          </a:solidFill>
          <a:ln w="19050">
            <a:solidFill>
              <a:srgbClr val="3F6B4A"/>
            </a:solidFill>
            <a:prstDash val="solid"/>
          </a:ln>
        </p:spPr>
      </p:sp>
      <p:sp>
        <p:nvSpPr>
          <p:cNvPr id="13" name="crit"/>
          <p:cNvSpPr txBox="1"/>
          <p:nvPr/>
        </p:nvSpPr>
        <p:spPr>
          <a:xfrm>
            <a:off x="1143000" y="2768727"/>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Describes the process in order: a person opens the software on the computer and adds the data, which the software draws as a map</a:t>
            </a:r>
            <a:endParaRPr lang="en-US" sz="2200" dirty="0"/>
          </a:p>
        </p:txBody>
      </p:sp>
      <p:sp>
        <p:nvSpPr>
          <p:cNvPr id="14" name="crit-box"/>
          <p:cNvSpPr/>
          <p:nvPr/>
        </p:nvSpPr>
        <p:spPr>
          <a:xfrm>
            <a:off x="548640" y="3894074"/>
            <a:ext cx="11094415" cy="1033907"/>
          </a:xfrm>
          <a:prstGeom prst="roundRect">
            <a:avLst>
              <a:gd name="adj" fmla="val 8844"/>
            </a:avLst>
          </a:prstGeom>
          <a:solidFill>
            <a:srgbClr val="F3F5F3"/>
          </a:solidFill>
          <a:ln/>
        </p:spPr>
      </p:sp>
      <p:sp>
        <p:nvSpPr>
          <p:cNvPr id="15" name="tickbox"/>
          <p:cNvSpPr/>
          <p:nvPr/>
        </p:nvSpPr>
        <p:spPr>
          <a:xfrm>
            <a:off x="713232" y="4264723"/>
            <a:ext cx="292608" cy="292608"/>
          </a:xfrm>
          <a:prstGeom prst="rect">
            <a:avLst/>
          </a:prstGeom>
          <a:solidFill>
            <a:srgbClr val="FFFFFF"/>
          </a:solidFill>
          <a:ln w="19050">
            <a:solidFill>
              <a:srgbClr val="3F6B4A"/>
            </a:solidFill>
            <a:prstDash val="solid"/>
          </a:ln>
        </p:spPr>
      </p:sp>
      <p:sp>
        <p:nvSpPr>
          <p:cNvPr id="16" name="crit"/>
          <p:cNvSpPr txBox="1"/>
          <p:nvPr/>
        </p:nvSpPr>
        <p:spPr>
          <a:xfrm>
            <a:off x="1143000" y="3894074"/>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Says that the latitude and longitude of each piece of data is recorded when it is collected</a:t>
            </a:r>
            <a:endParaRPr lang="en-US" sz="2200" dirty="0"/>
          </a:p>
        </p:txBody>
      </p:sp>
      <p:sp>
        <p:nvSpPr>
          <p:cNvPr id="17" name="crit-box"/>
          <p:cNvSpPr/>
          <p:nvPr/>
        </p:nvSpPr>
        <p:spPr>
          <a:xfrm>
            <a:off x="548640" y="5019421"/>
            <a:ext cx="11094415" cy="1033907"/>
          </a:xfrm>
          <a:prstGeom prst="roundRect">
            <a:avLst>
              <a:gd name="adj" fmla="val 8844"/>
            </a:avLst>
          </a:prstGeom>
          <a:solidFill>
            <a:srgbClr val="F3F5F3"/>
          </a:solidFill>
          <a:ln/>
        </p:spPr>
      </p:sp>
      <p:sp>
        <p:nvSpPr>
          <p:cNvPr id="18" name="tickbox"/>
          <p:cNvSpPr/>
          <p:nvPr/>
        </p:nvSpPr>
        <p:spPr>
          <a:xfrm>
            <a:off x="713232" y="5390070"/>
            <a:ext cx="292608" cy="292608"/>
          </a:xfrm>
          <a:prstGeom prst="rect">
            <a:avLst/>
          </a:prstGeom>
          <a:solidFill>
            <a:srgbClr val="FFFFFF"/>
          </a:solidFill>
          <a:ln w="19050">
            <a:solidFill>
              <a:srgbClr val="3F6B4A"/>
            </a:solidFill>
            <a:prstDash val="solid"/>
          </a:ln>
        </p:spPr>
      </p:sp>
      <p:sp>
        <p:nvSpPr>
          <p:cNvPr id="19" name="crit"/>
          <p:cNvSpPr txBox="1"/>
          <p:nvPr/>
        </p:nvSpPr>
        <p:spPr>
          <a:xfrm>
            <a:off x="1143000" y="5019421"/>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Explains that the software uses those two numbers to place each piece of data in the right spot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Model answer: The progress check, in writing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person, who is the people part of the GIS, opens the GIS software on a computer, which is the hardware. They add the data they want to show as layers, and the software draws the layers on a map on the screen. To make sure the data shows up in the right place, we record the latitude and longitude of every piece of data when we collect it. The software reads these two numbers and places each piece of data exactly where it belongs on the map.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are Living Atlas layers?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Ready-made data layers that you can add to your map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Living Atlas is a library of ready-made data layers, such as recent earthquakes, that you search for and add to your map.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Systems (GIS) · Chapter 5: World maps from the Living Atlas, and the progress check</dc:title>
  <dc:subject>Geography · Year 8</dc:subject>
  <dc:creator>Dr Vitor Merissi de Carvalho</dc:creator>
  <cp:lastModifiedBy>Dr Vitor Merissi de Carvalho</cp:lastModifiedBy>
  <cp:revision>1</cp:revision>
  <dcterms:created xsi:type="dcterms:W3CDTF">2026-10-19T06:07:37Z</dcterms:created>
  <dcterms:modified xsi:type="dcterms:W3CDTF">2026-10-19T06:07:37Z</dcterms:modified>
</cp:coreProperties>
</file>