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a8c7760-cfa7-a310-ae27-8f80622c360d}">
          <p14:sldIdLst>
            <p14:sldId id="256"/>
          </p14:sldIdLst>
        </p14:section>
        <p14:section name="Gate" id="{bc5a8ac2-1e56-a372-c91c-e9f55d06da29}">
          <p14:sldIdLst>
            <p14:sldId id="257"/>
            <p14:sldId id="258"/>
          </p14:sldIdLst>
        </p14:section>
        <p14:section name="Pre-teach" id="{bafc6c6f-f8a0-b16a-e32a-fcef0714fa7e}">
          <p14:sldIdLst>
            <p14:sldId id="259"/>
            <p14:sldId id="260"/>
          </p14:sldIdLst>
        </p14:section>
        <p14:section name="Read-along" id="{ac926182-4f9b-5406-6209-fa7bd4e84c42}">
          <p14:sldIdLst>
            <p14:sldId id="261"/>
            <p14:sldId id="262"/>
          </p14:sldIdLst>
        </p14:section>
        <p14:section name="Teach" id="{1ef99e70-f9b6-b4bd-4842-f65d19164239}">
          <p14:sldIdLst>
            <p14:sldId id="263"/>
            <p14:sldId id="264"/>
            <p14:sldId id="265"/>
            <p14:sldId id="266"/>
          </p14:sldIdLst>
        </p14:section>
        <p14:section name="Routes" id="{48338942-af67-7d34-7357-1657a55ea667}">
          <p14:sldIdLst>
            <p14:sldId id="267"/>
            <p14:sldId id="268"/>
            <p14:sldId id="269"/>
            <p14:sldId id="270"/>
          </p14:sldIdLst>
        </p14:section>
        <p14:section name="Close" id="{364dc06b-95be-4367-5425-98c378fd53b6}">
          <p14:sldIdLst>
            <p14:sldId id="271"/>
          </p14:sldIdLst>
        </p14:section>
        <p14:section name="Answers" id="{56847505-07df-a656-8a61-868828c5416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5: Making your first map: Harlington School. Log in to ArcGIS Online, find Pinkwell Lane, add map notes for human features, measure a distance, read a latitude and longitude, and save your map where you can find it again.
This deck covers the department's lesson: 2 (Creating maps in GIS: Harlington School with its surrounding streets: How do you create a map with human features in ArcGIS Online, measure a distance and read a latitude and longitude?).
Read the big question aloud: "How does a GIS turn data about places into maps that help people make decisions, and how do you make one yourself?"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 map notes let you do in ArcGIS Online?  →  C   Add your own symbols and labels for features to the map
2. The ___ tool shows the latitude and longitude of a point on the map.  →  location
3. Where do you find the maps you have saved in ArcGIS Online?  →  D   In My Content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Add your own symbols and labels for features to the map. Map notes are the tool for adding your own data to a map: symbols, lines, areas and labels for the features you choose.
2. location. The location tool reads off the coordinates of the point you click; the measure tool gives distances.
3. D   In My Content. Saved maps are listed under their titles in My Content, reached through the Content menu.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ArcGIS Online: the GIS software you use through a web browser. Example: "Log in to ArcGIS Online with the account your teacher gave you."
• map notes: the tool that lets you add your own symbols and labels to a map. Example: "Use map notes to put a school symbol on the map."
• template: a ready-made set of symbols to choose from. Example: "The general infrastructure template has symbols for roads and buildings."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measure tool: the tool that finds the distance between two points on the map. Example: "The measure tool showed the distance from the school to the junction."
• location tool: the tool that shows the latitude and longitude of a point. Example: "Click the location tool to read the coordinates of the school."
• My Content: the place in ArcGIS Online where your saved maps are kept. Example: "All your saved maps are listed in My Content."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ArcGIS Online is the GIS software you use in this unit.
2. You log in, go to Maps and open the map viewer.
3. Type Pinkwell Lane in the address box and choose the full address that appears.
4. Zoom in until you can see the school and the nearby streets.
5. Click Add, then Add Map Notes.
6. Name your map notes human features and choose the general infrastructure template.
7. Scroll through the symbols until you find the school.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Click the symbol, then click on the school to place it.
9. Change the title to Harlington School and write a short description.
10. Use the measure tool to find the distance between two places.
11. Use the location tool to read the latitude and longitude of the school.
12. Click Save As and name your map Harlington School.
13. Your saved maps are kept in My Content.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place. Say it in your own words, then check understanding with a quick question: ask a pupil from the pre-teach group first, since they met these words and ideas before the lesson. Pupils try to recall before you re-explain.
Now you build a GIS map yourself. The software is ArcGIS Online, which runs in a web browser, so the first step is to log in with the account your teacher gave you. From the home page go to Maps and open the map viewer. You will see a base map of the world with a search box, a toolbar along the top and an Add button.
Type Pinkwell Lane into the address box. A list of full addresses appears underneath; click the one for the school. The map jumps to the right part of west London. Then zoom in, using the mouse wheel or the plus button, until you can see the whole school site and the streets around it, as in the sample map on your deck.
Zooming in matters more than it seems. In Chapter 2 you learned that every piece of GIS data must sit in the right place. When you add a symbol in the next step, the software records the latitude and longitude of the exact spot you click. If you are zoomed out, a tiny slip of the mouse puts your school in the wrong street.
Tip: Search, then zoom. Never place a symbol while you are zoomed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Adding human features with map notes. Say it in your own words, then check understanding with a quick question: ask a pupil from the pre-teach group first, since they met these words and ideas before the lesson. Pupils try to recall before you re-explain.
Click Add, then Add Map Notes. Map notes are the tool for drawing your own data on the map: symbols, lines, areas and labels. Name your map notes human features, because that is what this layer will hold. Then choose the general infrastructure template, which is a ready-made set of symbols for the things people build: roads, buildings, schools, shops and more. Click Create and your new layer is ready.
Scroll through the symbols until you reach the school. Click the symbol, then click on the school's location on your map. A small box opens: change the title to Harlington School and write a description you choose. Click Close. Then take two minutes to place as many other human features as you can: the primary school, shops, the bus stops, the main roads. Every symbol must match the correct feature in the correct location.
That last sentence is the whole of GIS in one rule. A symbol is a piece of data, and the place you click is its latitude and longitude. A shop symbol on the school field is wrong data, however nice the symbol looks. In Chapter 1 Dr Snow's map worked because every mark was in the right place; yours works the same way.
Worked example — model it step by step, thinking aloud: A pupil places a hospital symbol on the school playing field because they like the symbol. Explain why this is a problem on a GIS map. (2 marks) (1) Say what the symbol is: a piece of data with a location. (2) Say what is wrong: there is no hospital at that location, so the data is false. (3) Say why it matters: anyone using the map, or stacking a layer on it, would be misled. Answer: On a GIS map every symbol is a piece of data tied to a latitude and longitude, so the symbol says there is a hospital on the playing field. That is not true, so the map now holds false data, and anyone reading the map or comparing it with another layer would be misled..
Tip: Right symbol, right place. If the feature is not really there, do not 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Adding human features with map notes. Say it in your own words, then check understanding with a quick question: ask a pupil from the pre-teach group first, since they met these words and ideas before the lesson. Pupils try to recall before you re-explain.
Click Add, then Add Map Notes. Map notes are the tool for drawing your own data on the map: symbols, lines, areas and labels. Name your map notes human features, because that is what this layer will hold. Then choose the general infrastructure template, which is a ready-made set of symbols for the things people build: roads, buildings, schools, shops and more. Click Create and your new layer is ready.
Scroll through the symbols until you reach the school. Click the symbol, then click on the school's location on your map. A small box opens: change the title to Harlington School and write a description you choose. Click Close. Then take two minutes to place as many other human features as you can: the primary school, shops, the bus stops, the main roads. Every symbol must match the correct feature in the correct location.
That last sentence is the whole of GIS in one rule. A symbol is a piece of data, and the place you click is its latitude and longitude. A shop symbol on the school field is wrong data, however nice the symbol looks. In Chapter 1 Dr Snow's map worked because every mark was in the right place; yours works the same way.
Worked example — model it step by step, thinking aloud: A pupil places a hospital symbol on the school playing field because they like the symbol. Explain why this is a problem on a GIS map. (2 marks) (1) Say what the symbol is: a piece of data with a location. (2) Say what is wrong: there is no hospital at that location, so the data is false. (3) Say why it matters: anyone using the map, or stacking a layer on it, would be misled. Answer: On a GIS map every symbol is a piece of data tied to a latitude and longitude, so the symbol says there is a hospital on the playing field. That is not true, so the map now holds false data, and anyone reading the map or comparing it with another layer would be misled..
Tip: Right symbol, right place. If the feature is not really there, do not 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locating and saving. Say it in your own words, then check understanding with a quick question: ask a pupil from the pre-teach group first, since they met these words and ideas before the lesson. Pupils try to recall before you re-explain.
Two tools on the top bar turn your map from a picture into a GIS. The measure tool finds the distance between two points: click one place, click another, and the distance appears. Your deck asks you to measure from Pinkwell Primary School to the junction of Mildred Avenue and Seaton Road, to practise, and to record the reading in your book. The location tool shows the latitude and longitude of any point you click. Use it on the school and record the two numbers. They are the school's address in the Earth's own system from Chapter 1.
Spend a few minutes trying every tool on the top bar, so none of them is a surprise in the next lesson. Then click Save As and name your map Harlington School. Saving gives the map a title and keeps it in your account.
To see your saved map, click the three lines beside the map name and choose Content. Every map you save is listed under its title in My Content. Your teacher will mark the maps from here, so the rule is simple: if it is not in My Content, it is not saved. Print the finished map and stick it in your book with the right title.
Tip: Save As, then check My Content. If you cannot see it there, your teacher cannot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steps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for making the Harlington School map in the order you do them.
Support — work through the steps with the group: (1) You cannot do anything until you are logged in and the map viewer is open. (2) Find before you zoom: search the address, then zoom in to the school. (3) Make the layer before you fill it: add map notes and pick the template, then place the symbol. (4) Saving is always last. Nothing is kept until you click Save As.
Parallel worked example for Support (model it, do not give the task answer): Put the steps for sending a photo to a friend in order: take the photo, open the messages app, choose the friend, attach the photo and send. You need the photo first, so take it.; Open the app before you can choose anyone.; Choose the friend, then attach and send.. Answer: take the photo, open the messages app, choose the friend, attach the photo and send.
Core — reveal the hint only on request: Open, find, zoom, make the layer, place the symbol, save.
Stretch — no help; when finished: Explain what would go wrong if you placed the school symbol before zooming in, and say which rule from Chapter 2 it would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steps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for making the Harlington School map in the order you do them.
Support — work through the steps with the group: (1) You cannot do anything until you are logged in and the map viewer is open. (2) Find before you zoom: search the address, then zoom in to the school. (3) Make the layer before you fill it: add map notes and pick the template, then place the symbol. (4) Saving is always last. Nothing is kept until you click Save As.
Parallel worked example for Support (model it, do not give the task answer): Put the steps for sending a photo to a friend in order: take the photo, open the messages app, choose the friend, attach the photo and send. You need the photo first, so take it.; Open the app before you can choose anyone.; Choose the friend, then attach and send.. Answer: take the photo, open the messages app, choose the friend, attach the photo and send.
Core — reveal the hint only on request: Open, find, zoom, make the layer, place the symbol, save.
Stretch — no help; when finished: Explain what would go wrong if you placed the school symbol before zooming in, and say which rule from Chapter 2 it would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tool does the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ArcGIS Online to the job it does.
Support — work through the steps with the group: (1) Measure means how far, so look for distance. (2) Location means where, so look for latitude and longitude. (3) The address box takes a name and finds the place. (4) Save As keeps the map. Where does it keep it?
Parallel worked example for Support (model it, do not give the task answer): Match each part of a kitchen to its job: the scales, the timer, the recipe book, the fridge. Scales measure how much.; The timer tells you when.; The recipe book tells you how.; The fridge keeps food for later.. Answer: Scales: measure how much. Timer: tell you when. Recipe book: tell you how. Fridge: keep food for later..
Core — reveal the hint only on request: How far, where, which place, keep it: four tools, four jobs.
Stretch — no help; when finished: Your friend measured the distance to the junction but forgot to use the location tool. Explain what they are missing from their book and why it matters for a 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tool does the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ArcGIS Online to the job it does.
Support — work through the steps with the group: (1) Measure means how far, so look for distance. (2) Location means where, so look for latitude and longitude. (3) The address box takes a name and finds the place. (4) Save As keeps the map. Where does it keep it?
Parallel worked example for Support (model it, do not give the task answer): Match each part of a kitchen to its job: the scales, the timer, the recipe book, the fridge. Scales measure how much.; The timer tells you when.; The recipe book tells you how.; The fridge keeps food for later.. Answer: Scales: measure how much. Timer: tell you when. Recipe book: tell you how. Fridge: keep food for later..
Core — reveal the hint only on request: How far, where, which place, keep it: four tools, four jobs.
Stretch — no help; when finished: Your friend measured the distance to the junction but forgot to use the location tool. Explain what they are missing from their book and why it matters for a 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 map notes let you do in ArcGIS Online?
Answer: B   Add your own symbols and labels for features to the map. Map notes are the tool for adding your own data to a map: symbols, lines, areas and labels for the features you choose.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steps in order. Reveal the answer; pupils mark their own work in a different colour, then read the "why" together. Same destination for every lane, so one answer serves the whole class.
Answer: Log in to ArcGIS Online and open the map viewer  (A); Type Pinkwell Lane in the address box and choose the full address  (F); Zoom in to the school and the nearby streets  (B); Click Add, then Add Map Notes, and choose the general infrastructure template  (C); Click the school symbol and place it on the school  (E); Click Save As and name the map Harlington School  (D)
Why: Log in and open the viewer, search the address, zoom in, add map notes with the template, place the school symbol, then save as Harlington School.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tool does the job?. Reveal the answer; pupils mark their own work in a different colour, then read the "why" together. Same destination for every lane, so one answer serves the whole class.
Answer: Measure tool  →  B  Finds the distance between two points; Location tool  →  C  Shows the latitude and longitude of a point; Address box  →  A  Finds a place from its street name; Save As  →  D  Keeps your map in My Content under a title
Why: The measure tool gives a distance, the location tool gives a latitude and longitude, the address box finds a place by name, and Save As keeps the map in My Content.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Add your own symbols and labels for features to the map
Why: Map notes are the tool for adding your own data to a map: symbols, lines, areas and labels for the features you choose.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Geographic Information Systems (GIS) · AQA KS3 → 8035</a:t>
            </a:r>
            <a:endParaRPr lang="en-US" sz="1800" dirty="0"/>
          </a:p>
        </p:txBody>
      </p:sp>
      <p:sp>
        <p:nvSpPr>
          <p:cNvPr id="10" name="deck-title"/>
          <p:cNvSpPr txBox="1"/>
          <p:nvPr/>
        </p:nvSpPr>
        <p:spPr>
          <a:xfrm>
            <a:off x="548640" y="230428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Making your first map: Harlington School</a:t>
            </a:r>
            <a:endParaRPr lang="en-US" sz="3600" dirty="0"/>
          </a:p>
        </p:txBody>
      </p:sp>
      <p:sp>
        <p:nvSpPr>
          <p:cNvPr id="11" name="lessons-card"/>
          <p:cNvSpPr/>
          <p:nvPr/>
        </p:nvSpPr>
        <p:spPr>
          <a:xfrm>
            <a:off x="548640" y="3848608"/>
            <a:ext cx="5287975" cy="1290320"/>
          </a:xfrm>
          <a:prstGeom prst="roundRect">
            <a:avLst>
              <a:gd name="adj" fmla="val 5669"/>
            </a:avLst>
          </a:prstGeom>
          <a:solidFill>
            <a:srgbClr val="EFF2F0"/>
          </a:solidFill>
          <a:ln/>
        </p:spPr>
      </p:sp>
      <p:sp>
        <p:nvSpPr>
          <p:cNvPr id="12" name="lessons"/>
          <p:cNvSpPr txBox="1"/>
          <p:nvPr/>
        </p:nvSpPr>
        <p:spPr>
          <a:xfrm>
            <a:off x="685800" y="394004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Creating maps in GIS: Harlington School with its surrounding streets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GIS turn data about places into maps that help people make decisions, and how do you make one yourself?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do map notes let you do in ArcGIS Online?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Print the map in black and white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the colour of the sea on the base map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your own symbols and labels for features to the map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Delete the base map</a:t>
            </a:r>
            <a:endParaRPr lang="en-US" sz="18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___ tool shows the latitude and longitude of a point on the map.</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measure  ·  location  ·  search</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Where do you find the maps you have saved in ArcGIS Online?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address box</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template list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legend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My Content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Add your own symbols and labels for features to the map</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Map notes are the tool for adding your own data to a map: symbols, lines, areas and labels for the features you choose.</a:t>
            </a:r>
            <a:endParaRPr lang="en-US" sz="18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location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___ tool shows the latitude and longitude of a point on the map.</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location tool reads off the coordinates of the point you click; the measure tool gives distances.</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In My Content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do you find the maps you have saved in ArcGIS Online?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Saved maps are listed under their titles in My Content, reached through the Content menu.</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ArcGIS Online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GIS software you use through a web browser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Log in to ArcGIS Online with the account your teacher gave you.</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map notes</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tool that lets you add your own symbols and labels to a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Use map notes to put a school symbol on the map.</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template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ready-made set of symbols to choose from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general infrastructure template has symbols for roads and buildings.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measure tool</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tool that finds the distance between two points on the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measure tool showed the distance from the school to the junction.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location tool</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tool that shows the latitude and longitude of a point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Click the location tool to read the coordinates of the school.</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My Content</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place in ArcGIS Online where your saved maps are kept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All your saved maps are listed in My Content.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ArcGIS Online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GIS software you use in this unit.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log in, go to Maps and open the map viewer.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Type Pinkwell Lane in the address box and choose the full address that appears.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Zoom in until you can see the school and the nearby streets.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Click Add, then Add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Map Notes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Name your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map notes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human features and choose the general infrastructure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template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Scroll through the symbols until you find the school.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Click the symbol, then click on the school to place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Change the title to Harlington School and write a short description.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Use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measure tool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find the distance between two places.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Use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location tool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read the latitude and longitude of the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Click Save As and name your map Harlington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saved maps are kept in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My Content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Finding the place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Search, then zoom. Never place a symbol while you are zoomed out.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Now you build a GIS map yourself. The software is ArcGIS Online, which runs in a web browser, so the first step is to log in with the account your teacher gave you.</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Type Pinkwell Lane into the address box. A list of full addresses appears underneath; click the one for the school.</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Zooming in matters more than it seems. In Chapter 2 you learned that every piece of GIS data must sit in the right place.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Adding human features with map notes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Right symbol, right place. If the feature is not really there, do not place it.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Click Add, then Add Map Notes. Map notes are the tool for drawing your own data on the map: symbols, lines, areas and labels.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Scroll through the symbols until you reach the school. Click the symbol, then click on the school's location on your map.</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last sentence is the whole of GIS in one rule.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Adding human features with map notes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places a hospital symbol on the school playing field because they like the symbol. Explain why this is a problem on a GIS map. (2 marks)</a:t>
            </a:r>
            <a:endParaRPr lang="en-US" sz="2200" dirty="0"/>
          </a:p>
        </p:txBody>
      </p:sp>
      <p:sp>
        <p:nvSpPr>
          <p:cNvPr id="9" name="step-box"/>
          <p:cNvSpPr/>
          <p:nvPr/>
        </p:nvSpPr>
        <p:spPr>
          <a:xfrm>
            <a:off x="548640" y="2655824"/>
            <a:ext cx="342381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symbol is: a piece of data with a location.</a:t>
            </a:r>
            <a:endParaRPr lang="en-US" sz="1800" dirty="0"/>
          </a:p>
        </p:txBody>
      </p:sp>
      <p:sp>
        <p:nvSpPr>
          <p:cNvPr id="13" name="arrow"/>
          <p:cNvSpPr/>
          <p:nvPr/>
        </p:nvSpPr>
        <p:spPr>
          <a:xfrm>
            <a:off x="4045610" y="3366262"/>
            <a:ext cx="274320" cy="274320"/>
          </a:xfrm>
          <a:prstGeom prst="rightArrow">
            <a:avLst/>
          </a:prstGeom>
          <a:solidFill>
            <a:srgbClr val="B8862B"/>
          </a:solidFill>
          <a:ln/>
        </p:spPr>
      </p:sp>
      <p:sp>
        <p:nvSpPr>
          <p:cNvPr id="14" name="step-box"/>
          <p:cNvSpPr/>
          <p:nvPr/>
        </p:nvSpPr>
        <p:spPr>
          <a:xfrm>
            <a:off x="4383938" y="2655824"/>
            <a:ext cx="342381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is wrong: there is no hospital at that location, so the data is false.</a:t>
            </a:r>
            <a:endParaRPr lang="en-US" sz="1800" dirty="0"/>
          </a:p>
        </p:txBody>
      </p:sp>
      <p:sp>
        <p:nvSpPr>
          <p:cNvPr id="18" name="arrow"/>
          <p:cNvSpPr/>
          <p:nvPr/>
        </p:nvSpPr>
        <p:spPr>
          <a:xfrm>
            <a:off x="7880909" y="3366262"/>
            <a:ext cx="274320" cy="274320"/>
          </a:xfrm>
          <a:prstGeom prst="rightArrow">
            <a:avLst/>
          </a:prstGeom>
          <a:solidFill>
            <a:srgbClr val="B8862B"/>
          </a:solidFill>
          <a:ln/>
        </p:spPr>
      </p:sp>
      <p:sp>
        <p:nvSpPr>
          <p:cNvPr id="19" name="step-box"/>
          <p:cNvSpPr/>
          <p:nvPr/>
        </p:nvSpPr>
        <p:spPr>
          <a:xfrm>
            <a:off x="8219237" y="2655824"/>
            <a:ext cx="3423818" cy="1695196"/>
          </a:xfrm>
          <a:prstGeom prst="roundRect">
            <a:avLst>
              <a:gd name="adj" fmla="val 4315"/>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why it matters: anyone using the map, or stacking a layer on it, would be misled.</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On a GIS map every symbol is a piece of data tied to a latitude and longitude, so the symbol says there is a hospital on the playing field. That is not true, so the map now holds false data, and anyone reading the map or comparing it with another layer would be misled.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Measuring, locating and saving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Save As, then check My Content. If you cannot see it there, your teacher cannot either.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tools on the top bar turn your map from a picture into a GIS.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Spend a few minutes trying every tool on the top bar, so none of them is a surprise in the next lesson.</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see your saved map, click the three lines beside the map name and choose Content.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steps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for making the Harlington School map in the order you do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Log in to ArcGIS Online and open the map viewer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Zoom in to the school and the nearby streets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Click Add, then Add Map Notes, and choose the general infrastructure template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Click Save As and name the map Harlington School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Click the school symbol and place it on the school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Type Pinkwell Lane in the address box and choose the full address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The steps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steps in order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cannot do anything until you are logged in and the map viewer is open.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before you zoom: search the address, then zoom in to the school.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Make the layer before you fill it: add map notes and pick the template, then place the symbol.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Saving is always last. Nothing is kept until you click Save As.</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Open, find, zoom, make the layer, place the symbol, save.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go wrong if you placed the school symbol before zooming in, and say which rule from Chapter 2 it would break.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tool does the job?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ArcGIS Online to the job it does.</a:t>
            </a:r>
            <a:endParaRPr lang="en-US" sz="2400" dirty="0"/>
          </a:p>
        </p:txBody>
      </p:sp>
      <p:sp>
        <p:nvSpPr>
          <p:cNvPr id="11" name="match-card"/>
          <p:cNvSpPr/>
          <p:nvPr/>
        </p:nvSpPr>
        <p:spPr>
          <a:xfrm>
            <a:off x="777240" y="2468331"/>
            <a:ext cx="3081437" cy="804809"/>
          </a:xfrm>
          <a:prstGeom prst="roundRect">
            <a:avLst>
              <a:gd name="adj" fmla="val 9089"/>
            </a:avLst>
          </a:prstGeom>
          <a:solidFill>
            <a:srgbClr val="F3F5F3"/>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Measure tool</a:t>
            </a:r>
            <a:endParaRPr lang="en-US" sz="2200" dirty="0"/>
          </a:p>
        </p:txBody>
      </p:sp>
      <p:sp>
        <p:nvSpPr>
          <p:cNvPr id="15" name="match-card"/>
          <p:cNvSpPr/>
          <p:nvPr/>
        </p:nvSpPr>
        <p:spPr>
          <a:xfrm>
            <a:off x="4224437" y="2468331"/>
            <a:ext cx="7190019" cy="804809"/>
          </a:xfrm>
          <a:prstGeom prst="roundRect">
            <a:avLst>
              <a:gd name="adj" fmla="val 9089"/>
            </a:avLst>
          </a:prstGeom>
          <a:solidFill>
            <a:srgbClr val="F8F2E9"/>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Finds a place from its street name</a:t>
            </a:r>
            <a:endParaRPr lang="en-US" sz="2200" dirty="0"/>
          </a:p>
        </p:txBody>
      </p:sp>
      <p:sp>
        <p:nvSpPr>
          <p:cNvPr id="19" name="match-card"/>
          <p:cNvSpPr/>
          <p:nvPr/>
        </p:nvSpPr>
        <p:spPr>
          <a:xfrm>
            <a:off x="777240" y="3364581"/>
            <a:ext cx="3081437" cy="804809"/>
          </a:xfrm>
          <a:prstGeom prst="roundRect">
            <a:avLst>
              <a:gd name="adj" fmla="val 9089"/>
            </a:avLst>
          </a:prstGeom>
          <a:solidFill>
            <a:srgbClr val="F3F5F3"/>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Location tool</a:t>
            </a:r>
            <a:endParaRPr lang="en-US" sz="2200" dirty="0"/>
          </a:p>
        </p:txBody>
      </p:sp>
      <p:sp>
        <p:nvSpPr>
          <p:cNvPr id="23" name="match-card"/>
          <p:cNvSpPr/>
          <p:nvPr/>
        </p:nvSpPr>
        <p:spPr>
          <a:xfrm>
            <a:off x="4224437" y="3364581"/>
            <a:ext cx="7190019" cy="804809"/>
          </a:xfrm>
          <a:prstGeom prst="roundRect">
            <a:avLst>
              <a:gd name="adj" fmla="val 9089"/>
            </a:avLst>
          </a:prstGeom>
          <a:solidFill>
            <a:srgbClr val="F8F2E9"/>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Finds the distance between two points</a:t>
            </a:r>
            <a:endParaRPr lang="en-US" sz="2200" dirty="0"/>
          </a:p>
        </p:txBody>
      </p:sp>
      <p:sp>
        <p:nvSpPr>
          <p:cNvPr id="27" name="match-card"/>
          <p:cNvSpPr/>
          <p:nvPr/>
        </p:nvSpPr>
        <p:spPr>
          <a:xfrm>
            <a:off x="777240" y="4260830"/>
            <a:ext cx="3081437" cy="804809"/>
          </a:xfrm>
          <a:prstGeom prst="roundRect">
            <a:avLst>
              <a:gd name="adj" fmla="val 9089"/>
            </a:avLst>
          </a:prstGeom>
          <a:solidFill>
            <a:srgbClr val="F3F5F3"/>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Address box</a:t>
            </a:r>
            <a:endParaRPr lang="en-US" sz="2200" dirty="0"/>
          </a:p>
        </p:txBody>
      </p:sp>
      <p:sp>
        <p:nvSpPr>
          <p:cNvPr id="31" name="match-card"/>
          <p:cNvSpPr/>
          <p:nvPr/>
        </p:nvSpPr>
        <p:spPr>
          <a:xfrm>
            <a:off x="4224437" y="4260830"/>
            <a:ext cx="7190019" cy="804809"/>
          </a:xfrm>
          <a:prstGeom prst="roundRect">
            <a:avLst>
              <a:gd name="adj" fmla="val 9089"/>
            </a:avLst>
          </a:prstGeom>
          <a:solidFill>
            <a:srgbClr val="F8F2E9"/>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Shows the latitude and longitude of a point</a:t>
            </a:r>
            <a:endParaRPr lang="en-US" sz="2200" dirty="0"/>
          </a:p>
        </p:txBody>
      </p:sp>
      <p:sp>
        <p:nvSpPr>
          <p:cNvPr id="35" name="match-card"/>
          <p:cNvSpPr/>
          <p:nvPr/>
        </p:nvSpPr>
        <p:spPr>
          <a:xfrm>
            <a:off x="777240" y="5157079"/>
            <a:ext cx="3081437" cy="804809"/>
          </a:xfrm>
          <a:prstGeom prst="roundRect">
            <a:avLst>
              <a:gd name="adj" fmla="val 9089"/>
            </a:avLst>
          </a:prstGeom>
          <a:solidFill>
            <a:srgbClr val="F3F5F3"/>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Save As</a:t>
            </a:r>
            <a:endParaRPr lang="en-US" sz="2200" dirty="0"/>
          </a:p>
        </p:txBody>
      </p:sp>
      <p:sp>
        <p:nvSpPr>
          <p:cNvPr id="39" name="match-card"/>
          <p:cNvSpPr/>
          <p:nvPr/>
        </p:nvSpPr>
        <p:spPr>
          <a:xfrm>
            <a:off x="4224437" y="5157079"/>
            <a:ext cx="7190019" cy="804809"/>
          </a:xfrm>
          <a:prstGeom prst="roundRect">
            <a:avLst>
              <a:gd name="adj" fmla="val 9089"/>
            </a:avLst>
          </a:prstGeom>
          <a:solidFill>
            <a:srgbClr val="F8F2E9"/>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Keeps your map in My Content under a title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Which tool does the job?</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part of ArcGIS Online to the job it does.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Measure means how far, so look for distance.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Location means where, so look for latitude and longitude.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address box takes a name and finds the place.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Save As keeps the map. Where does it keep it?</a:t>
            </a:r>
            <a:endParaRPr lang="en-US" sz="1800" dirty="0"/>
          </a:p>
        </p:txBody>
      </p:sp>
      <p:sp>
        <p:nvSpPr>
          <p:cNvPr id="17" name="col-Core"/>
          <p:cNvSpPr/>
          <p:nvPr/>
        </p:nvSpPr>
        <p:spPr>
          <a:xfrm>
            <a:off x="4338218" y="2578608"/>
            <a:ext cx="3515258" cy="3566160"/>
          </a:xfrm>
          <a:prstGeom prst="roundRect">
            <a:avLst>
              <a:gd name="adj" fmla="val 1561"/>
            </a:avLst>
          </a:prstGeom>
          <a:solidFill>
            <a:srgbClr val="D8E1DA"/>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far, where, which place, keep it: four tools, four jobs.</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3F6B4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friend measured the distance to the junction but forgot to use the location tool. Explain what they are missing from their book and why it matters for a GIS.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 map notes let you do in ArcGIS Online?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Change the colour of the sea on the base map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your own symbols and labels for features to the map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Delete the base map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Print the map in black and white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steps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Log in to ArcGIS Online and open the map viewer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Type Pinkwell Lane in the address box and choose the full address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Zoom in to the school and the nearby streets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Click Add, then Add Map Notes, and choose the general infrastructure template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Click the school symbol and place it on the school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Click Save As and name the map Harlington School  (D)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Log in and open the viewer, search the address, zoom in, add map notes with the template, place the school symbol, then save as Harlington School.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tool does the job?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Measure tool  →  B  Finds the distance between two points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Location tool  →  C  Shows the latitude and longitude of a point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Address box  →  A  Finds a place from its street name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Save As  →  D  Keeps your map in My Content under a title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measure tool gives a distance, the location tool gives a latitude and longitude, the address box finds a place by name, and Save As keeps the map in My Content.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 map notes let you do in ArcGIS Online?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Add your own symbols and labels for features to the map</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Map notes are the tool for adding your own data to a map: symbols, lines, areas and labels for the features you choose.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Systems (GIS) · Chapter 4: Making your first map: Harlington School</dc:title>
  <dc:subject>Geography · Year 8</dc:subject>
  <dc:creator>Dr Vitor Merissi de Carvalho</dc:creator>
  <cp:lastModifiedBy>Dr Vitor Merissi de Carvalho</cp:lastModifiedBy>
  <cp:revision>1</cp:revision>
  <dcterms:created xsi:type="dcterms:W3CDTF">2026-10-19T16:22:49Z</dcterms:created>
  <dcterms:modified xsi:type="dcterms:W3CDTF">2026-10-19T16:22:49Z</dcterms:modified>
</cp:coreProperties>
</file>