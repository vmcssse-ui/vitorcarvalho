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80717e-8f2a-4539-f4c2-b2dca7d17f26}">
          <p14:sldIdLst>
            <p14:sldId id="256"/>
          </p14:sldIdLst>
        </p14:section>
        <p14:section name="Gate" id="{d95eea59-cffa-c968-06c6-d0d91acc57c8}">
          <p14:sldIdLst>
            <p14:sldId id="257"/>
            <p14:sldId id="258"/>
            <p14:sldId id="259"/>
          </p14:sldIdLst>
        </p14:section>
        <p14:section name="Pre-teach" id="{c5d895bd-a6cd-ae12-282f-3af7bb73b7d0}">
          <p14:sldIdLst>
            <p14:sldId id="260"/>
            <p14:sldId id="261"/>
          </p14:sldIdLst>
        </p14:section>
        <p14:section name="Read-along" id="{815fde9f-4113-5fec-27f3-7296edb3f5ef}">
          <p14:sldIdLst>
            <p14:sldId id="262"/>
            <p14:sldId id="263"/>
          </p14:sldIdLst>
        </p14:section>
        <p14:section name="Teach" id="{cebd9ff7-423a-5b95-3643-92b2e571e7a3}">
          <p14:sldIdLst>
            <p14:sldId id="264"/>
            <p14:sldId id="265"/>
            <p14:sldId id="266"/>
            <p14:sldId id="267"/>
            <p14:sldId id="268"/>
            <p14:sldId id="269"/>
          </p14:sldIdLst>
        </p14:section>
        <p14:section name="Routes" id="{afdb7c35-d6ad-ee03-bb44-292a472b51e6}">
          <p14:sldIdLst>
            <p14:sldId id="270"/>
            <p14:sldId id="271"/>
            <p14:sldId id="272"/>
            <p14:sldId id="273"/>
          </p14:sldIdLst>
        </p14:section>
        <p14:section name="Close" id="{2281a4ed-e93e-8ceb-3444-f604cceb6c2d}">
          <p14:sldIdLst>
            <p14:sldId id="274"/>
          </p14:sldIdLst>
        </p14:section>
        <p14:section name="Answers" id="{d13130e2-bad7-c152-c4d0-c81e3db1155d}">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The press, and why no one was caught. Newspapers turned five deaths in a poor district into a national sensation. This chapter asks why the press was so interested, how selling papers affected the truth, how reporting got in the way of the police, and then weighs all four factors to answer the enquiry question.
This deck covers the department's lesson: 5 (The media and review: How did the newspapers affect the case, and which factor mattered most?).
Read the big question aloud: "Why was the Whitechapel killer of 1888 never caught, and what does the case show us about poverty, policing and the press in Victorian London?"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were the newspapers so interested in the Whitechapel case?  →  C   Dramatic crime stories sold papers to a growing number of readers
2. Reporting that exaggerates to shock and excite readers is called ___ reporting.  →  sensational
3. According to your lesson's documentary, which monarch was unhappy with the Prime Minister's handling of the case?  →  D   Queen Victoria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were the newspapers so interested in the Whitechapel case?  →  C   Dramatic crime stories sold papers to a growing number of readers
2. Reporting that exaggerates to shock and excite readers is called ___ reporting.  →  sensational
3. According to your lesson's documentary, which monarch was unhappy with the Prime Minister's handling of the case?  →  D   Queen Victoria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Dramatic crime stories sold papers to a growing number of readers. Rising literacy had created a large market for cheap newspapers, and a frightening, unsolved case was exactly the kind of story that sold.
2. sensational. Sensational reporting puts shock and sales ahead of accuracy.
3. D   Queen Victoria. Queen Victoria was on the throne in 1888 and the documentary notes that she was not impressed with the Prime Minister's handling of the case.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media: newspapers, magazines and other ways news reaches people. Example: "In 1888 the media meant newspapers and magazines."
• sensational: written to shock and excite readers. Example: "Sensational headlines sold more copies."
• reliability: how far something can be trusted to be true. Example: "The race to sell papers damaged the reliability of the reporting."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literacy: the ability to read and write. Example: "Rising literacy meant more people bought newspapers."
• factor: one of the causes that helps explain why something happened. Example: "The media is one of four factors in this enquiry."
• PEEL: Point, Evidence, Explain, Link: a way to build a paragraph. Example: "Use PEEL to argue which factor mattered most."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In 1888 more people could read than ever before.
2. Cheap newspapers were growing fast.
3. The press jumped on the Whitechapel story.
4. It became a national sensation.
5. Newspapers wanted to sell copies.
6. So some printed rumours and shocking stories as if they were facts.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This created panic and false leads for the police to chase.
8. Even Queen Victoria was unhappy with the Prime Minister's handling of the case.
9. Historians weigh four factors: Whitechapel, the police, the killer and the media.
10. Each one helps to explain why no one was caught.
11. Your job is to decide which mattered most.
12. Then you explain your choice with evidence.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press was so interested. Say it in your own words, then check understanding with a quick question: ask a pupil from the pre-teach group first, since they met these words and ideas before the lesson. Pupils try to recall before you re-explain.
By the 1880s, more people in Britain could read than ever before, and cheap newspapers had expanded to meet them. Your lesson's documentary clip makes the link: as literacy grew, so did the press, and a growing press needed stories that sold. Five deaths in one poor district, a killer never seen, and a police force that seemed helpless was exactly that kind of story.
The press jumped on it and turned a local tragedy into a national phenomenon. Readers far from London followed every development. The pressure reached the very top: the documentary notes that Queen Victoria herself was not impressed with the Prime Minister and his handling of the case. Your lesson also asks why readers immersed themselves in stories of true crime; one answer is that reading about danger from a safe armchair was thrilling, and the papers knew it.
The press also shaped how the women were seen. Your lesson asks how the papers portrayed the death of the first woman, Mary Ann Nichols, and what happened to Annie Chapman's life before she became vulnerable. Those are questions for your documentary notes. What matters here is that the papers chose how to tell the women's stories, and they chose what would sell.
Tip: Literacy up, newspapers up, pressure on the police up. Keep that chain in your head; it is the media factor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Selling papers or telling the truth?. Say it in your own words, then check understanding with a quick question: ask a pupil from the pre-teach group first, since they met these words and ideas before the lesson. Pupils try to recall before you re-explain.
Your lesson asks how the desire to sell more newspapers affected the reliability of what was reported. The answer is that it damaged it. A paper that printed the most shocking version of events sold more copies than a paper that waited for the facts, so rumours were reported as news, details were exaggerated, and every strange event in the East End was linked to the killer. This is what we mean by sensational reporting.
Your lesson also asks why many Victorians had a negative attitude towards sex, and how the papers used that to sell copies. Victorian public life was proper and respectable, so stories that hinted at what the respectable did not talk about were both shocking and irresistible. The way the women earned their bed money became part of the story, and it sold.
The documentary clip also mentions Charles Booth's poverty map, which coloured London's streets by how poor their people were; Whitechapel's streets were among the darkest. Booth's work shows that some Victorians were trying to measure poverty seriously, at the same time as the papers were selling it as drama.
Tip: Reliability is about truth; sensational is about selling. The more a source is trying to sell, the harder you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the reporting got in the way. Say it in your own words, then check understanding with a quick question: ask a pupil from the pre-teach group first, since they met these words and ideas before the lesson. Pupils try to recall before you re-explain.
Huge public interest sounds helpful: more eyes, more information. Your lesson asks you to explain how it began to have a negative effect on the case. Panic spread, and frightened people reported anything unusual, so the police were buried in false leads. Crowds gathered at every scene, making the streets even harder to patrol. Rumours in print, including blame aimed at Jewish residents, created tension that the police had to manage as well as the investigation. And every failure was reported, which made the police look foolish and made witnesses trust them less.
Your lesson's extension asks how the newspapers may have helped the killer get away with murder. Put the pieces together: officers chasing false leads were not on their beats; crowds and panic made quiet observation impossible; and a killer who read the papers knew exactly what the police were doing and where.
Tip: Negative effect of the press: false leads, crowds, tension, mistrust, and a killer who could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Weighing the four factors. Say it in your own words, then check understanding with a quick question: ask a pupil from the pre-teach group first, since they met these words and ideas before the lesson. Pupils try to recall before you re-explain.
Your lesson's revision task asks you to rank four factors for why the killer was never caught: Whitechapel, the police, the skill of the killer, and the media. Each is real. Whitechapel: the maze of alleys, the fog, the crowds of strangers. The police: untrained, under-equipped, divided between two forces, without a reward to offer. The killer: fast, quiet and clearly at home in the streets, as the double event showed. The media: panic, false leads and pressure.
The best answers do not just rank; they link. The conditions of Whitechapel made the killer's speed possible. The press made the police's job harder. The police's methods failed partly because of the century they lived in. When you choose your most important factor, show how it connects to at least one other.
Worked example — model it step by step, thinking aloud: Write a PEEL paragraph arguing that the conditions of Whitechapel were the most important reason the killer was never caught. (1) Point: The most important reason the killer was never caught was the conditions of Whitechapel. (2) Evidence: Whitechapel was a maze of narrow alleys and courtyards lit by single gas lamps, often filled with pea-souper fog, and Mitre Square alone had three exits. (3) Explain: This contributed to the killer never being caught because he could leave a scene in seconds and be out of sight before anyone raised the alarm, as happened on 30 September when PC Watkins passed every 15 minutes and saw nothing. (4) Link: The conditions also made the other factors worse: the police could not patrol a maze, witnesses could not see in the fog, and the newspapers filled the darkness with rumour. Answer: Point, evidence, explain, link: the conditions, proved with the maze and the fog, explained through the double event, linked to the other three factors..
Tip: In PEEL the Link is the top-level skill: show how your factor made the others stronger or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Weighing the four factors. Say it in your own words, then check understanding with a quick question: ask a pupil from the pre-teach group first, since they met these words and ideas before the lesson. Pupils try to recall before you re-explain.
Your lesson's revision task asks you to rank four factors for why the killer was never caught: Whitechapel, the police, the skill of the killer, and the media. Each is real. Whitechapel: the maze of alleys, the fog, the crowds of strangers. The police: untrained, under-equipped, divided between two forces, without a reward to offer. The killer: fast, quiet and clearly at home in the streets, as the double event showed. The media: panic, false leads and pressure.
The best answers do not just rank; they link. The conditions of Whitechapel made the killer's speed possible. The press made the police's job harder. The police's methods failed partly because of the century they lived in. When you choose your most important factor, show how it connects to at least one other.
Worked example — model it step by step, thinking aloud: Write a PEEL paragraph arguing that the conditions of Whitechapel were the most important reason the killer was never caught. (1) Point: The most important reason the killer was never caught was the conditions of Whitechapel. (2) Evidence: Whitechapel was a maze of narrow alleys and courtyards lit by single gas lamps, often filled with pea-souper fog, and Mitre Square alone had three exits. (3) Explain: This contributed to the killer never being caught because he could leave a scene in seconds and be out of sight before anyone raised the alarm, as happened on 30 September when PC Watkins passed every 15 minutes and saw nothing. (4) Link: The conditions also made the other factors worse: the police could not patrol a maze, witnesses could not see in the fog, and the newspapers filled the darkness with rumour. Answer: Point, evidence, explain, link: the conditions, proved with the maze and the fog, explained through the double event, linked to the other three factors..
Tip: In PEEL the Link is the top-level skill: show how your factor made the others stronger or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Weighing the four factors. Say it in your own words, then check understanding with a quick question: ask a pupil from the pre-teach group first, since they met these words and ideas before the lesson. Pupils try to recall before you re-explain.
Your lesson's revision task asks you to rank four factors for why the killer was never caught: Whitechapel, the police, the skill of the killer, and the media. Each is real. Whitechapel: the maze of alleys, the fog, the crowds of strangers. The police: untrained, under-equipped, divided between two forces, without a reward to offer. The killer: fast, quiet and clearly at home in the streets, as the double event showed. The media: panic, false leads and pressure.
The best answers do not just rank; they link. The conditions of Whitechapel made the killer's speed possible. The press made the police's job harder. The police's methods failed partly because of the century they lived in. When you choose your most important factor, show how it connects to at least one other.
Worked example — model it step by step, thinking aloud: Write a PEEL paragraph arguing that the conditions of Whitechapel were the most important reason the killer was never caught. (1) Point: The most important reason the killer was never caught was the conditions of Whitechapel. (2) Evidence: Whitechapel was a maze of narrow alleys and courtyards lit by single gas lamps, often filled with pea-souper fog, and Mitre Square alone had three exits. (3) Explain: This contributed to the killer never being caught because he could leave a scene in seconds and be out of sight before anyone raised the alarm, as happened on 30 September when PC Watkins passed every 15 minutes and saw nothing. (4) Link: The conditions also made the other factors worse: the police could not patrol a maze, witnesses could not see in the fog, and the newspapers filled the darkness with rumour. Answer: Point, evidence, explain, link: the conditions, proved with the maze and the fog, explained through the double event, linked to the other three factors..
Tip: In PEEL the Link is the top-level skill: show how your factor made the others stronger or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 and 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evidence that supports it.
Support — work through the steps with the group: (1) Whitechapel is the place: find the evidence about streets and fog. (2) The police are the investigators: find the evidence about forces and a reward. (3) The killer is one person's actions: find the evidence about leaving a square quickly. (4) The media is the newspapers: find the evidence about stories and panic.
Parallel worked example for Support (model it, do not give the task answer): Match two factors for the Norman victory at Hastings to evidence: Harold's mistakes; William's preparation. Evidence: he brought horses and archers across the Channel; he marched south without resting his army. Preparation is about what William brought.; Mistakes are about what Harold did wrong.. Answer: William's preparation: horses and archers. Harold's mistakes: marching without rest..
Core — reveal the hint only on request: Place, investigators, one person, newspapers. Each piece of evidence belongs to exactly one of those.
Stretch — no help; when finished: Choose two of the factors and write one sentence showing how the first made the second more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Factor and 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to the evidence that supports it.
Support — work through the steps with the group: (1) Whitechapel is the place: find the evidence about streets and fog. (2) The police are the investigators: find the evidence about forces and a reward. (3) The killer is one person's actions: find the evidence about leaving a square quickly. (4) The media is the newspapers: find the evidence about stories and panic.
Parallel worked example for Support (model it, do not give the task answer): Match two factors for the Norman victory at Hastings to evidence: Harold's mistakes; William's preparation. Evidence: he brought horses and archers across the Channel; he marched south without resting his army. Preparation is about what William brought.; Mistakes are about what Harold did wrong.. Answer: William's preparation: horses and archers. Harold's mistakes: marching without rest..
Core — reveal the hint only on request: Place, investigators, one person, newspapers. Each piece of evidence belongs to exactly one of those.
Stretch — no help; when finished: Choose two of the factors and write one sentence showing how the first made the second more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the press hindered the police.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could newspaper reporting get in the way of the police investigation?
Support — work through the steps with the group: (1) Think about what a sensational story does to readers: it frightens them. (2) Frightened people report everything, so the police get many useless leads. (3) Frightened people also gather in crowds and lose trust in the police. (4) Find the option that describes those effects.
Parallel worked example for Support (model it, do not give the task answer): A school announces a lost phone and rumours spread that it was stolen. How could the rumours make it harder to find the phone? Rumours make people suspicious of each other.; Many false reports waste the staff's time.; The person who picked it up by mistake is now afraid to hand it in.. Answer: False reports waste time, suspicion spreads, and the truth becomes harder to hear..
Core — reveal the hint only on request: Three options claim the papers knew the answer, were banned, or were perfectly accurate. None of those is true. The real harm was indirect.
Stretch — no help; when finished: Explain how a killer who could read the newspapers might have used them, and what that adds to the media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the press hindered the police.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could newspaper reporting get in the way of the police investigation?
Support — work through the steps with the group: (1) Think about what a sensational story does to readers: it frightens them. (2) Frightened people report everything, so the police get many useless leads. (3) Frightened people also gather in crowds and lose trust in the police. (4) Find the option that describes those effects.
Parallel worked example for Support (model it, do not give the task answer): A school announces a lost phone and rumours spread that it was stolen. How could the rumours make it harder to find the phone? Rumours make people suspicious of each other.; Many false reports waste the staff's time.; The person who picked it up by mistake is now afraid to hand it in.. Answer: False reports waste time, suspicion spreads, and the truth becomes harder to hear..
Core — reveal the hint only on request: Three options claim the papers knew the answer, were banned, or were perfectly accurate. None of those is true. The real harm was indirect.
Stretch — no help; when finished: Explain how a killer who could read the newspapers might have used them, and what that adds to the media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were the newspapers so interested in the Whitechapel case?
Answer: B   Dramatic crime stories sold papers to a growing number of readers. Rising literacy had created a large market for cheap newspapers, and a frightening, unsolved case was exactly the kind of story that sold.
Source of this question: gate item 1 re-asked (options rotated) — this chapter has no third quick-check module.
The ebook also holds task 3, "The most important reason",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Factor and evidence. Reveal the answer; pupils mark their own work in a different colour, then read the "why" together. Same destination for every lane, so one answer serves the whole class.
Answer: Whitechapel  →  D  A maze of narrow alleys and courtyards, dim gas lamps and pea-souper fog; The police  →  C  Two forces that did not work together, and a Home Secretary who refused a reward; The killer  →  A  Left Mitre Square unseen within 15 minutes of a constable's last pass; The media  →  B  Sensational stories that spread panic, rumours and false leads
Why: Whitechapel: the maze and the fog. The police: two divided forces and no reward. The killer: out of Mitre Square unseen in under 15 minutes. The media: sensational stories, panic and false leads.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the press hindered the police. Reveal the answer; pupils mark their own work in a different colour, then read the "why" together. Same destination for every lane, so one answer serves the whole class.
Answer: C   Rumours and false stories sent officers chasing leads that went nowhere, while panic and crowds made patrolling harder
Why: The press did not help the killer on purpose. But rumours produced false leads, panic produced crowds and mistrust, and prejudice in print produced tension, all of which pulled officers away from the streets where they were needed.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Dramatic crime stories sold papers to a growing number of readers
Why: Rising literacy had created a large market for cheap newspapers, and a frightening, unsolved case was exactly the kind of story that sold.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Whitechapel 1888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press, and why no one was caught</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4F0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media and review</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was the Whitechapel killer of 1888 never caught, and what does the case show us about poverty, policing and the press in Victorian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were the newspapers so interested in the Whitechapel case?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government paid them to report the case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police asked them to publish every detail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Dramatic crime stories sold papers to a growing number of readers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Nobody in Whitechapel could read, so the papers had to tell the story for them</a:t>
            </a:r>
            <a:endParaRPr lang="en-US" sz="18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Reporting that exaggerates to shock and excite readers is called ___ reporting.</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sensational  ·  reliable  ·  balanced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According to your lesson's documentary, which monarch was unhappy with the Prime Minister's handling of the case?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King George III</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King Edward VII</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Queen Elizabeth I</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Queen Victoria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EE3CD"/>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Dramatic crime stories sold papers to a growing number of readers</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Rising literacy had created a large market for cheap newspapers, and a frightening, unsolved case was exactly the kind of story that sold.</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sensational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Reporting that exaggerates to shock and excite readers is called ___ reporting.</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Sensational reporting puts shock and sales ahead of accuracy.</a:t>
            </a:r>
            <a:endParaRPr lang="en-US" sz="22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Queen Victoria</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Queen Victoria was on the throne in 1888 and the documentary notes that she was not impressed with the Prime Minister's handling of the case.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media</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newspapers, magazines and other ways news reaches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1888 the media meant newspapers and magazines.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sensational</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written to shock and excite readers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Sensational headlines sold more copies.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reliability</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far something can be trusted to be true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race to sell papers damaged the reliability of the reporting.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literacy</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ability to read and write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Rising literacy meant more people bought newspapers.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factor</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causes that helps explain why something happened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media is one of four factors in this enquiry.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PEEL</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Point, Evidence, Explain, Link: a way to build a paragraph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Use PEEL to argue which factor mattered most.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1888 more people could read than ever before.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Cheap newspapers were growing fast.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press jumped on the Whitechapel story.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became a national sensation.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Newspapers wanted to sell copies.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some printed rumours and shocking stories as if they were facts.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created panic and false leads for the police to chase.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Even Queen Victoria was unhappy with the Prime Minister's handling of the case.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Historians weigh four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factors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Whitechapel, the police, the killer and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media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one helps to explain why no one was caught.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Your job is to decide which mattered most.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you explain your choice with evidence.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the press was so interested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Literacy up, newspapers up, pressure on the police up. Keep that chain in your head; it is the media factor in one line.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By the 1880s, more people in Britain could read than ever before, and cheap newspapers had expanded to meet them.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press jumped on it and turned a local tragedy into a national phenomenon.</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press also shaped how the women were seen. Your lesson asks how the papers portrayed the death of the first woman, Mary Ann Nichols, and what happened to Annie Chapman's life before she became vulnerable.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Selling papers or telling the truth?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Reliability is about truth; sensational is about selling. The more a source is trying to sell, the harder you check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asks how the desire to sell more newspapers affected the reliability of what was reported.</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also asks why many Victorians had a negative attitude towards sex, and how the papers used that to sell copies.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documentary clip also mentions Charles Booth's poverty map, which coloured London's streets by how poor their people were; Whitechapel's streets were among the darkest.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the reporting got in the way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Negative effect of the press: false leads, crowds, tension, mistrust, and a killer who could read.</a:t>
            </a:r>
            <a:endParaRPr lang="en-US" sz="1800" dirty="0"/>
          </a:p>
        </p:txBody>
      </p:sp>
      <p:sp>
        <p:nvSpPr>
          <p:cNvPr id="11" name="point-card"/>
          <p:cNvSpPr/>
          <p:nvPr/>
        </p:nvSpPr>
        <p:spPr>
          <a:xfrm>
            <a:off x="548640" y="1389888"/>
            <a:ext cx="5410048" cy="3964940"/>
          </a:xfrm>
          <a:prstGeom prst="roundRect">
            <a:avLst>
              <a:gd name="adj" fmla="val 1384"/>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Huge public interest sounds helpful: more eyes, more information. Your lesson asks you to explain how it began to have a negative effect on the case.</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extension asks how the newspapers may have helped the killer get away with murder.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Weighing the four factors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PEEL the Link is the top-level skill: show how your factor made the others stronger or weaker.</a:t>
            </a:r>
            <a:endParaRPr lang="en-US" sz="1800" dirty="0"/>
          </a:p>
        </p:txBody>
      </p:sp>
      <p:sp>
        <p:nvSpPr>
          <p:cNvPr id="11" name="point-card"/>
          <p:cNvSpPr/>
          <p:nvPr/>
        </p:nvSpPr>
        <p:spPr>
          <a:xfrm>
            <a:off x="548640" y="1389888"/>
            <a:ext cx="5410048" cy="3964940"/>
          </a:xfrm>
          <a:prstGeom prst="roundRect">
            <a:avLst>
              <a:gd name="adj" fmla="val 1384"/>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revision task asks you to rank four factors for why the killer was never caught: Whitechapel, the police, the skill of the killer, and the media.</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best answers do not just rank; they link. The conditions of Whitechapel made the killer's speed possible.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(1 of 2): Weighing the four factors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a PEEL paragraph arguing that the conditions of Whitechapel were the most important reason the killer was never caught.</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The most important reason the killer was never caught was the conditions of Whitechapel.</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Whitechapel was a maze of narrow alleys and courtyards lit by single gas lamps, often filled with pea-souper fog, and Mitre Square alone had three exits.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(2 of 2): Weighing the four factors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a PEEL paragraph arguing that the conditions of Whitechapel were the most important reason the killer was never caught.</a:t>
            </a:r>
            <a:endParaRPr lang="en-US" sz="2200" dirty="0"/>
          </a:p>
        </p:txBody>
      </p:sp>
      <p:sp>
        <p:nvSpPr>
          <p:cNvPr id="9" name="step-box"/>
          <p:cNvSpPr/>
          <p:nvPr/>
        </p:nvSpPr>
        <p:spPr>
          <a:xfrm>
            <a:off x="548640" y="2655824"/>
            <a:ext cx="5341468"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This contributed to the killer never being caught because he could leave a scene in seconds and be out of sight before anyone raised the alarm, as happened on 30 September when PC Watkins passed every 15 minutes and saw nothing.</a:t>
            </a:r>
            <a:endParaRPr lang="en-US" sz="1800" dirty="0"/>
          </a:p>
        </p:txBody>
      </p:sp>
      <p:sp>
        <p:nvSpPr>
          <p:cNvPr id="13" name="arrow"/>
          <p:cNvSpPr/>
          <p:nvPr/>
        </p:nvSpPr>
        <p:spPr>
          <a:xfrm>
            <a:off x="5963260" y="3645154"/>
            <a:ext cx="274320" cy="274320"/>
          </a:xfrm>
          <a:prstGeom prst="rightArrow">
            <a:avLst/>
          </a:prstGeom>
          <a:solidFill>
            <a:srgbClr val="B8862B"/>
          </a:solidFill>
          <a:ln/>
        </p:spPr>
      </p:sp>
      <p:sp>
        <p:nvSpPr>
          <p:cNvPr id="14" name="step-box"/>
          <p:cNvSpPr/>
          <p:nvPr/>
        </p:nvSpPr>
        <p:spPr>
          <a:xfrm>
            <a:off x="6301588" y="2655824"/>
            <a:ext cx="5341468"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The conditions also made the other factors worse: the police could not patrol a maze, witnesses could not see in the fog, and the newspapers filled the darkness with rumour.</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link: the conditions, proved with the maze and the fog, explained through the double event, linked to the other three factors.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Factor and evidence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factor to the evidence that supports it.</a:t>
            </a:r>
            <a:endParaRPr lang="en-US" sz="2400" dirty="0"/>
          </a:p>
        </p:txBody>
      </p:sp>
      <p:sp>
        <p:nvSpPr>
          <p:cNvPr id="11" name="match-card"/>
          <p:cNvSpPr/>
          <p:nvPr/>
        </p:nvSpPr>
        <p:spPr>
          <a:xfrm>
            <a:off x="777240" y="2468331"/>
            <a:ext cx="3081437" cy="804809"/>
          </a:xfrm>
          <a:prstGeom prst="roundRect">
            <a:avLst>
              <a:gd name="adj" fmla="val 9089"/>
            </a:avLst>
          </a:prstGeom>
          <a:solidFill>
            <a:srgbClr val="F6F3F0"/>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Whitechapel</a:t>
            </a:r>
            <a:endParaRPr lang="en-US" sz="2000" dirty="0"/>
          </a:p>
        </p:txBody>
      </p:sp>
      <p:sp>
        <p:nvSpPr>
          <p:cNvPr id="15" name="match-card"/>
          <p:cNvSpPr/>
          <p:nvPr/>
        </p:nvSpPr>
        <p:spPr>
          <a:xfrm>
            <a:off x="4224437" y="2468331"/>
            <a:ext cx="7190019" cy="804809"/>
          </a:xfrm>
          <a:prstGeom prst="roundRect">
            <a:avLst>
              <a:gd name="adj" fmla="val 9089"/>
            </a:avLst>
          </a:prstGeom>
          <a:solidFill>
            <a:srgbClr val="F8F2E9"/>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Left Mitre Square unseen within 15 minutes of a constable's last pass</a:t>
            </a:r>
            <a:endParaRPr lang="en-US" sz="2000" dirty="0"/>
          </a:p>
        </p:txBody>
      </p:sp>
      <p:sp>
        <p:nvSpPr>
          <p:cNvPr id="19" name="match-card"/>
          <p:cNvSpPr/>
          <p:nvPr/>
        </p:nvSpPr>
        <p:spPr>
          <a:xfrm>
            <a:off x="777240" y="3364581"/>
            <a:ext cx="3081437" cy="804809"/>
          </a:xfrm>
          <a:prstGeom prst="roundRect">
            <a:avLst>
              <a:gd name="adj" fmla="val 9089"/>
            </a:avLst>
          </a:prstGeom>
          <a:solidFill>
            <a:srgbClr val="F6F3F0"/>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police</a:t>
            </a:r>
            <a:endParaRPr lang="en-US" sz="2000" dirty="0"/>
          </a:p>
        </p:txBody>
      </p:sp>
      <p:sp>
        <p:nvSpPr>
          <p:cNvPr id="23" name="match-card"/>
          <p:cNvSpPr/>
          <p:nvPr/>
        </p:nvSpPr>
        <p:spPr>
          <a:xfrm>
            <a:off x="4224437" y="3364581"/>
            <a:ext cx="7190019" cy="804809"/>
          </a:xfrm>
          <a:prstGeom prst="roundRect">
            <a:avLst>
              <a:gd name="adj" fmla="val 9089"/>
            </a:avLst>
          </a:prstGeom>
          <a:solidFill>
            <a:srgbClr val="F8F2E9"/>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Sensational stories that spread panic, rumours and false leads</a:t>
            </a:r>
            <a:endParaRPr lang="en-US" sz="2000" dirty="0"/>
          </a:p>
        </p:txBody>
      </p:sp>
      <p:sp>
        <p:nvSpPr>
          <p:cNvPr id="27" name="match-card"/>
          <p:cNvSpPr/>
          <p:nvPr/>
        </p:nvSpPr>
        <p:spPr>
          <a:xfrm>
            <a:off x="777240" y="4260830"/>
            <a:ext cx="3081437" cy="804809"/>
          </a:xfrm>
          <a:prstGeom prst="roundRect">
            <a:avLst>
              <a:gd name="adj" fmla="val 9089"/>
            </a:avLst>
          </a:prstGeom>
          <a:solidFill>
            <a:srgbClr val="F6F3F0"/>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killer</a:t>
            </a:r>
            <a:endParaRPr lang="en-US" sz="2000" dirty="0"/>
          </a:p>
        </p:txBody>
      </p:sp>
      <p:sp>
        <p:nvSpPr>
          <p:cNvPr id="31" name="match-card"/>
          <p:cNvSpPr/>
          <p:nvPr/>
        </p:nvSpPr>
        <p:spPr>
          <a:xfrm>
            <a:off x="4224437" y="4260830"/>
            <a:ext cx="7190019" cy="804809"/>
          </a:xfrm>
          <a:prstGeom prst="roundRect">
            <a:avLst>
              <a:gd name="adj" fmla="val 9089"/>
            </a:avLst>
          </a:prstGeom>
          <a:solidFill>
            <a:srgbClr val="F8F2E9"/>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Two forces that did not work together, and a Home Secretary who refused a reward</a:t>
            </a:r>
            <a:endParaRPr lang="en-US" sz="2000" dirty="0"/>
          </a:p>
        </p:txBody>
      </p:sp>
      <p:sp>
        <p:nvSpPr>
          <p:cNvPr id="35" name="match-card"/>
          <p:cNvSpPr/>
          <p:nvPr/>
        </p:nvSpPr>
        <p:spPr>
          <a:xfrm>
            <a:off x="777240" y="5157079"/>
            <a:ext cx="3081437" cy="804809"/>
          </a:xfrm>
          <a:prstGeom prst="roundRect">
            <a:avLst>
              <a:gd name="adj" fmla="val 9089"/>
            </a:avLst>
          </a:prstGeom>
          <a:solidFill>
            <a:srgbClr val="F6F3F0"/>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media</a:t>
            </a:r>
            <a:endParaRPr lang="en-US" sz="2000" dirty="0"/>
          </a:p>
        </p:txBody>
      </p:sp>
      <p:sp>
        <p:nvSpPr>
          <p:cNvPr id="39" name="match-card"/>
          <p:cNvSpPr/>
          <p:nvPr/>
        </p:nvSpPr>
        <p:spPr>
          <a:xfrm>
            <a:off x="4224437" y="5157079"/>
            <a:ext cx="7190019" cy="804809"/>
          </a:xfrm>
          <a:prstGeom prst="roundRect">
            <a:avLst>
              <a:gd name="adj" fmla="val 9089"/>
            </a:avLst>
          </a:prstGeom>
          <a:solidFill>
            <a:srgbClr val="F8F2E9"/>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maze of narrow alleys and courtyards, dim gas lamps and pea-souper fog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Factor and evidence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factor to the evidence that supports it.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Whitechapel is the place: find the evidence about streets and fog.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police are the investigators: find the evidence about forces and a reward.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killer is one person's actions: find the evidence about leaving a square quickly.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media is the newspapers: find the evidence about stories and panic.</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Place, investigators, one person, newspapers. Each piece of evidence belongs to exactly one of those.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two of the factors and write one sentence showing how the first made the second more powerful.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the press hindered the police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could newspaper reporting get in the way of the police investigation?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newspapers printed the killer's name and address, but the police refused to read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newspapers were banned in Whitechapel, so the police had no way to ask the public for help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Rumours and false stories sent officers chasing leads that went nowhere, while panic and crowds made patrolling harder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reporting was so accurate that the police had nothing left to investigate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How the press hindered the police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could newspaper reporting get in the way of the police investigation?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about what a sensational story does to readers: it frightens them.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Frightened people report everything, so the police get many useless leads.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Frightened people also gather in crowds and lose trust in the police.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option that describes those effects.</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options claim the papers knew the answer, were banned, or were perfectly accurate. None of those is true. The real harm was indirect.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 killer who could read the newspapers might have used them, and what that adds to the media factor.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3913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Why were the newspapers so interested in the Whitechapel case?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police asked them to publish every detail</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Dramatic crime stories sold papers to a growing number of readers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Nobody in Whitechapel could read, so the papers had to tell the story for them</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government paid them to report the case</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Factor and evidence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Whitechapel  →  D  A maze of narrow alleys and courtyards, dim gas lamps and pea-souper fog</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police  →  C  Two forces that did not work together, and a Home Secretary who refused a reward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killer  →  A  Left Mitre Square unseen within 15 minutes of a constable's last pass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media  →  B  Sensational stories that spread panic, rumours and false leads</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Whitechapel: the maze and the fog. The police: two divided forces and no reward. The killer: out of Mitre Square unseen in under 15 minutes. The media: sensational stories, panic and false leads.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the press hindered the police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could newspaper reporting get in the way of the police investigation?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Rumours and false stories sent officers chasing leads that went nowhere, while panic and crowds made patrolling harder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press did not help the killer on purpose. But rumours produced false leads, panic produced crowds and mistrust, and prejudice in print produced tension, all of which pulled officers away from the streets where they were needed.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were the newspapers so interested in the Whitechapel case?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Dramatic crime stories sold papers to a growing number of readers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Rising literacy had created a large market for cheap newspapers, and a frightening, unsolved case was exactly the kind of story that sold.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Whitechapel 1888 · Chapter 6: The press, and why no one was caught</dc:title>
  <dc:subject>History · Year 8</dc:subject>
  <dc:creator>Dr Vitor Merissi de Carvalho</dc:creator>
  <cp:lastModifiedBy>Dr Vitor Merissi de Carvalho</cp:lastModifiedBy>
  <cp:revision>1</cp:revision>
  <dcterms:created xsi:type="dcterms:W3CDTF">2026-10-19T16:23:18Z</dcterms:created>
  <dcterms:modified xsi:type="dcterms:W3CDTF">2026-10-19T16:23:18Z</dcterms:modified>
</cp:coreProperties>
</file>