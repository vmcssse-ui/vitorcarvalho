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5f2f95-5cb8-46f0-199c-b87bd829339b}">
          <p14:sldIdLst>
            <p14:sldId id="256"/>
          </p14:sldIdLst>
        </p14:section>
        <p14:section name="Gate" id="{33119b98-3991-d854-70b0-c4e674fe797b}">
          <p14:sldIdLst>
            <p14:sldId id="257"/>
            <p14:sldId id="258"/>
          </p14:sldIdLst>
        </p14:section>
        <p14:section name="Pre-teach" id="{2baa4b78-238f-1b36-15ec-93d3144aaed5}">
          <p14:sldIdLst>
            <p14:sldId id="259"/>
            <p14:sldId id="260"/>
          </p14:sldIdLst>
        </p14:section>
        <p14:section name="Read-along" id="{0207eb2b-1984-1c1f-4a36-6539cf522ab4}">
          <p14:sldIdLst>
            <p14:sldId id="261"/>
            <p14:sldId id="262"/>
          </p14:sldIdLst>
        </p14:section>
        <p14:section name="Teach" id="{807443f5-e2d5-99c7-44ca-86461e9565b7}">
          <p14:sldIdLst>
            <p14:sldId id="263"/>
            <p14:sldId id="264"/>
            <p14:sldId id="265"/>
            <p14:sldId id="266"/>
            <p14:sldId id="267"/>
          </p14:sldIdLst>
        </p14:section>
        <p14:section name="Routes" id="{673efff3-4b29-3357-0cdd-ee67f26b5f0f}">
          <p14:sldIdLst>
            <p14:sldId id="268"/>
            <p14:sldId id="269"/>
            <p14:sldId id="270"/>
            <p14:sldId id="271"/>
          </p14:sldIdLst>
        </p14:section>
        <p14:section name="Close" id="{52f982c9-5f5f-611a-ab8b-ccd8bf5dffa2}">
          <p14:sldIdLst>
            <p14:sldId id="272"/>
          </p14:sldIdLst>
        </p14:section>
        <p14:section name="Answers" id="{87fe7144-f27a-c4fc-c224-82255870c1b4}">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five women. Mary Ann Nichols, Annie Chapman, Elizabeth Stride, Catherine Eddowes and Mary Jane Kelly were people before they were a case. This chapter asks who they were, what their lives had in common, and what the night of 30 September shows about the streets and the police.
This deck covers the department's lesson: 2 (The victims and the murders: Who were the five women, and what did their lives have in common?).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was the first of the five women to be killed, on 31 August 1888?  →  B   Mary Ann Nichols
2. Catherine Eddowes was found in Mitre Square, which was in the ___ of London and so was policed by a different force.  →  City
3. Which of the five women was NOT killed on the street?  →  D   Mary Jane Kelly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Mary Ann Nichols. Mary Ann Nichols, known as Polly, was found in Buck's Row on 31 August 1888, the first of the Canonical Five.
2. City. Mitre Square lay just over the border in the City of London, which had its own police force, separate from the Metropolitan Police.
3. D   Mary Jane Kelly. Mary Jane Kelly was found in her own room in Miller's Court on 9 November; the other four were found in the open.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Canonical Five: the five women historians generally agree were killed by the same person. Example: "The Canonical Five all died in or near Whitechapel in 1888."
• victim: a person who is harmed by a crime. Example: "Each victim had a name, a family and a story of her own."
• vulnerable: easy to harm because you have little protection. Example: "Poverty and drink made the women vulnerable on the streets at night."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lodging: a place to sleep that you pay for. Example: "Several of the women were trying to earn money for a night's lodging."
• double event: the night of 30 September 1888, when two women died within 45 minutes. Example: "The double event shocked London."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the autumn of 1888, five women were killed in and around Whitechapel.
2. Historians call them the Canonical Five.
3. Their names were Mary Ann Nichols, Annie Chapman, Elizabeth Stride, Catherine Eddowes and Mary Jane Kelly.
4. They were mothers, wives, daughters and friends.
5. All of them were poor.
6. Most had problems with drink.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Several were out at night trying to earn the pennies for a bed.
8. Mary Ann Nichols was the first, on 31 August.
9. Elizabeth Stride and Catherine Eddowes died on the same night, 30 September.
10. Mary Jane Kelly was the last, on 9 November.
11. The killer was never caught.
12. Historians today try to remember the women as people, not just as a case.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Canonical Five?. Say it in your own words, then check understanding with a quick question: ask a pupil from the pre-teach group first, since they met these words and ideas before the lesson. Pupils try to recall before you re-explain.
There has always been debate about how many women the Whitechapel killer murdered. The Metropolitan Police file holds up to 11 possible victims, and historians have generally agreed on somewhere between four and eight. Your lesson follows the historian Martin Fido in naming five women as the Canonical Five: the five whose deaths, in the same area and in the same way within a few weeks, are generally agreed to be the work of one person.
Mary Ann Nichols, known as Polly, was found in Buck's Row, Whitechapel, early on 31 August 1888. Annie Chapman was found in Hanbury Street, Whitechapel, on 8 September 1888. Elizabeth Stride was found in Dutfield's Yard, off Berner Street, at about one o'clock on the morning of 30 September 1888, and Catherine Eddowes was found 45 minutes later in Mitre Square, which lay just across the border in the City of London. Mary Jane Kelly was found in her own room in Miller's Court on 9 November 1888; she was the only one of the five not killed on the street.
This unit does not describe how the women died. You do not need those details to answer the enquiry question, and your lesson's extension slide makes an important point: some historians argue that calling the women the killer's victims erases who they were and puts the spotlight on him. So we use their names, and we ask about their lives.
Tip: Learn the five names and the order: Nichols, Chapman, Stride and Eddowes together, Kelly. Dates: 31 August, 8 September, 30 September, 9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their lives had in common. Say it in your own words, then check understanding with a quick question: ask a pupil from the pre-teach group first, since they met these words and ideas before the lesson. Pupils try to recall before you re-explain.
Your lesson's information sheets show that the five women shared a great deal. All were poor. Most had problems with drink: your lesson's table records that Annie Chapman was known to be an alcoholic, that Catherine Eddowes could not hold a job because of alcohol, that Elizabeth Stride had a history of arrests for being drunk and disorderly, and that Mary Ann Nichols had spent her bed money on drink the night she died. Catherine Eddowes sold goods at the local market when she could. Several were out that night trying to earn the pennies for a lodging house; some earned that money through prostitution, which was often the only money available to a woman alone.
A friend of Mary Ann Nichols, Ellen Holland, later told the police that she had met Polly in the early hours, that Polly had been turned away from her lodging house because she had no money, and that she had tried for ten minutes to persuade her to come in with her instead. Polly said she would go and earn the money, and walked off down Whitechapel Road. That is the last time a friend saw her.
Put these facts beside chapter 1 and the pattern is clear. Scarce work, cheap drink, the four pence a night for a bed, and dark streets full of strangers made these women vulnerable. The pattern tells us more about Whitechapel than about the women themselves: it shows what poverty did to people, and why the killer could find women alone on the streets at night.
Worked example — model it step by step, thinking aloud: Explain why the five women were vulnerable, using two things their lives had in common. (1) Point: The five women were vulnerable because of the conditions they lived in, not because of who they were. (2) First thing in common: all five were poor and several were out at night trying to earn the pennies for a doss-house bed, which meant being alone with strangers in dark streets. (3) Second thing in common: most had problems with drink, which made it harder to notice danger or to get away from it. (4) Link back: these were the social conditions of Whitechapel from chapter 2, and they explain why the killer could find women alone at night. Answer: Point, two shared facts (bed money; drink), link to the conditions of Whitechapel: the women's vulnerability came from poverty..
Tip: When you write about the women, start with their names and their circumstances. Vulnerable is a word about their situation, not a judgement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their lives had in common. Say it in your own words, then check understanding with a quick question: ask a pupil from the pre-teach group first, since they met these words and ideas before the lesson. Pupils try to recall before you re-explain.
Your lesson's information sheets show that the five women shared a great deal. All were poor. Most had problems with drink: your lesson's table records that Annie Chapman was known to be an alcoholic, that Catherine Eddowes could not hold a job because of alcohol, that Elizabeth Stride had a history of arrests for being drunk and disorderly, and that Mary Ann Nichols had spent her bed money on drink the night she died. Catherine Eddowes sold goods at the local market when she could. Several were out that night trying to earn the pennies for a lodging house; some earned that money through prostitution, which was often the only money available to a woman alone.
A friend of Mary Ann Nichols, Ellen Holland, later told the police that she had met Polly in the early hours, that Polly had been turned away from her lodging house because she had no money, and that she had tried for ten minutes to persuade her to come in with her instead. Polly said she would go and earn the money, and walked off down Whitechapel Road. That is the last time a friend saw her.
Put these facts beside chapter 1 and the pattern is clear. Scarce work, cheap drink, the four pence a night for a bed, and dark streets full of strangers made these women vulnerable. The pattern tells us more about Whitechapel than about the women themselves: it shows what poverty did to people, and why the killer could find women alone on the streets at night.
Worked example — model it step by step, thinking aloud: Explain why the five women were vulnerable, using two things their lives had in common. (1) Point: The five women were vulnerable because of the conditions they lived in, not because of who they were. (2) First thing in common: all five were poor and several were out at night trying to earn the pennies for a doss-house bed, which meant being alone with strangers in dark streets. (3) Second thing in common: most had problems with drink, which made it harder to notice danger or to get away from it. (4) Link back: these were the social conditions of Whitechapel from chapter 2, and they explain why the killer could find women alone at night. Answer: Point, two shared facts (bed money; drink), link to the conditions of Whitechapel: the women's vulnerability came from poverty..
Tip: When you write about the women, start with their names and their circumstances. Vulnerable is a word about their situation, not a judgement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their lives had in common. Say it in your own words, then check understanding with a quick question: ask a pupil from the pre-teach group first, since they met these words and ideas before the lesson. Pupils try to recall before you re-explain.
Your lesson's information sheets show that the five women shared a great deal. All were poor. Most had problems with drink: your lesson's table records that Annie Chapman was known to be an alcoholic, that Catherine Eddowes could not hold a job because of alcohol, that Elizabeth Stride had a history of arrests for being drunk and disorderly, and that Mary Ann Nichols had spent her bed money on drink the night she died. Catherine Eddowes sold goods at the local market when she could. Several were out that night trying to earn the pennies for a lodging house; some earned that money through prostitution, which was often the only money available to a woman alone.
A friend of Mary Ann Nichols, Ellen Holland, later told the police that she had met Polly in the early hours, that Polly had been turned away from her lodging house because she had no money, and that she had tried for ten minutes to persuade her to come in with her instead. Polly said she would go and earn the money, and walked off down Whitechapel Road. That is the last time a friend saw her.
Put these facts beside chapter 1 and the pattern is clear. Scarce work, cheap drink, the four pence a night for a bed, and dark streets full of strangers made these women vulnerable. The pattern tells us more about Whitechapel than about the women themselves: it shows what poverty did to people, and why the killer could find women alone on the streets at night.
Worked example — model it step by step, thinking aloud: Explain why the five women were vulnerable, using two things their lives had in common. (1) Point: The five women were vulnerable because of the conditions they lived in, not because of who they were. (2) First thing in common: all five were poor and several were out at night trying to earn the pennies for a doss-house bed, which meant being alone with strangers in dark streets. (3) Second thing in common: most had problems with drink, which made it harder to notice danger or to get away from it. (4) Link back: these were the social conditions of Whitechapel from chapter 2, and they explain why the killer could find women alone at night. Answer: Point, two shared facts (bed money; drink), link to the conditions of Whitechapel: the women's vulnerability came from poverty..
Tip: When you write about the women, start with their names and their circumstances. Vulnerable is a word about their situation, not a judgement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night of 30 September: what the double event shows. Say it in your own words, then check understanding with a quick question: ask a pupil from the pre-teach group first, since they met these words and ideas before the lesson. Pupils try to recall before you re-explain.
The night of 30 September 1888 is known as the double event, because Elizabeth Stride and Catherine Eddowes died within 45 minutes of each other. Your lesson uses it to show what the streets and the police were like. At about one in the morning a man drove his pony and cart into Dutfield's Yard. The pony stopped and would not go on. The man lit a match to see why, and in the moment before the wind blew it out he saw Elizabeth Stride on the ground. The police believed the killer had been interrupted and had slipped away unseen.
At about the same time, Catherine Eddowes was being released from a police station, where she had been held for being drunk. She walked off to find somewhere to spend the night. Mitre Square, where she was found at 1.45am, had three entrances, two of them narrow alleyways. A City of London constable, PC Watkins, passed through the square about every 15 minutes on his beat. At 1.30am he saw nothing and nobody. At 1.45am he found her. Three plain-clothes officers were also in the area that night and saw nothing.
Your lesson draws two conclusions. First, the killer knew the narrow streets well enough to leave a square with three exits in under 15 minutes and pass police officers without being noticed. Second, the police had released a woman who was drunk and alone onto the streets at one in the morning while a killer was at large; your lesson asks whether that was the right decision. Both points are about the streets and the policing of Whitechapel, which is where the next chapter goes.
Tip: The double event is useful evidence for three factors at once: the maze of streets, the limits of a police beat, and the killer's speed and local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autumn of 1888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autumn 1888 in the order they happened.
Support — work through the steps with the group: (1) Write the months in order: August, September, October, November. (2) August has one event; it must be first. (3) September has two: an early date and a late date. Put 8 before 30. (4) What happened as a result of the double event? That comes straight after it. (5) November is last.
Parallel worked example for Support (model it, do not give the task answer): Put in order: the Battle of Hastings (October 1066); Harold crowned king (January 1066); the Battle of Stamford Bridge (September 1066). January comes first in the year.; September comes before October.; So: Harold crowned; Stamford Bridge; Hastings.. Answer: Harold crowned (January); Stamford Bridge (September); Hastings (October).
Core — reveal the hint only on request: Use the dates in brackets. Two events share a month: put the smaller day first. One event is the police response to another, so it follows it.
Stretch — no help; when finished: Explain why the police effort grew so sharply after the double event, and what that tells you about how the case was being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autumn of 1888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events of autumn 1888 in the order they happened.
Support — work through the steps with the group: (1) Write the months in order: August, September, October, November. (2) August has one event; it must be first. (3) September has two: an early date and a late date. Put 8 before 30. (4) What happened as a result of the double event? That comes straight after it. (5) November is last.
Parallel worked example for Support (model it, do not give the task answer): Put in order: the Battle of Hastings (October 1066); Harold crowned king (January 1066); the Battle of Stamford Bridge (September 1066). January comes first in the year.; September comes before October.; So: Harold crowned; Stamford Bridge; Hastings.. Answer: Harold crowned (January); Stamford Bridge (September); Hastings (October).
Core — reveal the hint only on request: Use the dates in brackets. Two events share a month: put the smaller day first. One event is the police response to another, so it follows it.
Stretch — no help; when finished: Explain why the police effort grew so sharply after the double event, and what that tells you about how the case was being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were the women vulnerable?.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five women were vulnerable. Give two things their lives had in common, with an example from your lesson for each, and finish by saying what this tells us about Whitechapel rather than about the women. Write one paragraph of five to seven sentences.
Support — work through the steps with the group: (1) Sentence 1: The five women were vulnerable because… (2) Sentences 2 and 3: One thing they had in common was… For example, [name]… (3) Sentences 4 and 5: A second thing they had in common was… For example, [name]… (4) Sentence 6: This tells us more about Whitechapel than about the women, because…
Parallel worked example for Support (model it, do not give the task answer): Explain why peasants were vulnerable in a medieval famine, with one thing they had in common and an example. Point: peasants were vulnerable because they had no stored wealth.; In common: they depended on one year's harvest.; Example: when the harvest failed in a wet year, they had nothing to buy food with.; Link: this tells us about the farming system, not about the peasants.. Answer: Point, shared fact, example, link to the system rather than the people..
Core — reveal the hint only on request: Two shared facts, each with a named example. End with the conditions of Whitechapel, not with the women's choices.
Stretch — no help; when finished: Some historians say that calling the women victims erases who they were. In two sentences, explain how your paragraph tries to avoid that, and whether you think it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were the women vulnerable?.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five women were vulnerable. Give two things their lives had in common, with an example from your lesson for each, and finish by saying what this tells us about Whitechapel rather than about the women. Write one paragraph of five to seven sentences.
Support — work through the steps with the group: (1) Sentence 1: The five women were vulnerable because… (2) Sentences 2 and 3: One thing they had in common was… For example, [name]… (3) Sentences 4 and 5: A second thing they had in common was… For example, [name]… (4) Sentence 6: This tells us more about Whitechapel than about the women, because…
Parallel worked example for Support (model it, do not give the task answer): Explain why peasants were vulnerable in a medieval famine, with one thing they had in common and an example. Point: peasants were vulnerable because they had no stored wealth.; In common: they depended on one year's harvest.; Example: when the harvest failed in a wet year, they had nothing to buy food with.; Link: this tells us about the farming system, not about the peasants.. Answer: Point, shared fact, example, link to the system rather than the people..
Core — reveal the hint only on request: Two shared facts, each with a named example. End with the conditions of Whitechapel, not with the women's choices.
Stretch — no help; when finished: Some historians say that calling the women victims erases who they were. In two sentences, explain how your paragraph tries to avoid that, and whether you think it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was the first of the five women to be killed, on 31 August 1888?
Answer: A   Mary Ann Nichols. Mary Ann Nichols, known as Polly, was found in Buck's Row on 31 August 1888, the first of the Canonical Five.
Source of this question: gate item 1 re-asked (options rotated) — this chapter has no third quick-check module.
The ebook also holds task 3, "What the double event shows",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autumn of 1888 in order. Reveal the answer; pupils mark their own work in a different colour, then read the "why" together. Same destination for every lane, so one answer serves the whole class.
Answer: Mary Ann Nichols is found in Buck's Row (31 August)  (C); Annie Chapman is found in Hanbury Street (8 September)  (D); Elizabeth Stride and Catherine Eddowes die on the same night, the double event (30 September)  (E); The police question more than 2,000 people after the double event (October)  (A); Mary Jane Kelly is found in Miller's Court (9 November)  (B)
Why: Mary Ann Nichols on 31 August; Annie Chapman on 8 September; the double event on 30 September; the mass questioning of more than 2,000 people in the weeks that followed; Mary Jane Kelly on 9 November.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were the women vulnerable?. Reveal the answer; pupils mark their own work in a different colour, then read the "why" together. Same destination for every lane, so one answer serves the whole class.
Answer: I name at least two of the five women correctly.; I give two things their lives had in common, such as poverty, the need to earn money for a bed, or problems with drink.; I give an example from the lesson for each, such as Mary Ann Nichols being turned away from her lodging house, or Catherine Eddowes being released from a police station at one in the morning.; I finish by linking the women's vulnerability to the conditions of Whitechapel, using a key word such as vulnerable, doss house or social condition.
Why: The best answers name the women, show the pattern (poverty, bed money, drink) with real examples from the lesson, and then turn the pattern round to ask what kind of place leaves people in that position.
Model answer: The five women were vulnerable because of the conditions they lived in. One thing their lives had in common was poverty: all five were poor, and several were out at night trying to earn the four pence for a bed in a doss house. For example, Mary Ann Nichols was turned away from her lodging house because she had no money, and her friend Ellen Holland could not persuade her to come inside. A second thing in common was drink: most of the women had problems with alcohol, and Catherine Eddowes had been released from a police station at one in the morning after being held for being drunk, with nowhere to go. These shared facts tell us more about Whitechapel than about the women. They show that scarce work, cheap drink and the nightly search for bed money left women alone on dark streets, which is a social condition of the district, not a fault in the people.
Success criteria: I name at least two of the five women correctly.; I give two things their lives had in common, such as poverty, the need to earn money for a bed, or problems with drink.; I give an example from the lesson for each, such as Mary Ann Nichols being turned away from her lodging house, or Catherine Eddowes being released from a police station at one in the morning.; I finish by linking the women's vulnerability to the conditions of Whitechapel, using a key word such as vulnerable, doss house or social condition.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were the women vulnerable?. Reveal the answer; pupils mark their own work in a different colour, then read the "why" together. Same destination for every lane, so one answer serves the whole class.
Answer: I name at least two of the five women correctly.; I give two things their lives had in common, such as poverty, the need to earn money for a bed, or problems with drink.; I give an example from the lesson for each, such as Mary Ann Nichols being turned away from her lodging house, or Catherine Eddowes being released from a police station at one in the morning.; I finish by linking the women's vulnerability to the conditions of Whitechapel, using a key word such as vulnerable, doss house or social condition.
Why: The best answers name the women, show the pattern (poverty, bed money, drink) with real examples from the lesson, and then turn the pattern round to ask what kind of place leaves people in that position.
Model answer: The five women were vulnerable because of the conditions they lived in. One thing their lives had in common was poverty: all five were poor, and several were out at night trying to earn the four pence for a bed in a doss house. For example, Mary Ann Nichols was turned away from her lodging house because she had no money, and her friend Ellen Holland could not persuade her to come inside. A second thing in common was drink: most of the women had problems with alcohol, and Catherine Eddowes had been released from a police station at one in the morning after being held for being drunk, with nowhere to go. These shared facts tell us more about Whitechapel than about the women. They show that scarce work, cheap drink and the nightly search for bed money left women alone on dark streets, which is a social condition of the district, not a fault in the people.
Success criteria: I name at least two of the five women correctly.; I give two things their lives had in common, such as poverty, the need to earn money for a bed, or problems with drink.; I give an example from the lesson for each, such as Mary Ann Nichols being turned away from her lodging house, or Catherine Eddowes being released from a police station at one in the morning.; I finish by linking the women's vulnerability to the conditions of Whitechapel, using a key word such as vulnerable, doss house or social condition.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Mary Ann Nichols
Why: Mary Ann Nichols, known as Polly, was found in Buck's Row on 31 August 1888, the first of the Canonical Five.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five women</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4F0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victims and the murders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was the first of the five women to be killed, on 31 August 1888?</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Elizabeth Stride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Ann Nichols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Annie Chapman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Jane Kelly</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Catherine Eddowes was found in Mitre Square, which was in the ___ of London and so was policed by a different force.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City  ·  East End  ·  West End</a:t>
            </a:r>
            <a:endParaRPr lang="en-US" sz="24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 five women was NOT killed on the street?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Ann Nichols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Elizabeth Stride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Catherine Eddowes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Mary Jane Kelly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Mary Ann Nichols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Who was the first of the five women to be killed, on 31 August 1888?</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Mary Ann Nichols, known as Polly, was found in Buck's Row on 31 August 1888, the first of the Canonical Five.</a:t>
            </a:r>
            <a:endParaRPr lang="en-US" sz="20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City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Catherine Eddowes was found in Mitre Square, which was in the ___ of London and so was policed by a different force.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Mitre Square lay just over the border in the City of London, which had its own police force, separate from the Metropolitan Police.</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Mary Jane Kelly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 five women was NOT killed on the street?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Mary Jane Kelly was found in her own room in Miller's Court on 9 November; the other four were found in the open.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Canonical Five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five women historians generally agree were killed by the same person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Canonical Five all died in or near Whitechapel in 1888.</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victim</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is harmed by a crime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victim had a name, a family and a story of her own.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vulnerable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easy to harm because you have little protection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Poverty and drink made the women vulnerable on the streets at night.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lodging</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to sleep that you pay for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Several of the women were trying to earn money for a night's lodging.</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double event</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night of 30 September 1888, when two women died within 45 minutes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double event shocked London.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autumn of 1888, five women were killed in and around Whitechapel.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Historians call them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Canonical Five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Their names were Mary Ann Nichols, Annie Chapman, Elizabeth Stride, Catherine Eddowes and Mary Jane Kelly.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were mothers, wives, daughters and friends.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All of them were poor.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had problems with drink.</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Several were out at night trying to earn the pennies for a bed.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Mary Ann Nichols was the first, on 31 August.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Elizabeth Stride and Catherine Eddowes died on the same night, 30 September.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Mary Jane Kelly was the last, on 9 November.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killer was never caught.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Historians today try to remember the women as people, not just as a case.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Canonical Five?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five names and the order: Nichols, Chapman, Stride and Eddowes together, Kelly. Dates: 31 August, 8 September, 30 September, 9 November.</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6F3F0"/>
          </a:solidFill>
          <a:ln/>
        </p:spPr>
      </p:sp>
      <p:sp>
        <p:nvSpPr>
          <p:cNvPr id="12" name="bullet-hex"/>
          <p:cNvSpPr/>
          <p:nvPr/>
        </p:nvSpPr>
        <p:spPr>
          <a:xfrm>
            <a:off x="676656" y="1675546"/>
            <a:ext cx="384048" cy="332586"/>
          </a:xfrm>
          <a:prstGeom prst="hexagon">
            <a:avLst/>
          </a:prstGeom>
          <a:solidFill>
            <a:srgbClr val="7A4A1E"/>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There has always been debate about how many women the Whitechapel killer murdered.</a:t>
            </a:r>
            <a:endParaRPr lang="en-US" sz="2200" dirty="0"/>
          </a:p>
        </p:txBody>
      </p:sp>
      <p:sp>
        <p:nvSpPr>
          <p:cNvPr id="14" name="bullet-card"/>
          <p:cNvSpPr/>
          <p:nvPr/>
        </p:nvSpPr>
        <p:spPr>
          <a:xfrm>
            <a:off x="548640" y="2440093"/>
            <a:ext cx="11094415" cy="903901"/>
          </a:xfrm>
          <a:prstGeom prst="roundRect">
            <a:avLst>
              <a:gd name="adj" fmla="val 8093"/>
            </a:avLst>
          </a:prstGeom>
          <a:solidFill>
            <a:srgbClr val="F6F3F0"/>
          </a:solidFill>
          <a:ln/>
        </p:spPr>
      </p:sp>
      <p:sp>
        <p:nvSpPr>
          <p:cNvPr id="15" name="bullet-hex"/>
          <p:cNvSpPr/>
          <p:nvPr/>
        </p:nvSpPr>
        <p:spPr>
          <a:xfrm>
            <a:off x="676656" y="2725751"/>
            <a:ext cx="384048" cy="332586"/>
          </a:xfrm>
          <a:prstGeom prst="hexagon">
            <a:avLst/>
          </a:prstGeom>
          <a:solidFill>
            <a:srgbClr val="B8862B"/>
          </a:solidFill>
          <a:ln/>
        </p:spPr>
      </p:sp>
      <p:sp>
        <p:nvSpPr>
          <p:cNvPr id="16" name="bullet"/>
          <p:cNvSpPr txBox="1"/>
          <p:nvPr/>
        </p:nvSpPr>
        <p:spPr>
          <a:xfrm>
            <a:off x="1143000" y="2440093"/>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Mary Ann Nichols, known as Polly, was found in Buck's Row, Whitechapel, early on 31 August 1888.</a:t>
            </a:r>
            <a:endParaRPr lang="en-US" sz="2200" dirty="0"/>
          </a:p>
        </p:txBody>
      </p:sp>
      <p:sp>
        <p:nvSpPr>
          <p:cNvPr id="17" name="bullet-card"/>
          <p:cNvSpPr/>
          <p:nvPr/>
        </p:nvSpPr>
        <p:spPr>
          <a:xfrm>
            <a:off x="548640" y="3490299"/>
            <a:ext cx="11094415" cy="1585637"/>
          </a:xfrm>
          <a:prstGeom prst="roundRect">
            <a:avLst>
              <a:gd name="adj" fmla="val 4613"/>
            </a:avLst>
          </a:prstGeom>
          <a:solidFill>
            <a:srgbClr val="F6F3F0"/>
          </a:solidFill>
          <a:ln/>
        </p:spPr>
      </p:sp>
      <p:sp>
        <p:nvSpPr>
          <p:cNvPr id="18" name="bullet-hex"/>
          <p:cNvSpPr/>
          <p:nvPr/>
        </p:nvSpPr>
        <p:spPr>
          <a:xfrm>
            <a:off x="676656" y="4116825"/>
            <a:ext cx="384048" cy="332586"/>
          </a:xfrm>
          <a:prstGeom prst="hexagon">
            <a:avLst/>
          </a:prstGeom>
          <a:solidFill>
            <a:srgbClr val="7A4A1E"/>
          </a:solidFill>
          <a:ln/>
        </p:spPr>
      </p:sp>
      <p:sp>
        <p:nvSpPr>
          <p:cNvPr id="19" name="bullet"/>
          <p:cNvSpPr txBox="1"/>
          <p:nvPr/>
        </p:nvSpPr>
        <p:spPr>
          <a:xfrm>
            <a:off x="1143000" y="3490299"/>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This unit does not describe how the women died. You do not need those details to answer the enquiry question, and your lesson's extension slide makes an important point: some historians argue that calling the women the killer's victims erases who they were and puts the spotlight on him.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their lives had in common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the women, start with their names and their circumstances. Vulnerable is a word about their situation, not a judgement of them.</a:t>
            </a:r>
            <a:endParaRPr lang="en-US" sz="1800" dirty="0"/>
          </a:p>
        </p:txBody>
      </p:sp>
      <p:sp>
        <p:nvSpPr>
          <p:cNvPr id="11" name="bullet-card"/>
          <p:cNvSpPr/>
          <p:nvPr/>
        </p:nvSpPr>
        <p:spPr>
          <a:xfrm>
            <a:off x="548640" y="1389888"/>
            <a:ext cx="11094415" cy="823299"/>
          </a:xfrm>
          <a:prstGeom prst="roundRect">
            <a:avLst>
              <a:gd name="adj" fmla="val 8885"/>
            </a:avLst>
          </a:prstGeom>
          <a:solidFill>
            <a:srgbClr val="F6F3F0"/>
          </a:solidFill>
          <a:ln/>
        </p:spPr>
      </p:sp>
      <p:sp>
        <p:nvSpPr>
          <p:cNvPr id="12" name="bullet-hex"/>
          <p:cNvSpPr/>
          <p:nvPr/>
        </p:nvSpPr>
        <p:spPr>
          <a:xfrm>
            <a:off x="676656" y="1635245"/>
            <a:ext cx="384048" cy="332586"/>
          </a:xfrm>
          <a:prstGeom prst="hexagon">
            <a:avLst/>
          </a:prstGeom>
          <a:solidFill>
            <a:srgbClr val="7A4A1E"/>
          </a:solidFill>
          <a:ln/>
        </p:spPr>
      </p:sp>
      <p:sp>
        <p:nvSpPr>
          <p:cNvPr id="13" name="bullet"/>
          <p:cNvSpPr txBox="1"/>
          <p:nvPr/>
        </p:nvSpPr>
        <p:spPr>
          <a:xfrm>
            <a:off x="1143000" y="1389888"/>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information sheets show that the five women shared a great deal.</a:t>
            </a:r>
            <a:endParaRPr lang="en-US" sz="2200" dirty="0"/>
          </a:p>
        </p:txBody>
      </p:sp>
      <p:sp>
        <p:nvSpPr>
          <p:cNvPr id="14" name="bullet-card"/>
          <p:cNvSpPr/>
          <p:nvPr/>
        </p:nvSpPr>
        <p:spPr>
          <a:xfrm>
            <a:off x="548640" y="2359491"/>
            <a:ext cx="11094415" cy="1746843"/>
          </a:xfrm>
          <a:prstGeom prst="roundRect">
            <a:avLst>
              <a:gd name="adj" fmla="val 4188"/>
            </a:avLst>
          </a:prstGeom>
          <a:solidFill>
            <a:srgbClr val="F6F3F0"/>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359491"/>
            <a:ext cx="10408615" cy="17468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friend of Mary Ann Nichols, Ellen Holland, later told the police that she had met Polly in the early hours, that Polly had been turned away from her lodging house because she had no money, and that she had tried for ten minutes to persuade her to come in with her instead.</a:t>
            </a:r>
            <a:endParaRPr lang="en-US" sz="2200" dirty="0"/>
          </a:p>
        </p:txBody>
      </p:sp>
      <p:sp>
        <p:nvSpPr>
          <p:cNvPr id="17" name="bullet-card"/>
          <p:cNvSpPr/>
          <p:nvPr/>
        </p:nvSpPr>
        <p:spPr>
          <a:xfrm>
            <a:off x="548640" y="4252637"/>
            <a:ext cx="11094415" cy="823299"/>
          </a:xfrm>
          <a:prstGeom prst="roundRect">
            <a:avLst>
              <a:gd name="adj" fmla="val 8885"/>
            </a:avLst>
          </a:prstGeom>
          <a:solidFill>
            <a:srgbClr val="F6F3F0"/>
          </a:solidFill>
          <a:ln/>
        </p:spPr>
      </p:sp>
      <p:sp>
        <p:nvSpPr>
          <p:cNvPr id="18" name="bullet-hex"/>
          <p:cNvSpPr/>
          <p:nvPr/>
        </p:nvSpPr>
        <p:spPr>
          <a:xfrm>
            <a:off x="676656" y="4497994"/>
            <a:ext cx="384048" cy="332586"/>
          </a:xfrm>
          <a:prstGeom prst="hexagon">
            <a:avLst/>
          </a:prstGeom>
          <a:solidFill>
            <a:srgbClr val="7A4A1E"/>
          </a:solidFill>
          <a:ln/>
        </p:spPr>
      </p:sp>
      <p:sp>
        <p:nvSpPr>
          <p:cNvPr id="19" name="bullet"/>
          <p:cNvSpPr txBox="1"/>
          <p:nvPr/>
        </p:nvSpPr>
        <p:spPr>
          <a:xfrm>
            <a:off x="1143000" y="4252637"/>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these facts beside chapter 1 and the pattern is clear.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(1 of 2): What their lives had in common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the five women were vulnerable, using two things their lives had in common.</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The five women were vulnerable because of the conditions they lived in, not because of who they were.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First thing in common: all five were poor and several were out at night trying to earn the pennies for a doss-house bed, which meant being alone with strangers in dark streets.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(2 of 2): What their lives had in common</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the five women were vulnerable, using two things their lives had in common.</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Second thing in common: most had problems with drink, which made it harder to notice danger or to get away from it.</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back: these were the social conditions of Whitechapel from chapter 2, and they explain why the killer could find women alone at night.</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two shared facts (bed money; drink), link to the conditions of Whitechapel: the women's vulnerability came from poverty.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night of 30 September: what the double event shows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double event is useful evidence for three factors at once: the maze of streets, the limits of a police beat, and the killer's speed and local knowledge.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night of 30 September 1888 is known as the double event, because Elizabeth Stride and Catherine Eddowes died within 45 minutes of each other.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At about the same time, Catherine Eddowes was being released from a police station, where she had been held for being drunk.</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draws two conclusions. First, the killer knew the narrow streets well enough to leave a square with three exits in under 15 minutes and pass police officers without being noticed.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autumn of 1888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events of autumn 1888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police question more than 2,000 people after the double event (October)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Jane Kelly is found in Miller's Court (9 November)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Mary Ann Nichols is found in Buck's Row (31 August)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Annie Chapman is found in Hanbury Street (8 September)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Elizabeth Stride and Catherine Eddowes die on the same night, the double event (30 September)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autumn of 1888 in order</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events of autumn 1888 in the order they happened.</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months in order: August, September, October, November.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August has one event; it must be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September has two: an early date and a late date. Put 8 before 30.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happened as a result of the double event? That comes straight after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November is last.</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dates in brackets. Two events share a month: put the smaller day first. One event is the police response to another, so it follows it.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police effort grew so sharply after the double event, and what that tells you about how the case was being reported.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were the women vulnerable?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the five women were vulnerable. Give two things their lives had in common, with an example from your lesson for each, and finish by saying what this tells us about Whitechapel rather than about the women. Write one paragraph of five to seven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Why were the women vulnerable?</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were the women vulnerable?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five women were vulnerable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One thing they had in common was… For example, [name]…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A second thing they had in common was… For example, [name]…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6: This tells us more about Whitechapel than about the women, because…</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shared facts, each with a named example. End with the conditions of Whitechapel, not with the women's choices.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Some historians say that calling the women victims erases who they were. In two sentences, explain how your paragraph tries to avoid that, and whether you think it succeeds.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was the first of the five women to be killed, on 31 August 1888?</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Mary Ann Nichols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Annie Chapman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Mary Jane Kelly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Elizabeth Stride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autumn of 1888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Mary Ann Nichols is found in Buck's Row (31 August)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Annie Chapman is found in Hanbury Street (8 September)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Elizabeth Stride and Catherine Eddowes die on the same night, the double event (30 September)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police question more than 2,000 people after the double event (October)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Mary Jane Kelly is found in Miller's Court (9 November)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Mary Ann Nichols on 31 August; Annie Chapman on 8 September; the double event on 30 September; the mass questioning of more than 2,000 people in the weeks that followed; Mary Jane Kelly on 9 November.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were the women vulnerable?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7822"/>
          </a:xfrm>
          <a:prstGeom prst="roundRect">
            <a:avLst>
              <a:gd name="adj" fmla="val 15044"/>
            </a:avLst>
          </a:prstGeom>
          <a:solidFill>
            <a:srgbClr val="F6F3F0"/>
          </a:solidFill>
          <a:ln/>
        </p:spPr>
      </p:sp>
      <p:sp>
        <p:nvSpPr>
          <p:cNvPr id="9" name="tickbox"/>
          <p:cNvSpPr/>
          <p:nvPr/>
        </p:nvSpPr>
        <p:spPr>
          <a:xfrm>
            <a:off x="713232" y="2141855"/>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0782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at least two of the five women correctly.</a:t>
            </a:r>
            <a:endParaRPr lang="en-US" sz="2200" dirty="0"/>
          </a:p>
        </p:txBody>
      </p:sp>
      <p:sp>
        <p:nvSpPr>
          <p:cNvPr id="11" name="crit-box"/>
          <p:cNvSpPr/>
          <p:nvPr/>
        </p:nvSpPr>
        <p:spPr>
          <a:xfrm>
            <a:off x="548640" y="2683510"/>
            <a:ext cx="11094415" cy="948690"/>
          </a:xfrm>
          <a:prstGeom prst="roundRect">
            <a:avLst>
              <a:gd name="adj" fmla="val 9639"/>
            </a:avLst>
          </a:prstGeom>
          <a:solidFill>
            <a:srgbClr val="F6F3F0"/>
          </a:solidFill>
          <a:ln/>
        </p:spPr>
      </p:sp>
      <p:sp>
        <p:nvSpPr>
          <p:cNvPr id="12" name="tickbox"/>
          <p:cNvSpPr/>
          <p:nvPr/>
        </p:nvSpPr>
        <p:spPr>
          <a:xfrm>
            <a:off x="713232" y="3011551"/>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683510"/>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two things their lives had in common, such as poverty, the need to earn money for a bed, or problems with drink.</a:t>
            </a:r>
            <a:endParaRPr lang="en-US" sz="2200" dirty="0"/>
          </a:p>
        </p:txBody>
      </p:sp>
      <p:sp>
        <p:nvSpPr>
          <p:cNvPr id="14" name="crit-box"/>
          <p:cNvSpPr/>
          <p:nvPr/>
        </p:nvSpPr>
        <p:spPr>
          <a:xfrm>
            <a:off x="548640" y="3723640"/>
            <a:ext cx="11094415" cy="1289558"/>
          </a:xfrm>
          <a:prstGeom prst="roundRect">
            <a:avLst>
              <a:gd name="adj" fmla="val 7091"/>
            </a:avLst>
          </a:prstGeom>
          <a:solidFill>
            <a:srgbClr val="F6F3F0"/>
          </a:solidFill>
          <a:ln/>
        </p:spPr>
      </p:sp>
      <p:sp>
        <p:nvSpPr>
          <p:cNvPr id="15" name="tickbox"/>
          <p:cNvSpPr/>
          <p:nvPr/>
        </p:nvSpPr>
        <p:spPr>
          <a:xfrm>
            <a:off x="713232" y="4222115"/>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23640"/>
            <a:ext cx="10317175"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an example from the lesson for each, such as Mary Ann Nichols being turned away from her lodging house, or Catherine Eddowes being released from a police station at one in the morning.</a:t>
            </a:r>
            <a:endParaRPr lang="en-US" sz="2200" dirty="0"/>
          </a:p>
        </p:txBody>
      </p:sp>
      <p:sp>
        <p:nvSpPr>
          <p:cNvPr id="17" name="crit-box"/>
          <p:cNvSpPr/>
          <p:nvPr/>
        </p:nvSpPr>
        <p:spPr>
          <a:xfrm>
            <a:off x="548640" y="5104638"/>
            <a:ext cx="11094415" cy="948690"/>
          </a:xfrm>
          <a:prstGeom prst="roundRect">
            <a:avLst>
              <a:gd name="adj" fmla="val 9639"/>
            </a:avLst>
          </a:prstGeom>
          <a:solidFill>
            <a:srgbClr val="F6F3F0"/>
          </a:solidFill>
          <a:ln/>
        </p:spPr>
      </p:sp>
      <p:sp>
        <p:nvSpPr>
          <p:cNvPr id="18" name="tickbox"/>
          <p:cNvSpPr/>
          <p:nvPr/>
        </p:nvSpPr>
        <p:spPr>
          <a:xfrm>
            <a:off x="713232" y="543267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10463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by linking the women's vulnerability to the conditions of Whitechapel, using a key word such as vulnerable, doss house or social condition.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Model answer: Why were the women vulnerable?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five women were vulnerable because of the conditions they lived in. One thing their lives had in common was poverty: all five were poor, and several were out at night trying to earn the four pence for a bed in a doss house. For example, Mary Ann Nichols was turned away from her lodging house because she had no money, and her friend Ellen Holland could not persuade her to come inside. A second thing in common was drink: most of the women had problems with alcohol, and Catherine Eddowes had been released from a police station at one in the morning after being held for being drunk, with nowhere to go. These shared facts tell us more about Whitechapel than about the women. They show that scarce work, cheap drink and the nightly search for bed money left women alone on dark streets, which is a social condition of the district, not a fault in the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was the first of the five women to be killed, on 31 August 1888?</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Mary Ann Nichols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Mary Ann Nichols, known as Polly, was found in Buck's Row on 31 August 1888, the first of the Canonical Five.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3: The five women</dc:title>
  <dc:subject>History · Year 8</dc:subject>
  <dc:creator>Dr Vitor Merissi de Carvalho</dc:creator>
  <cp:lastModifiedBy>Dr Vitor Merissi de Carvalho</cp:lastModifiedBy>
  <cp:revision>1</cp:revision>
  <dcterms:created xsi:type="dcterms:W3CDTF">2026-10-19T16:23:18Z</dcterms:created>
  <dcterms:modified xsi:type="dcterms:W3CDTF">2026-10-19T16:23:18Z</dcterms:modified>
</cp:coreProperties>
</file>