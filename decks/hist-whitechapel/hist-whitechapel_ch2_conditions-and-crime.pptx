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49b807-6115-a93d-8052-e7e39b68c92f}">
          <p14:sldIdLst>
            <p14:sldId id="256"/>
          </p14:sldIdLst>
        </p14:section>
        <p14:section name="Gate" id="{f8e75fea-26d3-9319-0747-4712df31341d}">
          <p14:sldIdLst>
            <p14:sldId id="257"/>
            <p14:sldId id="258"/>
          </p14:sldIdLst>
        </p14:section>
        <p14:section name="Pre-teach" id="{1bb8f72b-f161-8b1a-554b-f451d5458049}">
          <p14:sldIdLst>
            <p14:sldId id="259"/>
            <p14:sldId id="260"/>
          </p14:sldIdLst>
        </p14:section>
        <p14:section name="Read-along" id="{2a1f54f1-db2d-9f09-9d3d-22f8396f1115}">
          <p14:sldIdLst>
            <p14:sldId id="261"/>
            <p14:sldId id="262"/>
          </p14:sldIdLst>
        </p14:section>
        <p14:section name="Teach" id="{f1363119-0827-83e4-430e-b441fed19530}">
          <p14:sldIdLst>
            <p14:sldId id="263"/>
            <p14:sldId id="264"/>
            <p14:sldId id="265"/>
            <p14:sldId id="266"/>
            <p14:sldId id="267"/>
            <p14:sldId id="268"/>
          </p14:sldIdLst>
        </p14:section>
        <p14:section name="Routes" id="{aff5ab57-4829-d42b-f91a-67975ded64d3}">
          <p14:sldIdLst>
            <p14:sldId id="269"/>
            <p14:sldId id="270"/>
            <p14:sldId id="271"/>
            <p14:sldId id="272"/>
            <p14:sldId id="273"/>
          </p14:sldIdLst>
        </p14:section>
        <p14:section name="Close" id="{da5fdf24-7169-51ff-cb3c-6cd2a373877d}">
          <p14:sldIdLst>
            <p14:sldId id="274"/>
          </p14:sldIdLst>
        </p14:section>
        <p14:section name="Answers" id="{95f09a9d-6456-13fd-c23c-7e478dfd7304}">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How the conditions helped crime. Fog, narrow alleys, drink and desperate poverty made Whitechapel a hard place to police. This chapter sorts the conditions into physical and social, looks at the newcomers who were blamed, and shows you how to agree or disagree with a historian.
This deck covers the department's lessons: 1 (Conditions in Whitechapel in the 1880s: What was Whitechapel like in the 1880s, and how did its conditions affect crime?); 4 (Progress check and suspects: How do you agree or disagree with a historian, and why could witnesses and suspects not help the police?).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a pea souper?  →  A   A thick, dirty, greenish fog that made it hard to see
2. Which of these is a SOCIAL condition of Whitechapel?  →  B   Drunkenness
3. Many Jewish families came to Whitechapel to escape ___ in Russia and Eastern Europe.  →  persecution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thick, dirty, greenish fog that made it hard to see. Pea souper was the local name for the thick, discoloured fog made by smoke and damp air.
2. B   Drunkenness. Social conditions describe the people and their lives, such as drink, homelessness and poverty. Fog, streets and dirt describe the place, so they are physical.
3. persecution. Jewish families fled persecution, that is, violent attacks on them because of their religion.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pea souper: a thick, dirty fog made worse by smoke. Example: "In a pea souper you could not see your own hand in front of your face."
• physical condition: what the place itself was like. Example: "Fog and narrow streets are physical conditions."
• social condition: what the people's lives were like. Example: "Homelessness and drunkenness are social conditions."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immigration: moving to another country to set up a new life. Example: "Irish and Jewish immigration changed Whitechapel in the 1800s."
• persecution: cruel treatment of people because of who they are. Example: "Many Jewish families fled persecution in Russia."
• prejudice: judging people as a group before you know them. Example: "Prejudice made some locals blame the newcomers for everything."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Whitechapel was a hard place to police.
2. Its streets were narrow and joined up like a maze.
3. At night they were lit by single gas lamps.
4. Thick fog, called a pea souper, often filled the air.
5. Animals were driven through the streets to the slaughterhouses.
6. The streets were dirty and the noise never stopped.
7. These were the physical conditions of the place.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There were social conditions too.
9. Many people were homeless, and many drank to forget their troubles.
10. Fights were common, especially at night.
11. Newcomers from Ireland and Eastern Europe moved in because rents were cheap.
12. Some local people blamed them unfairly for their own hardship.
13. All of this made crime easier to commit and harder to solve.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Physical conditions: fog, maze and dirt. Say it in your own words, then check understanding with a quick question: ask a pupil from the pre-teach group first, since they met these words and ideas before the lesson. Pupils try to recall before you re-explain.
Historians sort the conditions of Whitechapel into two kinds. Physical conditions describe what the area itself was like. The first was the layout. Overcrowding and a shortage of housing had created a maze of entries, alleyways and courtyards, lit at night by single gas lamps that gave out about six feet of light. A newspaper of 1888 complained that there were “hidden passageways and alleys that the police do not even know exist”.
The second was the fog. Smoke from houses and factories mixed with the damp air to make a thick, greenish fog that locals called a pea souper. At times you could not see your own hand in front of your face. The third was dirt and noise: cattle and sheep were herded through the streets to the slaughterhouses, the streets were filthy, waste was thrown out of doors, and the smell was hard to bear.
Each of these made crime easier. In the fog, nobody saw a crime happen, so there were no witnesses, and a criminal could step into the murk and vanish. In the maze, a person who knew the alleys could be streets away before anyone raised the alarm. The noise and dirt meant that a cry or a stain was nothing unusual.
Tip: Physical means the place: fog, streets, lamps, dirt. If you could draw it on a map or a picture of the street, it is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Social conditions: homelessness, drink and desperation. Say it in your own words, then check understanding with a quick question: ask a pupil from the pre-teach group first, since they met these words and ideas before the lesson. Pupils try to recall before you re-explain.
Social conditions describe the people and their lives. Homelessness and overcrowding meant that thousands of people were on the streets at all hours, so a stranger stood out less. Drink was cheap, and drunkenness at any time of day or night led to fights and violence. One resident is reported to have said that cries of murder were nothing unusual in the street.
Poverty hit women hardest. Work for women was scarce and very badly paid, and a woman who had not earned enough for a doss-house bed faced a night outside. Out of desperation some women turned to prostitution. In 1888 the Metropolitan Police estimated that just over 1,200 women in Whitechapel earned money this way, and the real number was probably higher. Your lesson lists this as a condition because it put women alone on dark streets at night, with strangers, which made them vulnerable.
Notice how the social conditions link together. No work meant no pennies; no pennies meant no bed; no bed meant the street at night; and drink was both an escape from this and a reason people could not escape it. A historian looking for the cause of violence in Whitechapel could point at any link in that chain.
Tip: Social means the people: work, money, drink, homes, newcomers. If it is about how people lived, it is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Newcomers and prejudice. Say it in your own words, then check understanding with a quick question: ask a pupil from the pre-teach group first, since they met these words and ideas before the lesson. Pupils try to recall before you re-explain.
Whitechapel was also London's immigrant district, because rents were cheap and people who had nothing could at least afford a bed there. Many Irish families had arrived in the mid-1800s after the potato famine. Between 1881 and 1891, over 30,000 Jewish people arrived in London, many of them fleeing persecution, that is, attacks on them because of their religion, in Russia, Germany and Poland. They came to escape violence or to make a fresh start.
Your lesson includes two sources from 1888: a Whitechapel resident who complained that the district no longer felt English, and a shoemaker who said Jewish workers worked 16 to 18 hours a day and sold goods so cheaply that his business was being ruined. Neither is quoted here, because both use insulting language about people. What they show is that some local people blamed the newcomers for low wages and for change, and resented their separate religion and customs.
This is prejudice: judging people as a group before you know them. The sources do not show that Jewish immigration caused crime. They show that hostility towards Jewish neighbours existed, and your lesson asks how that hostility could itself lead to more crime, through fights, attacks and blame falling on newcomers rather than on the real culprit. Remember this when you meet the witness statements in chapter 5.
Tip: When a source blames a group of people, ask what it tells you about the person who wrote it, not just about the people it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Agreeing or disagreeing with a historian. Say it in your own words, then check understanding with a quick question: ask a pupil from the pre-teach group first, since they met these words and ideas before the lesson. Pupils try to recall before you re-explain.
Your Year 8 progress checks now practise a skill rather than a quiz. The skill is this: a source gives a historian's opinion about Whitechapel, and you say whether you agree. Your department uses five success criteria. SC1: state the historian's opinion. SC2: give evidence or a short quotation from the source. SC3: say whether you agree or disagree. SC4: give examples from your own knowledge. SC5: explain how this factor affected the 1888 case.
The order matters. Opinion first, evidence second, judgement third. Your own knowledge comes fourth because it is what you use to test the historian, and the link to the case comes last because it is the point of the whole paragraph.
Worked example — model it step by step, thinking aloud: A historian writes that the fog was the biggest problem the Whitechapel police faced. Build a paragraph that agrees, using the five success criteria. (1) SC1: The historian's opinion is that the fog was the biggest problem the police faced. (2) SC2: Give the evidence the source uses: it describes fog so thick that a hand could not be seen in front of a face. (3) SC3: I agree that the fog was a very serious problem. (4) SC4: From my own knowledge I know that the pea soupers were made worse by factory smoke, and that the streets were lit by single gas lamps giving only about six feet of light. (5) SC5: This affected the case because in the fog nobody saw the killer come or go, so there were no useful witnesses. Answer: Opinion, evidence, agree, own knowledge, link to the case: five sentences in that order..
Tip: If you disagree, SC3 becomes: However, I disagree, because I think X was the bigger problem. Then SC4 proves X with your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Agreeing or disagreeing with a historian. Say it in your own words, then check understanding with a quick question: ask a pupil from the pre-teach group first, since they met these words and ideas before the lesson. Pupils try to recall before you re-explain.
Your Year 8 progress checks now practise a skill rather than a quiz. The skill is this: a source gives a historian's opinion about Whitechapel, and you say whether you agree. Your department uses five success criteria. SC1: state the historian's opinion. SC2: give evidence or a short quotation from the source. SC3: say whether you agree or disagree. SC4: give examples from your own knowledge. SC5: explain how this factor affected the 1888 case.
The order matters. Opinion first, evidence second, judgement third. Your own knowledge comes fourth because it is what you use to test the historian, and the link to the case comes last because it is the point of the whole paragraph.
Worked example — model it step by step, thinking aloud: A historian writes that the fog was the biggest problem the Whitechapel police faced. Build a paragraph that agrees, using the five success criteria. (1) SC1: The historian's opinion is that the fog was the biggest problem the police faced. (2) SC2: Give the evidence the source uses: it describes fog so thick that a hand could not be seen in front of a face. (3) SC3: I agree that the fog was a very serious problem. (4) SC4: From my own knowledge I know that the pea soupers were made worse by factory smoke, and that the streets were lit by single gas lamps giving only about six feet of light. (5) SC5: This affected the case because in the fog nobody saw the killer come or go, so there were no useful witnesses. Answer: Opinion, evidence, agree, own knowledge, link to the case: five sentences in that order..
Tip: If you disagree, SC3 becomes: However, I disagree, because I think X was the bigger problem. Then SC4 proves X with your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Agreeing or disagreeing with a historian. Say it in your own words, then check understanding with a quick question: ask a pupil from the pre-teach group first, since they met these words and ideas before the lesson. Pupils try to recall before you re-explain.
Your Year 8 progress checks now practise a skill rather than a quiz. The skill is this: a source gives a historian's opinion about Whitechapel, and you say whether you agree. Your department uses five success criteria. SC1: state the historian's opinion. SC2: give evidence or a short quotation from the source. SC3: say whether you agree or disagree. SC4: give examples from your own knowledge. SC5: explain how this factor affected the 1888 case.
The order matters. Opinion first, evidence second, judgement third. Your own knowledge comes fourth because it is what you use to test the historian, and the link to the case comes last because it is the point of the whole paragraph.
Worked example — model it step by step, thinking aloud: A historian writes that the fog was the biggest problem the Whitechapel police faced. Build a paragraph that agrees, using the five success criteria. (1) SC1: The historian's opinion is that the fog was the biggest problem the police faced. (2) SC2: Give the evidence the source uses: it describes fog so thick that a hand could not be seen in front of a face. (3) SC3: I agree that the fog was a very serious problem. (4) SC4: From my own knowledge I know that the pea soupers were made worse by factory smoke, and that the streets were lit by single gas lamps giving only about six feet of light. (5) SC5: This affected the case because in the fog nobody saw the killer come or go, so there were no useful witnesses. Answer: Opinion, evidence, agree, own knowledge, link to the case: five sentences in that order..
Tip: If you disagree, SC3 becomes: However, I disagree, because I think X was the bigger problem. Then SC4 proves X with your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two conditions helped crime.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TWO conditions in Whitechapel made crime easier to get away with. Do not use fog, which is the example in your lesson. For each condition: describe it, say whether it made crime easier to get away with, and explain how. Write one paragraph of six to eight sentences.
Support — work through the steps with the group: (1) Choose two conditions that are not fog: narrow streets, homelessness, overcrowding, drink, dirty streets, animal noise. (2) Sentence 1: One condition that made crime easier was… Describe it with a detail. (3) Sentence 2: This made crime easier to get away with because… (4) Sentence 3: Explain the how: what could a criminal do, or what could a witness or officer NOT do? (5) Repeat for the second condition.
Parallel worked example for Support (model it, do not give the task answer): Explain how one condition of a medieval town, the lack of street lighting, made crime easier. Describe: after dark there were no lamps at all, only the light from doorways.; Judge: this made crime easier to get away with.; Explain how: nobody could see a thief's face, so nobody could name him to the watchmen.. Answer: Describe, judge, explain how: no lamps; easier; faces could not be seen so no one could be named..
Core — reveal the hint only on request: Describe, judge, explain how. The how is the mark that matters: what exactly could a criminal do, or a witness not do, because of this condition?
Stretch — no help; when finished: Decide whether the physical or the social conditions did more to help crime overall, and defend your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two conditions helped crime.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TWO conditions in Whitechapel made crime easier to get away with. Do not use fog, which is the example in your lesson. For each condition: describe it, say whether it made crime easier to get away with, and explain how. Write one paragraph of six to eight sentences.
Support — work through the steps with the group: (1) Choose two conditions that are not fog: narrow streets, homelessness, overcrowding, drink, dirty streets, animal noise. (2) Sentence 1: One condition that made crime easier was… Describe it with a detail. (3) Sentence 2: This made crime easier to get away with because… (4) Sentence 3: Explain the how: what could a criminal do, or what could a witness or officer NOT do? (5) Repeat for the second condition.
Parallel worked example for Support (model it, do not give the task answer): Explain how one condition of a medieval town, the lack of street lighting, made crime easier. Describe: after dark there were no lamps at all, only the light from doorways.; Judge: this made crime easier to get away with.; Explain how: nobody could see a thief's face, so nobody could name him to the watchmen.. Answer: Describe, judge, explain how: no lamps; easier; faces could not be seen so no one could be named..
Core — reveal the hint only on request: Describe, judge, explain how. The how is the mark that matters: what exactly could a criminal do, or a witness not do, because of this condition?
Stretch — no help; when finished: Decide whether the physical or the social conditions did more to help crime overall, and defend your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two conditions helped crime.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TWO conditions in Whitechapel made crime easier to get away with. Do not use fog, which is the example in your lesson. For each condition: describe it, say whether it made crime easier to get away with, and explain how. Write one paragraph of six to eight sentences.
Support — work through the steps with the group: (1) Choose two conditions that are not fog: narrow streets, homelessness, overcrowding, drink, dirty streets, animal noise. (2) Sentence 1: One condition that made crime easier was… Describe it with a detail. (3) Sentence 2: This made crime easier to get away with because… (4) Sentence 3: Explain the how: what could a criminal do, or what could a witness or officer NOT do? (5) Repeat for the second condition.
Parallel worked example for Support (model it, do not give the task answer): Explain how one condition of a medieval town, the lack of street lighting, made crime easier. Describe: after dark there were no lamps at all, only the light from doorways.; Judge: this made crime easier to get away with.; Explain how: nobody could see a thief's face, so nobody could name him to the watchmen.. Answer: Describe, judge, explain how: no lamps; easier; faces could not be seen so no one could be named..
Core — reveal the hint only on request: Describe, judge, explain how. The how is the mark that matters: what exactly could a criminal do, or a witness not do, because of this condition?
Stretch — no help; when finished: Decide whether the physical or the social conditions did more to help crime overall, and defend your choice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Physical or social?.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pair lists TWO social conditions of Whitechapel?
Support — work through the steps with the group: (1) Ask of each condition: is this about the place, or about the people? (2) Fog, streets, dirt and noise are about the place: physical. (3) Homelessness, drink, overcrowding and poverty are about the people: social. (4) Find the pair where both words are about people.
Parallel worked example for Support (model it, do not give the task answer): Sort these conditions of a Roman town into physical and social: stone roads, slavery, public baths, a rich and poor divide. Roads and baths are things in the place: physical.; Slavery and the rich-poor divide are about people's lives: social.. Answer: Physical: stone roads, public baths. Social: slavery, rich and poor divide..
Core — reveal the hint only on request: Three of the pairs contain at least one word that describes the streets themselves. Only one pair is entirely about people.
Stretch — no help; when finished: Overcrowding is usually called a social condition, but it also changed the physical shape of the district. Explain how one condition can be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Physical or social?.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pair lists TWO social conditions of Whitechapel?
Support — work through the steps with the group: (1) Ask of each condition: is this about the place, or about the people? (2) Fog, streets, dirt and noise are about the place: physical. (3) Homelessness, drink, overcrowding and poverty are about the people: social. (4) Find the pair where both words are about people.
Parallel worked example for Support (model it, do not give the task answer): Sort these conditions of a Roman town into physical and social: stone roads, slavery, public baths, a rich and poor divide. Roads and baths are things in the place: physical.; Slavery and the rich-poor divide are about people's lives: social.. Answer: Physical: stone roads, public baths. Social: slavery, rich and poor divide..
Core — reveal the hint only on request: Three of the pairs contain at least one word that describes the streets themselves. Only one pair is entirely about people.
Stretch — no help; when finished: Overcrowding is usually called a social condition, but it also changed the physical shape of the district. Explain how one condition can be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source says that drink was the biggest problem in Whitechapel. What is the FIRST thing your paragraph should do?
Answer: D   State the historian's opinion in your own words. The five success criteria run in order: state the opinion, give the source's evidence, agree or disagree, add your own knowledge, link to the case. The first step is always the historian's opinion.
Source of this question: module 3 task ("Starting a source paragraph")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two conditions helped crime. Reveal the answer; pupils mark their own work in a different colour, then read the "why" together. Same destination for every lane, so one answer serves the whole class.
Answer: I name two conditions other than fog, such as narrow streets, homelessness, overcrowding, drink or dirty streets.; For each condition I describe what it was like, with a detail from the chapter.; For each condition I say clearly whether it made crime easier to get away with.; For each condition I explain HOW it did this, using because or this meant that.
Why: A strong answer picks two conditions, describes each with a detail, judges whether it made crime easier, and explains the mechanism: no witnesses, quick escape, strangers unnoticed, officers unable to follow.
Model answer: One condition that made crime easier to get away with was the narrow streets. Whitechapel was a maze of alleys and courtyards, lit at night by single gas lamps giving only about six feet of light. This made crime easier to get away with because a criminal who knew the alleys could be out of sight within seconds, while a police officer on his beat could only follow one route at a time. A second condition was homelessness. About 8,000 people regularly slept rough, so the streets were never empty, even in the middle of the night. This also made crime easier to get away with, because a stranger walking the streets at two in the morning did not stand out, and people sleeping in doorways were in no state to be reliable witnesses.
Success criteria: I name two conditions other than fog, such as narrow streets, homelessness, overcrowding, drink or dirty streets.; For each condition I describe what it was like, with a detail from the chapter.; For each condition I say clearly whether it made crime easier to get away with.; For each condition I explain HOW it did this, using because or this meant that.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two conditions helped crime. Reveal the answer; pupils mark their own work in a different colour, then read the "why" together. Same destination for every lane, so one answer serves the whole class.
Answer: I name two conditions other than fog, such as narrow streets, homelessness, overcrowding, drink or dirty streets.; For each condition I describe what it was like, with a detail from the chapter.; For each condition I say clearly whether it made crime easier to get away with.; For each condition I explain HOW it did this, using because or this meant that.
Why: A strong answer picks two conditions, describes each with a detail, judges whether it made crime easier, and explains the mechanism: no witnesses, quick escape, strangers unnoticed, officers unable to follow.
Model answer: One condition that made crime easier to get away with was the narrow streets. Whitechapel was a maze of alleys and courtyards, lit at night by single gas lamps giving only about six feet of light. This made crime easier to get away with because a criminal who knew the alleys could be out of sight within seconds, while a police officer on his beat could only follow one route at a time. A second condition was homelessness. About 8,000 people regularly slept rough, so the streets were never empty, even in the middle of the night. This also made crime easier to get away with, because a stranger walking the streets at two in the morning did not stand out, and people sleeping in doorways were in no state to be reliable witnesses.
Success criteria: I name two conditions other than fog, such as narrow streets, homelessness, overcrowding, drink or dirty streets.; For each condition I describe what it was like, with a detail from the chapter.; For each condition I say clearly whether it made crime easier to get away with.; For each condition I explain HOW it did this, using because or this meant that.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Physical or social?. Reveal the answer; pupils mark their own work in a different colour, then read the "why" together. Same destination for every lane, so one answer serves the whole class.
Answer: D   Homelessness and drunkenness
Why: Physical conditions are the place: fog, maze of streets, dirt, noise. Social conditions are the people: homelessness, drink, overcrowding, poverty. Homelessness and drunkenness are the only pair with two social conditions.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State the historian's opinion in your own words
Why: The five success criteria run in order: state the opinion, give the source's evidence, agree or disagree, add your own knowledge, link to the case. The first step is always the historian's opinion.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the conditions helped crime</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4F0EC"/>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Conditions in Whitechapel in the 1880s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suspects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a pea souper?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thick, dirty, greenish fog that made it hard to see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nickname for a Whitechapel police officer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narrow alley connecting two courtyards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cheap hot meal sold in the doss houses</a:t>
            </a:r>
            <a:endParaRPr lang="en-US" sz="20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SOCIAL condition of Whitechapel?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Narrow streets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Drunkenness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Dirty streets</a:t>
            </a:r>
            <a:endParaRPr lang="en-US" sz="24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Many Jewish families came to Whitechapel to escape ___ in Russia and Eastern Europe.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persecution  ·  floods  ·  taxes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thick, dirty, greenish fog that made it hard to see</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was a pea souper?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Pea souper was the local name for the thick, discoloured fog made by smoke and damp air.</a:t>
            </a:r>
            <a:endParaRPr lang="en-US" sz="22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Drunkenness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SOCIAL condition of Whitechapel?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Social conditions describe the people and their lives, such as drink, homelessness and poverty. Fog, streets and dirt describe the place, so they are physical.</a:t>
            </a:r>
            <a:endParaRPr lang="en-US" sz="20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persecution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Many Jewish families came to Whitechapel to escape ___ in Russia and Eastern Europe.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Jewish families fled persecution, that is, violent attacks on them because of their religion.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pea souper</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thick, dirty fog made worse by smoke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a pea souper you could not see your own hand in front of your face.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physical condition</a:t>
            </a:r>
            <a:endParaRPr lang="en-US" sz="2600" dirty="0"/>
          </a:p>
        </p:txBody>
      </p:sp>
      <p:sp>
        <p:nvSpPr>
          <p:cNvPr id="17" name="word-rule"/>
          <p:cNvSpPr/>
          <p:nvPr/>
        </p:nvSpPr>
        <p:spPr>
          <a:xfrm>
            <a:off x="4521098" y="2558288"/>
            <a:ext cx="3149498" cy="0"/>
          </a:xfrm>
          <a:prstGeom prst="line">
            <a:avLst/>
          </a:prstGeom>
          <a:ln w="12700">
            <a:solidFill>
              <a:srgbClr val="CCB9A8"/>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the place itself was like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Fog and narrow streets are physical conditions.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social condition</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the people's lives were like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Homelessness and drunkenness are social conditions.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immigration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to another country to set up a new life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Irish and Jewish immigration changed Whitechapel in the 1800s.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persecution</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cruel treatment of people because of who they are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Jewish families fled persecution in Russia.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prejudice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judging people as a group before you know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Prejudice made some locals blame the newcomers for everything.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Whitechapel was a hard place to police.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streets were narrow and joined up like a maze.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night they were lit by single gas lamps.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Thick fog, called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pea souper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often filled the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Animals were driven through the streets to the slaughterhouses.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streets were dirty and the noise never stopped.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were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physical conditions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the place.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social conditions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were homeless, and many drank to forget their troubles.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Fights were common, especially at night.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Newcomers from Ireland and Eastern Europe moved in because rents were cheap.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local people blamed them unfairly for their own hardship.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All of this made crime easier to commit and harder to solve.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Physical conditions: fog, maze and dirt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Physical means the place: fog, streets, lamps, dirt. If you could draw it on a map or a picture of the street, it is physical.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Historians sort the conditions of Whitechapel into two kinds. Physical conditions describe what the area itself was like.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second was the fog. Smoke from houses and factories mixed with the damp air to make a thick, greenish fog that locals called a pea souper.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Each of these made crime easier. In the fog, nobody saw a crime happen, so there were no witnesses, and a criminal could step into the murk and vanish.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Social conditions: homelessness, drink and desperation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means the people: work, money, drink, homes, newcomers. If it is about how people lived, it is social.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Social conditions describe the people and their lives. Homelessness and overcrowding meant that thousands of people were on the streets at all hours, so a stranger stood out less.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Poverty hit women hardest. Work for women was scarce and very badly paid, and a woman who had not earned enough for a doss-house bed faced a night outside.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how the social conditions link together. No work meant no pennies; no pennies meant no bed; no bed meant the street at night; and drink was both an escape from this and a reason people could not escape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Newcomers and prejudice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source blames a group of people, ask what it tells you about the person who wrote it, not just about the people it describes.</a:t>
            </a:r>
            <a:endParaRPr lang="en-US" sz="1800" dirty="0"/>
          </a:p>
        </p:txBody>
      </p:sp>
      <p:sp>
        <p:nvSpPr>
          <p:cNvPr id="11" name="bullet-card"/>
          <p:cNvSpPr/>
          <p:nvPr/>
        </p:nvSpPr>
        <p:spPr>
          <a:xfrm>
            <a:off x="548640" y="1389888"/>
            <a:ext cx="11094415" cy="984504"/>
          </a:xfrm>
          <a:prstGeom prst="roundRect">
            <a:avLst>
              <a:gd name="adj" fmla="val 7430"/>
            </a:avLst>
          </a:prstGeom>
          <a:solidFill>
            <a:srgbClr val="F6F3F0"/>
          </a:solidFill>
          <a:ln/>
        </p:spPr>
      </p:sp>
      <p:sp>
        <p:nvSpPr>
          <p:cNvPr id="12" name="bullet-hex"/>
          <p:cNvSpPr/>
          <p:nvPr/>
        </p:nvSpPr>
        <p:spPr>
          <a:xfrm>
            <a:off x="676656" y="1715847"/>
            <a:ext cx="384048" cy="332586"/>
          </a:xfrm>
          <a:prstGeom prst="hexagon">
            <a:avLst/>
          </a:prstGeom>
          <a:solidFill>
            <a:srgbClr val="7A4A1E"/>
          </a:solidFill>
          <a:ln/>
        </p:spPr>
      </p:sp>
      <p:sp>
        <p:nvSpPr>
          <p:cNvPr id="13" name="bullet"/>
          <p:cNvSpPr txBox="1"/>
          <p:nvPr/>
        </p:nvSpPr>
        <p:spPr>
          <a:xfrm>
            <a:off x="1143000" y="1389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Whitechapel was also London's immigrant district, because rents were cheap and people who had nothing could at least afford a bed there.</a:t>
            </a:r>
            <a:endParaRPr lang="en-US" sz="2200" dirty="0"/>
          </a:p>
        </p:txBody>
      </p:sp>
      <p:sp>
        <p:nvSpPr>
          <p:cNvPr id="14" name="bullet-card"/>
          <p:cNvSpPr/>
          <p:nvPr/>
        </p:nvSpPr>
        <p:spPr>
          <a:xfrm>
            <a:off x="548640" y="2520696"/>
            <a:ext cx="11094415" cy="1666240"/>
          </a:xfrm>
          <a:prstGeom prst="roundRect">
            <a:avLst>
              <a:gd name="adj" fmla="val 4390"/>
            </a:avLst>
          </a:prstGeom>
          <a:solidFill>
            <a:srgbClr val="F6F3F0"/>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520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includes two sources from 1888: a Whitechapel resident who complained that the district no longer felt English, and a shoemaker who said Jewish workers worked 16 to 18 hours a day and sold goods so cheaply that his business was being ruined.</a:t>
            </a:r>
            <a:endParaRPr lang="en-US" sz="2200" dirty="0"/>
          </a:p>
        </p:txBody>
      </p:sp>
      <p:sp>
        <p:nvSpPr>
          <p:cNvPr id="17" name="bullet-card"/>
          <p:cNvSpPr/>
          <p:nvPr/>
        </p:nvSpPr>
        <p:spPr>
          <a:xfrm>
            <a:off x="548640" y="4333240"/>
            <a:ext cx="11094415" cy="742696"/>
          </a:xfrm>
          <a:prstGeom prst="roundRect">
            <a:avLst>
              <a:gd name="adj" fmla="val 9850"/>
            </a:avLst>
          </a:prstGeom>
          <a:solidFill>
            <a:srgbClr val="F6F3F0"/>
          </a:solidFill>
          <a:ln/>
        </p:spPr>
      </p:sp>
      <p:sp>
        <p:nvSpPr>
          <p:cNvPr id="18" name="bullet-hex"/>
          <p:cNvSpPr/>
          <p:nvPr/>
        </p:nvSpPr>
        <p:spPr>
          <a:xfrm>
            <a:off x="676656" y="4538295"/>
            <a:ext cx="384048" cy="332586"/>
          </a:xfrm>
          <a:prstGeom prst="hexagon">
            <a:avLst/>
          </a:prstGeom>
          <a:solidFill>
            <a:srgbClr val="7A4A1E"/>
          </a:solidFill>
          <a:ln/>
        </p:spPr>
      </p:sp>
      <p:sp>
        <p:nvSpPr>
          <p:cNvPr id="19" name="bullet"/>
          <p:cNvSpPr txBox="1"/>
          <p:nvPr/>
        </p:nvSpPr>
        <p:spPr>
          <a:xfrm>
            <a:off x="1143000" y="4333240"/>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is prejudice: judging people as a group before you know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Agreeing or disagreeing with a historian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disagree, SC3 becomes: However, I disagree, because I think X was the bigger problem. Then SC4 proves X with your own knowledge.</a:t>
            </a:r>
            <a:endParaRPr lang="en-US" sz="1800" dirty="0"/>
          </a:p>
        </p:txBody>
      </p:sp>
      <p:sp>
        <p:nvSpPr>
          <p:cNvPr id="11" name="point-card"/>
          <p:cNvSpPr/>
          <p:nvPr/>
        </p:nvSpPr>
        <p:spPr>
          <a:xfrm>
            <a:off x="548640" y="1389888"/>
            <a:ext cx="5410048" cy="3686048"/>
          </a:xfrm>
          <a:prstGeom prst="roundRect">
            <a:avLst>
              <a:gd name="adj" fmla="val 1488"/>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Year 8 progress checks now practise a skill rather than a quiz.</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order matters. Opinion first, evidence second, judgement third.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Agreeing or disagreeing with a historian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historian writes that the fog was the biggest problem the Whitechapel police faced. Build a paragraph that agrees, using the five success criteria.</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SC1: The historian's opinion is that the fog was the biggest problem the police faced.</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4521098" y="2765552"/>
            <a:ext cx="530352" cy="459285"/>
          </a:xfrm>
          <a:prstGeom prst="hexagon">
            <a:avLst/>
          </a:prstGeom>
          <a:solidFill>
            <a:srgbClr val="7A4A1E"/>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SC2: Give the evidence the source uses: it describes fog so thick that a hand could not be seen in front of a face.</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B69B83"/>
            </a:solidFill>
            <a:prstDash val="solid"/>
          </a:ln>
        </p:spPr>
      </p:sp>
      <p:sp>
        <p:nvSpPr>
          <p:cNvPr id="20" name="step-hex"/>
          <p:cNvSpPr/>
          <p:nvPr/>
        </p:nvSpPr>
        <p:spPr>
          <a:xfrm>
            <a:off x="8356397" y="2765552"/>
            <a:ext cx="530352" cy="459285"/>
          </a:xfrm>
          <a:prstGeom prst="hexagon">
            <a:avLst/>
          </a:prstGeom>
          <a:solidFill>
            <a:srgbClr val="7A4A1E"/>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SC3: I agree that the fog was a very serious problem.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Agreeing or disagreeing with a historian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historian writes that the fog was the biggest problem the Whitechapel police faced. Build a paragraph that agrees, using the five success criteria.</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SC4: From my own knowledge I know that the pea soupers were made worse by factory smoke, and that the streets were lit by single gas lamps giving only about six feet of light.</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SC5: This affected the case because in the fog nobody saw the killer come or go, so there were no useful witnesses.</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Opinion, evidence, agree, own knowledge, link to the case: five sentences in that order.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How two conditions helped crime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TWO conditions in Whitechapel made crime easier to get away with. Do not use fog, which is the example in your lesson. For each condition: describe it, say whether it made crime easier to get away with, and explain how. Write one paragraph of six to eight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How two conditions helped crime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how TWO conditions in Whitechapel made crime easier to get away with. Do not use fog, which is the example in your lesson. For each condition: describe it, say whether it made crime easier to get away with, and explain how. Write one paragraph of six to eight sentences.</a:t>
            </a:r>
            <a:endParaRPr lang="en-US" sz="2000" dirty="0"/>
          </a:p>
        </p:txBody>
      </p:sp>
      <p:sp>
        <p:nvSpPr>
          <p:cNvPr id="12" name="col-Support"/>
          <p:cNvSpPr/>
          <p:nvPr/>
        </p:nvSpPr>
        <p:spPr>
          <a:xfrm>
            <a:off x="548640" y="3213608"/>
            <a:ext cx="11094415" cy="2931160"/>
          </a:xfrm>
          <a:prstGeom prst="roundRect">
            <a:avLst>
              <a:gd name="adj" fmla="val 1872"/>
            </a:avLst>
          </a:prstGeom>
          <a:solidFill>
            <a:srgbClr val="F4F0EC"/>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50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53688"/>
            <a:ext cx="10820095" cy="2181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two conditions that are not fog: narrow streets, homelessness, overcrowding, drink, dirty streets, animal noise.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One condition that made crime easier was… Describe it with a detail.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This made crime easier to get away with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Explain the how: what could a criminal do, or what could a witness or officer NOT do?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Repeat for the second condition.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How two conditions helped crime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49400"/>
          </a:xfrm>
          <a:prstGeom prst="roundRect">
            <a:avLst>
              <a:gd name="adj" fmla="val 5902"/>
            </a:avLst>
          </a:prstGeom>
          <a:solidFill>
            <a:srgbClr val="FFFFFF"/>
          </a:solidFill>
          <a:ln w="31750">
            <a:solidFill>
              <a:srgbClr val="B8862B"/>
            </a:solidFill>
            <a:prstDash val="solid"/>
          </a:ln>
        </p:spPr>
      </p:sp>
      <p:sp>
        <p:nvSpPr>
          <p:cNvPr id="8" name="task-hex"/>
          <p:cNvSpPr/>
          <p:nvPr/>
        </p:nvSpPr>
        <p:spPr>
          <a:xfrm>
            <a:off x="777240" y="1847840"/>
            <a:ext cx="731520" cy="633496"/>
          </a:xfrm>
          <a:prstGeom prst="hexagon">
            <a:avLst/>
          </a:prstGeom>
          <a:solidFill>
            <a:srgbClr val="B8862B"/>
          </a:solidFill>
          <a:ln/>
        </p:spPr>
      </p:sp>
      <p:sp>
        <p:nvSpPr>
          <p:cNvPr id="9" name="task-hex-label"/>
          <p:cNvSpPr txBox="1"/>
          <p:nvPr/>
        </p:nvSpPr>
        <p:spPr>
          <a:xfrm>
            <a:off x="777240" y="18478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8902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366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how TWO conditions in Whitechapel made crime easier to get away with. Do not use fog, which is the example in your lesson. For each condition: describe it, say whether it made crime easier to get away with, and explain how. Write one paragraph of six to eight sentences.</a:t>
            </a:r>
            <a:endParaRPr lang="en-US" sz="2000" dirty="0"/>
          </a:p>
        </p:txBody>
      </p:sp>
      <p:sp>
        <p:nvSpPr>
          <p:cNvPr id="12" name="col-Core"/>
          <p:cNvSpPr/>
          <p:nvPr/>
        </p:nvSpPr>
        <p:spPr>
          <a:xfrm>
            <a:off x="548640" y="3213608"/>
            <a:ext cx="5410048" cy="2931160"/>
          </a:xfrm>
          <a:prstGeom prst="roundRect">
            <a:avLst>
              <a:gd name="adj" fmla="val 1872"/>
            </a:avLst>
          </a:prstGeom>
          <a:solidFill>
            <a:srgbClr val="E4DAD1"/>
          </a:solidFill>
          <a:ln/>
        </p:spPr>
      </p:sp>
      <p:sp>
        <p:nvSpPr>
          <p:cNvPr id="13" name="col-hex"/>
          <p:cNvSpPr/>
          <p:nvPr/>
        </p:nvSpPr>
        <p:spPr>
          <a:xfrm>
            <a:off x="658368" y="3286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Describe, judge, explain how. The how is the mark that matters: what exactly could a criminal do, or a witness not do, because of this condition?</a:t>
            </a:r>
            <a:endParaRPr lang="en-US" sz="2200" dirty="0"/>
          </a:p>
        </p:txBody>
      </p:sp>
      <p:sp>
        <p:nvSpPr>
          <p:cNvPr id="17" name="col-Stretch"/>
          <p:cNvSpPr/>
          <p:nvPr/>
        </p:nvSpPr>
        <p:spPr>
          <a:xfrm>
            <a:off x="6233008" y="3213608"/>
            <a:ext cx="5410048" cy="2931160"/>
          </a:xfrm>
          <a:prstGeom prst="roundRect">
            <a:avLst>
              <a:gd name="adj" fmla="val 1872"/>
            </a:avLst>
          </a:prstGeom>
          <a:solidFill>
            <a:srgbClr val="7A4A1E"/>
          </a:solidFill>
          <a:ln/>
        </p:spPr>
      </p:sp>
      <p:sp>
        <p:nvSpPr>
          <p:cNvPr id="18" name="col-hex"/>
          <p:cNvSpPr/>
          <p:nvPr/>
        </p:nvSpPr>
        <p:spPr>
          <a:xfrm>
            <a:off x="6342736" y="3286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286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250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853688"/>
            <a:ext cx="5135728" cy="2181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Decide whether the physical or the social conditions did more to help crime overall, and defend your choice in two sentences.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Physical or social?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pair lists TWO social conditions of Whitechapel?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Fog and narrow streets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Narrow streets and homelessness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Dirty streets and animal noises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Homelessness and drunkenness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Physical or social?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pair lists TWO social conditions of Whitechapel?</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condition: is this about the place, or about the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Fog, streets, dirt and noise are about the place: physical.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Homelessness, drink, overcrowding and poverty are about the people: social.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pair where both words are about people.</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pairs contain at least one word that describes the streets themselves. Only one pair is entirely about people.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Overcrowding is usually called a social condition, but it also changed the physical shape of the district. Explain how one condition can be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source says that drink was the biggest problem in Whitechapel. What is the FIRST thing your paragraph should do?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Say straight away whether you agree or disagree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Explain how this factor affected the 1888 case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List everything you know about Whitechapel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State the historian's opinion in your own words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two conditions helped crime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83056"/>
          </a:xfrm>
          <a:prstGeom prst="roundRect">
            <a:avLst>
              <a:gd name="adj" fmla="val 8443"/>
            </a:avLst>
          </a:prstGeom>
          <a:solidFill>
            <a:srgbClr val="F6F3F0"/>
          </a:solidFill>
          <a:ln/>
        </p:spPr>
      </p:sp>
      <p:sp>
        <p:nvSpPr>
          <p:cNvPr id="9" name="tickbox"/>
          <p:cNvSpPr/>
          <p:nvPr/>
        </p:nvSpPr>
        <p:spPr>
          <a:xfrm>
            <a:off x="713232" y="237947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two conditions other than fog, such as narrow streets, homelessness, overcrowding, drink or dirty streets.</a:t>
            </a:r>
            <a:endParaRPr lang="en-US" sz="2200" dirty="0"/>
          </a:p>
        </p:txBody>
      </p:sp>
      <p:sp>
        <p:nvSpPr>
          <p:cNvPr id="11" name="crit-box"/>
          <p:cNvSpPr/>
          <p:nvPr/>
        </p:nvSpPr>
        <p:spPr>
          <a:xfrm>
            <a:off x="548640" y="3158744"/>
            <a:ext cx="11094415" cy="742188"/>
          </a:xfrm>
          <a:prstGeom prst="roundRect">
            <a:avLst>
              <a:gd name="adj" fmla="val 12320"/>
            </a:avLst>
          </a:prstGeom>
          <a:solidFill>
            <a:srgbClr val="F6F3F0"/>
          </a:solidFill>
          <a:ln/>
        </p:spPr>
      </p:sp>
      <p:sp>
        <p:nvSpPr>
          <p:cNvPr id="12" name="tickbox"/>
          <p:cNvSpPr/>
          <p:nvPr/>
        </p:nvSpPr>
        <p:spPr>
          <a:xfrm>
            <a:off x="713232" y="338353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5874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each condition I describe what it was like, with a detail from the chapter.</a:t>
            </a:r>
            <a:endParaRPr lang="en-US" sz="2200" dirty="0"/>
          </a:p>
        </p:txBody>
      </p:sp>
      <p:sp>
        <p:nvSpPr>
          <p:cNvPr id="14" name="crit-box"/>
          <p:cNvSpPr/>
          <p:nvPr/>
        </p:nvSpPr>
        <p:spPr>
          <a:xfrm>
            <a:off x="548640" y="3992372"/>
            <a:ext cx="11094415" cy="742188"/>
          </a:xfrm>
          <a:prstGeom prst="roundRect">
            <a:avLst>
              <a:gd name="adj" fmla="val 12320"/>
            </a:avLst>
          </a:prstGeom>
          <a:solidFill>
            <a:srgbClr val="F6F3F0"/>
          </a:solidFill>
          <a:ln/>
        </p:spPr>
      </p:sp>
      <p:sp>
        <p:nvSpPr>
          <p:cNvPr id="15" name="tickbox"/>
          <p:cNvSpPr/>
          <p:nvPr/>
        </p:nvSpPr>
        <p:spPr>
          <a:xfrm>
            <a:off x="713232" y="4217162"/>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each condition I say clearly whether it made crime easier to get away with.</a:t>
            </a:r>
            <a:endParaRPr lang="en-US" sz="2200" dirty="0"/>
          </a:p>
        </p:txBody>
      </p:sp>
      <p:sp>
        <p:nvSpPr>
          <p:cNvPr id="17" name="crit-box"/>
          <p:cNvSpPr/>
          <p:nvPr/>
        </p:nvSpPr>
        <p:spPr>
          <a:xfrm>
            <a:off x="548640" y="4826000"/>
            <a:ext cx="11094415" cy="742188"/>
          </a:xfrm>
          <a:prstGeom prst="roundRect">
            <a:avLst>
              <a:gd name="adj" fmla="val 12320"/>
            </a:avLst>
          </a:prstGeom>
          <a:solidFill>
            <a:srgbClr val="F6F3F0"/>
          </a:solidFill>
          <a:ln/>
        </p:spPr>
      </p:sp>
      <p:sp>
        <p:nvSpPr>
          <p:cNvPr id="18" name="tickbox"/>
          <p:cNvSpPr/>
          <p:nvPr/>
        </p:nvSpPr>
        <p:spPr>
          <a:xfrm>
            <a:off x="713232" y="505079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2600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each condition I explain HOW it did this, using because or this meant that.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Model answer: How two conditions helped crime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One condition that made crime easier to get away with was the narrow streets. Whitechapel was a maze of alleys and courtyards, lit at night by single gas lamps giving only about six feet of light. This made crime easier to get away with because a criminal who knew the alleys could be out of sight within seconds, while a police officer on his beat could only follow one route at a time. A second condition was homelessness. About 8,000 people regularly slept rough, so the streets were never empty, even in the middle of the night. This also made crime easier to get away with, because a stranger walking the streets at two in the morning did not stand out, and people sleeping in doorways were in no state to be reliable witnesses.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Physical or social?</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pair lists TWO social conditions of Whitechapel?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Homelessness and drunkenness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Physical conditions are the place: fog, maze of streets, dirt, noise. Social conditions are the people: homelessness, drink, overcrowding, poverty. Homelessness and drunkenness are the only pair with two social conditions.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source says that drink was the biggest problem in Whitechapel. What is the FIRST thing your paragraph should do?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State the historian's opinion in your own words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five success criteria run in order: state the opinion, give the source's evidence, agree or disagree, add your own knowledge, link to the case. The first step is always the historian's opinion.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2: How the conditions helped crime</dc:title>
  <dc:subject>History · Year 8</dc:subject>
  <dc:creator>Dr Vitor Merissi de Carvalho</dc:creator>
  <cp:lastModifiedBy>Dr Vitor Merissi de Carvalho</cp:lastModifiedBy>
  <cp:revision>1</cp:revision>
  <dcterms:created xsi:type="dcterms:W3CDTF">2026-10-19T06:08:06Z</dcterms:created>
  <dcterms:modified xsi:type="dcterms:W3CDTF">2026-10-19T06:08:06Z</dcterms:modified>
</cp:coreProperties>
</file>