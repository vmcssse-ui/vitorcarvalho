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0425f1c-5640-1ee5-1dc6-af4d2c7f2821}">
          <p14:sldIdLst>
            <p14:sldId id="256"/>
          </p14:sldIdLst>
        </p14:section>
        <p14:section name="Gate" id="{b958b2c9-808f-d739-211e-24429c04212e}">
          <p14:sldIdLst>
            <p14:sldId id="257"/>
            <p14:sldId id="258"/>
          </p14:sldIdLst>
        </p14:section>
        <p14:section name="Pre-teach" id="{01a152bd-ad61-74c1-e420-d8b33c29e8fa}">
          <p14:sldIdLst>
            <p14:sldId id="259"/>
          </p14:sldIdLst>
        </p14:section>
        <p14:section name="Read-along" id="{3efac413-30b7-ef7b-e6f1-a99a30c5e11e}">
          <p14:sldIdLst>
            <p14:sldId id="260"/>
            <p14:sldId id="261"/>
          </p14:sldIdLst>
        </p14:section>
        <p14:section name="Teach" id="{88e73e74-c07d-53fb-4131-864f83c4ed7e}">
          <p14:sldIdLst>
            <p14:sldId id="262"/>
            <p14:sldId id="263"/>
            <p14:sldId id="264"/>
            <p14:sldId id="265"/>
            <p14:sldId id="266"/>
          </p14:sldIdLst>
        </p14:section>
        <p14:section name="Routes" id="{64205d62-aab6-f87c-6b17-edce4f469783}">
          <p14:sldIdLst>
            <p14:sldId id="267"/>
            <p14:sldId id="268"/>
            <p14:sldId id="269"/>
            <p14:sldId id="270"/>
          </p14:sldIdLst>
        </p14:section>
        <p14:section name="Close" id="{ed10df28-0d02-7cd3-9b6e-2d8e5fa3663e}">
          <p14:sldIdLst>
            <p14:sldId id="271"/>
          </p14:sldIdLst>
        </p14:section>
        <p14:section name="Answers" id="{c3f733ae-6ed8-818a-47b9-02afb58905cc}">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Asia: the giant continent and its megacities. Where Asia is and what makes it different from every other continent, what a megacity is, and how to describe the way the world's biggest cities are spread out.
This deck covers the department's lesson: 1 (Asia: From Boom to Bustees — the geography of Asia: What is the global importance of the continent of Asia, and where in the world are the megacities?).
Read the big question aloud: "What is the global importance of Asia, and what has China's rapid growth meant for its people, its environment and the wider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megacity?  →  D   A city with a population of more than 10 million people
2. How many countries are there in Asia, according to the list you used in class?  →  48 countries
3. Megacities are not ___ spread across the world: 17 of the 30 are in Asia.  →  evenly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 city with a population of more than 10 million people. The lesson's definition is a city with a population over 10 million people. Size of land and capital status have nothing to do with it.
2. 48 countries. The class list numbers 48 countries, from China at the top to Brunei at the bottom.
3. evenly. An even spread would put a similar number on each continent. Seventeen of thirty in Asia and only two in Africa is uneven.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continent: one of the world's seven great land masses. Example: "Asia is the largest continent on Earth."
• border: the line where one country meets another. Example: "China shares a border with Russia in the north."
• megacity: a city with more than 10 million people. Example: "Tokyo is a megacity with many millions of people."
• distribution: how things are spread out across an area. Example: "The distribution of megacities is uneven, with most in Asia."
• ocean: one of the huge areas of salt water that cover most of the Earth. Example: "The Pacific Ocean lies to the east of Asia."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Asia is the largest continent in the world.
2. It has 48 countries, from Turkey in the west to Japan in the east.
3. The Pacific Ocean lies to the east of Asia and the Indian Ocean to the south.
4. More people live in Asia than on any other continent.
5. Some of its cities are enormous.
6. A city with more than 10 million people is called a megacity.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Around 2015 there were 30 megacities in the world.
8. Seventeen of them were in Asia.
9. Tokyo and Shanghai are two of the largest.
10. Africa had only two megacities.
11. Geographers call this pattern the distribution of megacities.
12. Describing a distribution means saying where things are, and where they are not.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is Asia?. Say it in your own words, then check understanding with a quick question: ask a pupil from the pre-teach group first, since they met these words and ideas before the lesson. Pupils try to recall before you re-explain.
Asia is the largest of the world's seven continents, and the one with the most people. It stretches from Turkey in the west to Japan in the east, and from the frozen north of Russia to the tropical islands of Indonesia. The Pacific Ocean lies to its east and the Indian Ocean to its south. To the west it joins Europe, and to the south-west it touches Africa.
Asia has 48 countries. The six with the most people are China, India, Indonesia, Pakistan, Bangladesh and Japan. Some, like Russia and Kazakhstan, are enormous; others, like Singapore, the Maldives and Bahrain, are tiny. Turkey and Russia lie partly in Europe too, so where Asia ends is a decision geographers have made, not a line drawn by nature.
In this unit you look at the whole continent first, then at one country, China. The questions you keep asking are the lesson's success criteria: where is each place, what are the key facts about each country, and where in the world are the biggest cities?
Worked example — model it step by step, thinking aloud: Describe the location of Asia. (3 marks) (1) Start big: name it as a continent and say which part of the world it is in (the northern and eastern hemispheres). (2) Add the water around it: the Pacific Ocean to the east and the Indian Ocean to the south. (3) Add the land it touches: Europe to the west and Africa to the south-west. (4) Finish with named countries at its edges: Turkey in the west, Japan in the east. Answer: Asia is a continent in the northern and eastern hemispheres. The Pacific Ocean lies to its east and the Indian Ocean to its south. It joins Europe in the west and Africa in the south-west, and stretches from Turkey to Japan..
Tip: A good location description moves from big to small: hemisphere, continent, oceans, neighbours, then named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is Asia?. Say it in your own words, then check understanding with a quick question: ask a pupil from the pre-teach group first, since they met these words and ideas before the lesson. Pupils try to recall before you re-explain.
Asia is the largest of the world's seven continents, and the one with the most people. It stretches from Turkey in the west to Japan in the east, and from the frozen north of Russia to the tropical islands of Indonesia. The Pacific Ocean lies to its east and the Indian Ocean to its south. To the west it joins Europe, and to the south-west it touches Africa.
Asia has 48 countries. The six with the most people are China, India, Indonesia, Pakistan, Bangladesh and Japan. Some, like Russia and Kazakhstan, are enormous; others, like Singapore, the Maldives and Bahrain, are tiny. Turkey and Russia lie partly in Europe too, so where Asia ends is a decision geographers have made, not a line drawn by nature.
In this unit you look at the whole continent first, then at one country, China. The questions you keep asking are the lesson's success criteria: where is each place, what are the key facts about each country, and where in the world are the biggest cities?
Worked example — model it step by step, thinking aloud: Describe the location of Asia. (3 marks) (1) Start big: name it as a continent and say which part of the world it is in (the northern and eastern hemispheres). (2) Add the water around it: the Pacific Ocean to the east and the Indian Ocean to the south. (3) Add the land it touches: Europe to the west and Africa to the south-west. (4) Finish with named countries at its edges: Turkey in the west, Japan in the east. Answer: Asia is a continent in the northern and eastern hemispheres. The Pacific Ocean lies to its east and the Indian Ocean to its south. It joins Europe in the west and Africa in the south-west, and stretches from Turkey to Japan..
Tip: A good location description moves from big to small: hemisphere, continent, oceans, neighbours, then named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makes Asia different?. Say it in your own words, then check understanding with a quick question: ask a pupil from the pre-teach group first, since they met these words and ideas before the lesson. Pupils try to recall before you re-explain.
Every continent is different, but Asia is extreme in almost every way. It has the world's highest mountains and some of its hottest deserts. It has tropical rainforests, frozen tundra and vast grasslands. More than half of all the people on Earth live there.
Asia is also a continent of contrasts in wealth. Japan, Singapore and South Korea are among the richest countries in the world; Afghanistan, Nepal and Yemen are among the poorest. Inside one city you can find glittering towers and crowded slums within a few streets of each other. The unit title, From Boom to Bustees, points to exactly this: economic boom beside bustees, a South Asian word for poor, crowded housing.
When you compare Asia with Europe, Africa, North America, South America and Oceania, think about size, population, landscapes and wealth. A strong answer gives a fact for each, not just an opinion.
Tip: Compare means say how two things are alike and how they differ. Use a fact for each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Megacities. Say it in your own words, then check understanding with a quick question: ask a pupil from the pre-teach group first, since they met these words and ideas before the lesson. Pupils try to recall before you re-explain.
A megacity is a city with a population of more than 10 million people. That is more people in one city than live in many whole countries.
Megacities are not spread evenly across the world. Around 2015 there were 30 of them, and 17 of them were in Asia. Tokyo in Japan and Shanghai in China are two of the largest in the world. Africa had only two megacities. Asia's megacities grew as millions of people moved from the countryside to find work in factories and offices, a story you follow in China later in this unit.
Your homework fact-file asks you to research one Asian megacity: its country, average climate, life expectancy, literacy rate and the country's GDP, plus the issues the city faces, such as pollution, traffic, shanty towns and poverty. Those headings are the ones geographers use to compare places fairly.
Tip: Ten million is the line. A city of 9 million is huge, but it is not a megacity.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to describe a distribution. Say it in your own words, then check understanding with a quick question: ask a pupil from the pre-teach group first, since they met these words and ideas before the lesson. Pupils try to recall before you re-explain.
Distribution means how things are spread out: close together or far apart, and which countries or continents have the most and the least. When you describe a distribution, you describe the pattern on the map, not the reasons for it.
Use the three-part writing frame. Generally: give the overall pattern (the spread is uneven, and most megacities are in Asia). Specifically: name places and give figures (17 of the 30 are in Asia, including Tokyo and Shanghai). On the other hand: say where there are few or none (Africa has only two). Numbers turn a vague answer into a precise one.
Tip: Describe means say what the map shows. Save why for an explain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Writing a distribution description.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a good distribution description in the order you would write them.
Support — work through the steps with the group: (1) You cannot write anything until you have looked at the map, so reading it comes first. (2) The writing frame goes from the big picture to the detail: Generally, then Specifically. (3) On the other hand introduces the exception, so it comes after the main pattern has been given. (4) Check: does your order move from general to specific to exception?
Parallel worked example for Support (model it, do not give the task answer): Put these steps for describing the distribution of deserts in order: name the Sahara and the Gobi; say that deserts lie mostly along the tropics; say that Europe has none; look at the world map. Look first.; General pattern: along the tropics.; Specific places: Sahara, Gobi.; Exception: Europe has none.. Answer: Look at the world map; say deserts lie mostly along the tropics; name the Sahara and the Gobi; say that Europe has none..
Core — reveal the hint only on request: Look, then Generally, then Specifically, then On the other hand.
Stretch — no help; when finished: Write the three sentences for the world's megacities, using the figures 17, 30 and 2 and naming two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Writing a distribution description.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a good distribution description in the order you would write them.
Support — work through the steps with the group: (1) You cannot write anything until you have looked at the map, so reading it comes first. (2) The writing frame goes from the big picture to the detail: Generally, then Specifically. (3) On the other hand introduces the exception, so it comes after the main pattern has been given. (4) Check: does your order move from general to specific to exception?
Parallel worked example for Support (model it, do not give the task answer): Put these steps for describing the distribution of deserts in order: name the Sahara and the Gobi; say that deserts lie mostly along the tropics; say that Europe has none; look at the world map. Look first.; General pattern: along the tropics.; Specific places: Sahara, Gobi.; Exception: Europe has none.. Answer: Look at the world map; say deserts lie mostly along the tropics; name the Sahara and the Gobi; say that Europe has none..
Core — reveal the hint only on request: Look, then Generally, then Specifically, then On the other hand.
Stretch — no help; when finished: Write the three sentences for the world's megacities, using the figures 17, 30 and 2 and naming two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megacities are outside Asia?.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Of the world's 30 megacities, 17 were in Asia. How many megacities were outside Asia?
Support — work through the steps with the group: (1) Write down the total number of megacities in the world. (2) Write down how many of those are in Asia. They are part of the total, not extra. (3) Outside Asia means total minus Asia. Subtract. (4) Check your answer is smaller than the total.
Parallel worked example for Support (model it, do not give the task answer): Asia has 48 countries. If 12 of them are in the Middle East, how many Asian countries are not in the Middle East? Total: 48.; In the Middle East: 12, which are part of the 48.; 48 − 12 = 36.. Answer: 36 countries.
Core — reveal the hint only on request: Asia's 17 are included in the world's 30. Take them away.
Stretch — no help; when finished: Africa had 2 of those 13. Work out how many were in the Americas and Europe together, and say what that tells you about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megacities are outside Asia?.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Of the world's 30 megacities, 17 were in Asia. How many megacities were outside Asia?
Support — work through the steps with the group: (1) Write down the total number of megacities in the world. (2) Write down how many of those are in Asia. They are part of the total, not extra. (3) Outside Asia means total minus Asia. Subtract. (4) Check your answer is smaller than the total.
Parallel worked example for Support (model it, do not give the task answer): Asia has 48 countries. If 12 of them are in the Middle East, how many Asian countries are not in the Middle East? Total: 48.; In the Middle East: 12, which are part of the 48.; 48 − 12 = 36.. Answer: 36 countries.
Core — reveal the hint only on request: Asia's 17 are included in the world's 30. Take them away.
Stretch — no help; when finished: Africa had 2 of those 13. Work out how many were in the Americas and Europe together, and say what that tells you about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megacity?
Answer: C   A city with a population of more than 10 million people. The lesson's definition is a city with a population over 10 million people. Size of land and capital status have nothing to do with it.
Source of this question: gate item 1 re-asked (options rotated) — this chapter has no third quick-check module.
The ebook also holds task 3, "Describe the distribution of megacities",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Writing a distribution description. Reveal the answer; pupils mark their own work in a different colour, then read the "why" together. Same destination for every lane, so one answer serves the whole class.
Answer: Read the map and its key to find the overall pattern  (A); Generally: state the overall pattern in one sentence  (D); Specifically: name places and give figures  (C); On the other hand: describe where there are few or none  (B)
Why: A distribution description starts from the map, gives the general pattern, supports it with named places and figures, and then gives the exception. That is the order the writing frame follows.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many megacities are outside Asia?. Reveal the answer; pupils mark their own work in a different colour, then read the "why" together. Same destination for every lane, so one answer serves the whole class.
Answer: 13 megacities
Why: Asia's 17 megacities are part of the world total of 30, so the number outside Asia is 30 − 17 = 13.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A city with a population of more than 10 million people
Why: The lesson's definition is a city with a population over 10 million people. Size of land and capital status have nothing to do with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Asia and China · AQA KS3 → 8035</a:t>
            </a:r>
            <a:endParaRPr lang="en-US" sz="1800" dirty="0"/>
          </a:p>
        </p:txBody>
      </p:sp>
      <p:sp>
        <p:nvSpPr>
          <p:cNvPr id="10" name="deck-title"/>
          <p:cNvSpPr txBox="1"/>
          <p:nvPr/>
        </p:nvSpPr>
        <p:spPr>
          <a:xfrm>
            <a:off x="548640" y="237032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Asia: the giant continent and its megacities</a:t>
            </a:r>
            <a:endParaRPr lang="en-US" sz="3200" dirty="0"/>
          </a:p>
        </p:txBody>
      </p:sp>
      <p:sp>
        <p:nvSpPr>
          <p:cNvPr id="11" name="lessons-card"/>
          <p:cNvSpPr/>
          <p:nvPr/>
        </p:nvSpPr>
        <p:spPr>
          <a:xfrm>
            <a:off x="548640" y="3782568"/>
            <a:ext cx="5287975" cy="1290320"/>
          </a:xfrm>
          <a:prstGeom prst="roundRect">
            <a:avLst>
              <a:gd name="adj" fmla="val 5669"/>
            </a:avLst>
          </a:prstGeom>
          <a:solidFill>
            <a:srgbClr val="EFF2F0"/>
          </a:solidFill>
          <a:ln/>
        </p:spPr>
      </p:sp>
      <p:sp>
        <p:nvSpPr>
          <p:cNvPr id="12" name="lessons"/>
          <p:cNvSpPr txBox="1"/>
          <p:nvPr/>
        </p:nvSpPr>
        <p:spPr>
          <a:xfrm>
            <a:off x="685800" y="38740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Asia: From Boom to Bustees — the geography of Asia</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global importance of Asia, and what has China's rapid growth meant for its people, its environment and the wider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a megacity?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capital city of a country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city that covers more than 100 square kilometres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city with a population of more than 1 million people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city with a population of more than 10 million people</a:t>
            </a:r>
            <a:endParaRPr lang="en-US" sz="18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countries are there in Asia, according to the list you used in class?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countries</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Megacities are not ___ spread across the world: 17 of the 30 are in Asia.</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evenly  ·  widely  ·  rarely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city with a population of more than 10 million people</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 megacity?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lesson's definition is a city with a population over 10 million people. Size of land and capital status have nothing to do with it.</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48 countries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How many countries are there in Asia, according to the list you used in class?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class list numbers 48 countries, from China at the top to Brunei at the bottom.</a:t>
            </a:r>
            <a:endParaRPr lang="en-US" sz="20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evenly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Megacities are not ___ spread across the world: 17 of the 30 are in Asia.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 even spread would put a similar number on each continent. Seventeen of thirty in Asia and only two in Africa is uneven.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3F5F3"/>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continent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the world's seven great land masses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Asia is the largest continent on Earth.</a:t>
            </a:r>
            <a:endParaRPr lang="en-US" sz="1800" dirty="0"/>
          </a:p>
        </p:txBody>
      </p:sp>
      <p:sp>
        <p:nvSpPr>
          <p:cNvPr id="16" name="kw-row"/>
          <p:cNvSpPr/>
          <p:nvPr/>
        </p:nvSpPr>
        <p:spPr>
          <a:xfrm>
            <a:off x="548640" y="2779776"/>
            <a:ext cx="11094415" cy="786384"/>
          </a:xfrm>
          <a:prstGeom prst="roundRect">
            <a:avLst>
              <a:gd name="adj" fmla="val 6977"/>
            </a:avLst>
          </a:prstGeom>
          <a:solidFill>
            <a:srgbClr val="F8F2E9"/>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border</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line where one country meets another</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China shares a border with Russia in the north.</a:t>
            </a:r>
            <a:endParaRPr lang="en-US" sz="1800" dirty="0"/>
          </a:p>
        </p:txBody>
      </p:sp>
      <p:sp>
        <p:nvSpPr>
          <p:cNvPr id="21" name="kw-row"/>
          <p:cNvSpPr/>
          <p:nvPr/>
        </p:nvSpPr>
        <p:spPr>
          <a:xfrm>
            <a:off x="548640" y="3639312"/>
            <a:ext cx="11094415" cy="786384"/>
          </a:xfrm>
          <a:prstGeom prst="roundRect">
            <a:avLst>
              <a:gd name="adj" fmla="val 6977"/>
            </a:avLst>
          </a:prstGeom>
          <a:solidFill>
            <a:srgbClr val="F3F5F3"/>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megacity</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city with more than 10 million people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Tokyo is a megacity with many millions of people.</a:t>
            </a:r>
            <a:endParaRPr lang="en-US" sz="1800" dirty="0"/>
          </a:p>
        </p:txBody>
      </p:sp>
      <p:sp>
        <p:nvSpPr>
          <p:cNvPr id="26" name="kw-row"/>
          <p:cNvSpPr/>
          <p:nvPr/>
        </p:nvSpPr>
        <p:spPr>
          <a:xfrm>
            <a:off x="548640" y="4498848"/>
            <a:ext cx="11094415" cy="786384"/>
          </a:xfrm>
          <a:prstGeom prst="roundRect">
            <a:avLst>
              <a:gd name="adj" fmla="val 6977"/>
            </a:avLst>
          </a:prstGeom>
          <a:solidFill>
            <a:srgbClr val="F8F2E9"/>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distribution</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things are spread out across an area</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distribution of megacities is uneven, with most in Asia.</a:t>
            </a:r>
            <a:endParaRPr lang="en-US" sz="1800" dirty="0"/>
          </a:p>
        </p:txBody>
      </p:sp>
      <p:sp>
        <p:nvSpPr>
          <p:cNvPr id="31" name="kw-row"/>
          <p:cNvSpPr/>
          <p:nvPr/>
        </p:nvSpPr>
        <p:spPr>
          <a:xfrm>
            <a:off x="548640" y="5358384"/>
            <a:ext cx="11094415" cy="786384"/>
          </a:xfrm>
          <a:prstGeom prst="roundRect">
            <a:avLst>
              <a:gd name="adj" fmla="val 6977"/>
            </a:avLst>
          </a:prstGeom>
          <a:solidFill>
            <a:srgbClr val="F3F5F3"/>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ocean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the huge areas of salt water that cover most of the Earth</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Pacific Ocean lies to the east of Asia.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Asia is the largest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continent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the world.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has 48 countries, from Turkey in the west to Japan in the east.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Pacific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Ocean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lies to the east of Asia and the Indian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Ocean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to the south.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More people live in Asia than on any other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continent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of its cities are enormous.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city with more than 10 million people is called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megacity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Around 2015 there were 30 megacities in the world.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Seventeen of them were in Asia.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Tokyo and Shanghai are two of the largest.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Africa had only two megacities.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Geographers call this pattern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distribution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megacities.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Describing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distribution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saying where things are, and where they are not.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is Asia?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good location description moves from big to small: hemisphere, continent, oceans, neighbours, then named places.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Asia is the largest of the world's seven continents, and the one with the most people.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Asia has 48 countries. The six with the most people are China, India, Indonesia, Pakistan, Bangladesh and Japan.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this unit you look at the whole continent first, then at one country, China.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Where is Asia?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FF2F0"/>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the location of Asia. (3 marks)</a:t>
            </a:r>
            <a:endParaRPr lang="en-US" sz="2000" dirty="0"/>
          </a:p>
        </p:txBody>
      </p:sp>
      <p:sp>
        <p:nvSpPr>
          <p:cNvPr id="9" name="step-box"/>
          <p:cNvSpPr/>
          <p:nvPr/>
        </p:nvSpPr>
        <p:spPr>
          <a:xfrm>
            <a:off x="548640" y="2192528"/>
            <a:ext cx="11094415" cy="783438"/>
          </a:xfrm>
          <a:prstGeom prst="roundRect">
            <a:avLst>
              <a:gd name="adj" fmla="val 9337"/>
            </a:avLst>
          </a:prstGeom>
          <a:solidFill>
            <a:srgbClr val="FFFFFF"/>
          </a:solidFill>
          <a:ln w="15875">
            <a:solidFill>
              <a:srgbClr val="95AE9B"/>
            </a:solidFill>
            <a:prstDash val="solid"/>
          </a:ln>
        </p:spPr>
      </p:sp>
      <p:sp>
        <p:nvSpPr>
          <p:cNvPr id="10" name="step-hex"/>
          <p:cNvSpPr/>
          <p:nvPr/>
        </p:nvSpPr>
        <p:spPr>
          <a:xfrm>
            <a:off x="685800" y="2386279"/>
            <a:ext cx="457200" cy="395935"/>
          </a:xfrm>
          <a:prstGeom prst="hexagon">
            <a:avLst/>
          </a:prstGeom>
          <a:solidFill>
            <a:srgbClr val="3F6B4A"/>
          </a:solidFill>
          <a:ln/>
        </p:spPr>
      </p:sp>
      <p:sp>
        <p:nvSpPr>
          <p:cNvPr id="11" name="step-hex-label"/>
          <p:cNvSpPr txBox="1"/>
          <p:nvPr/>
        </p:nvSpPr>
        <p:spPr>
          <a:xfrm>
            <a:off x="685800" y="238627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big: name it as a continent and say which part of the world it is in (the northern and eastern hemispheres).</a:t>
            </a:r>
            <a:endParaRPr lang="en-US" sz="1800" dirty="0"/>
          </a:p>
        </p:txBody>
      </p:sp>
      <p:sp>
        <p:nvSpPr>
          <p:cNvPr id="13" name="step-box"/>
          <p:cNvSpPr/>
          <p:nvPr/>
        </p:nvSpPr>
        <p:spPr>
          <a:xfrm>
            <a:off x="548640" y="3049118"/>
            <a:ext cx="11094415" cy="519278"/>
          </a:xfrm>
          <a:prstGeom prst="roundRect">
            <a:avLst>
              <a:gd name="adj" fmla="val 14087"/>
            </a:avLst>
          </a:prstGeom>
          <a:solidFill>
            <a:srgbClr val="FFFFFF"/>
          </a:solidFill>
          <a:ln w="15875">
            <a:solidFill>
              <a:srgbClr val="95AE9B"/>
            </a:solidFill>
            <a:prstDash val="solid"/>
          </a:ln>
        </p:spPr>
      </p:sp>
      <p:sp>
        <p:nvSpPr>
          <p:cNvPr id="14" name="step-hex"/>
          <p:cNvSpPr/>
          <p:nvPr/>
        </p:nvSpPr>
        <p:spPr>
          <a:xfrm>
            <a:off x="685800" y="3110789"/>
            <a:ext cx="457200" cy="395935"/>
          </a:xfrm>
          <a:prstGeom prst="hexagon">
            <a:avLst/>
          </a:prstGeom>
          <a:solidFill>
            <a:srgbClr val="3F6B4A"/>
          </a:solidFill>
          <a:ln/>
        </p:spPr>
      </p:sp>
      <p:sp>
        <p:nvSpPr>
          <p:cNvPr id="15" name="step-hex-label"/>
          <p:cNvSpPr txBox="1"/>
          <p:nvPr/>
        </p:nvSpPr>
        <p:spPr>
          <a:xfrm>
            <a:off x="685800" y="311078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4911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water around it: the Pacific Ocean to the east and the Indian Ocean to the south.</a:t>
            </a:r>
            <a:endParaRPr lang="en-US" sz="1800" dirty="0"/>
          </a:p>
        </p:txBody>
      </p:sp>
      <p:sp>
        <p:nvSpPr>
          <p:cNvPr id="17" name="step-box"/>
          <p:cNvSpPr/>
          <p:nvPr/>
        </p:nvSpPr>
        <p:spPr>
          <a:xfrm>
            <a:off x="548640" y="3641547"/>
            <a:ext cx="11094415" cy="519278"/>
          </a:xfrm>
          <a:prstGeom prst="roundRect">
            <a:avLst>
              <a:gd name="adj" fmla="val 14087"/>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154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land it touches: Europe to the west and Africa to the south-west.</a:t>
            </a:r>
            <a:endParaRPr lang="en-US" sz="1800" dirty="0"/>
          </a:p>
        </p:txBody>
      </p:sp>
      <p:sp>
        <p:nvSpPr>
          <p:cNvPr id="21" name="step-box"/>
          <p:cNvSpPr/>
          <p:nvPr/>
        </p:nvSpPr>
        <p:spPr>
          <a:xfrm>
            <a:off x="548640" y="4233977"/>
            <a:ext cx="11094415" cy="519278"/>
          </a:xfrm>
          <a:prstGeom prst="roundRect">
            <a:avLst>
              <a:gd name="adj" fmla="val 14087"/>
            </a:avLst>
          </a:prstGeom>
          <a:solidFill>
            <a:srgbClr val="FFFFFF"/>
          </a:solidFill>
          <a:ln w="15875">
            <a:solidFill>
              <a:srgbClr val="95AE9B"/>
            </a:solidFill>
            <a:prstDash val="solid"/>
          </a:ln>
        </p:spPr>
      </p:sp>
      <p:sp>
        <p:nvSpPr>
          <p:cNvPr id="22" name="step-hex"/>
          <p:cNvSpPr/>
          <p:nvPr/>
        </p:nvSpPr>
        <p:spPr>
          <a:xfrm>
            <a:off x="685800" y="4295648"/>
            <a:ext cx="457200" cy="395935"/>
          </a:xfrm>
          <a:prstGeom prst="hexagon">
            <a:avLst/>
          </a:prstGeom>
          <a:solidFill>
            <a:srgbClr val="3F6B4A"/>
          </a:solidFill>
          <a:ln/>
        </p:spPr>
      </p:sp>
      <p:sp>
        <p:nvSpPr>
          <p:cNvPr id="23" name="step-hex-label"/>
          <p:cNvSpPr txBox="1"/>
          <p:nvPr/>
        </p:nvSpPr>
        <p:spPr>
          <a:xfrm>
            <a:off x="685800" y="42956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3397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with named countries at its edges: Turkey in the west, Japan in the east.</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Asia is a continent in the northern and eastern hemispheres. The Pacific Ocean lies to its east and the Indian Ocean to its south. It joins Europe in the west and Africa in the south-west, and stretches from Turkey to Japan.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makes Asia different?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Compare means say how two things are alike and how they differ. Use a fact for each side.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Every continent is different, but Asia is extreme in almost every way.</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Asia is also a continent of contrasts in wealth. Japan, Singapore and South Korea are among the richest countries in the world; Afghanistan, Nepal and Yemen are among the poorest.</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compare Asia with Europe, Africa, North America, South America and Oceania, think about size, population, landscapes and wealth.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Megacities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Ten million is the line. A city of 9 million is huge, but it is not a megacity.</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megacity is a city with a population of more than 10 million people.</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Megacities are not spread evenly across the world. Around 2015 there were 30 of them, and 17 of them were in Asia.</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homework fact-file asks you to research one Asian megacity: its country, average climate, life expectancy, literacy rate and the country's GDP, plus the issues the city faces, such as pollution, traffic, shanty towns and poverty.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How to describe a distribution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means say what the map shows. Save why for an explain question.</a:t>
            </a:r>
            <a:endParaRPr lang="en-US" sz="1800" dirty="0"/>
          </a:p>
        </p:txBody>
      </p:sp>
      <p:sp>
        <p:nvSpPr>
          <p:cNvPr id="11" name="point-card"/>
          <p:cNvSpPr/>
          <p:nvPr/>
        </p:nvSpPr>
        <p:spPr>
          <a:xfrm>
            <a:off x="548640" y="1389888"/>
            <a:ext cx="5410048" cy="3964940"/>
          </a:xfrm>
          <a:prstGeom prst="roundRect">
            <a:avLst>
              <a:gd name="adj" fmla="val 1384"/>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Distribution means how things are spread out: close together or far apart, and which countries or continents have the most and the least.</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Use the three-part writing frame. Generally: give the overall pattern (the spread is uneven, and most megacities are in Asia).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Writing a distribution description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of a good distribution description in the order you would write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Read the map and its key to find the overall pattern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On the other hand: describe where there are few or none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Specifically: name places and give figures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Generally: state the overall pattern in one sentence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Writing a distribution description</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Writing a distribution description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cannot write anything until you have looked at the map, so reading it comes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writing frame goes from the big picture to the detail: Generally, then Specifically.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 the other hand introduces the exception, so it comes after the main pattern has been given.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does your order move from general to specific to exception?</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then Generally, then Specifically, then On the other hand.</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the three sentences for the world's megacities, using the figures 17, 30 and 2 and naming two cities.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How many megacities are outside Asia?</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Of the world's 30 megacities, 17 were in Asia. How many megacities were outside Asia?</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megacities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How many megacities are outside Asia?</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Of the world's 30 megacities, 17 were in Asia. How many megacities were outside Asia?</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FF2F0"/>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total number of megacities in the world.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how many of those are in Asia. They are part of the total, not extra.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Outside Asia means total minus Asia. Subtract.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your answer is smaller than the total.</a:t>
            </a:r>
            <a:endParaRPr lang="en-US" sz="1800" dirty="0"/>
          </a:p>
        </p:txBody>
      </p:sp>
      <p:sp>
        <p:nvSpPr>
          <p:cNvPr id="17" name="col-Core"/>
          <p:cNvSpPr/>
          <p:nvPr/>
        </p:nvSpPr>
        <p:spPr>
          <a:xfrm>
            <a:off x="5490762" y="2593848"/>
            <a:ext cx="2938987" cy="3550920"/>
          </a:xfrm>
          <a:prstGeom prst="roundRect">
            <a:avLst>
              <a:gd name="adj" fmla="val 1867"/>
            </a:avLst>
          </a:prstGeom>
          <a:solidFill>
            <a:srgbClr val="D8E1DA"/>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Asia's 17 are included in the world's 30. Take them away.</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Africa had 2 of those 13. Work out how many were in the Americas and Europe together, and say what that tells you about the distribution.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megacity?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city that covers more than 100 square kilometres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city with a population of more than 1 million people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city with a population of more than 10 million people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capital city of a country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Writing a distribution description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Read the map and its key to find the overall pattern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Generally: state the overall pattern in one sentence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Specifically: name places and give figures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On the other hand: describe where there are few or none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distribution description starts from the map, gives the general pattern, supports it with named places and figures, and then gives the exception. That is the order the writing frame follows.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How many megacities are outside Asia?</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Of the world's 30 megacities, 17 were in Asia. How many megacities were outside Asia?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13 megacities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Asia's 17 megacities are part of the world total of 30, so the number outside Asia is 30 − 17 = 13.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megacity?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 city with a population of more than 10 million people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lesson's definition is a city with a population over 10 million people. Size of land and capital status have nothing to do with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 and China · Chapter 1: Asia: the giant continent and its megacities</dc:title>
  <dc:subject>Geography · Year 8</dc:subject>
  <dc:creator>Dr Vitor Merissi de Carvalho</dc:creator>
  <cp:lastModifiedBy>Dr Vitor Merissi de Carvalho</cp:lastModifiedBy>
  <cp:revision>1</cp:revision>
  <dcterms:created xsi:type="dcterms:W3CDTF">2026-10-19T06:07:33Z</dcterms:created>
  <dcterms:modified xsi:type="dcterms:W3CDTF">2026-10-19T06:07:33Z</dcterms:modified>
</cp:coreProperties>
</file>