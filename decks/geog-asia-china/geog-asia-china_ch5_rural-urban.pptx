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9f0da8-4a8b-b46e-2a89-5933abefe2db}">
          <p14:sldIdLst>
            <p14:sldId id="256"/>
          </p14:sldIdLst>
        </p14:section>
        <p14:section name="Gate" id="{43a288ed-a156-78c1-8b37-0aa8b6a92e5c}">
          <p14:sldIdLst>
            <p14:sldId id="257"/>
            <p14:sldId id="258"/>
          </p14:sldIdLst>
        </p14:section>
        <p14:section name="Pre-teach" id="{09235fc0-ac16-1df6-e130-7ba89678ddab}">
          <p14:sldIdLst>
            <p14:sldId id="259"/>
            <p14:sldId id="260"/>
          </p14:sldIdLst>
        </p14:section>
        <p14:section name="Read-along" id="{f5e1322d-3a3f-9909-f6eb-2342b2f6e687}">
          <p14:sldIdLst>
            <p14:sldId id="261"/>
            <p14:sldId id="262"/>
          </p14:sldIdLst>
        </p14:section>
        <p14:section name="Teach" id="{2cf4b837-5d19-9e72-143c-e29ddd3af143}">
          <p14:sldIdLst>
            <p14:sldId id="263"/>
            <p14:sldId id="264"/>
            <p14:sldId id="265"/>
            <p14:sldId id="266"/>
            <p14:sldId id="267"/>
          </p14:sldIdLst>
        </p14:section>
        <p14:section name="Routes" id="{ae69366d-dc6b-9124-5842-32acae559f25}">
          <p14:sldIdLst>
            <p14:sldId id="268"/>
            <p14:sldId id="269"/>
            <p14:sldId id="270"/>
            <p14:sldId id="271"/>
          </p14:sldIdLst>
        </p14:section>
        <p14:section name="Close" id="{6949ba71-b0d0-1d96-c2cb-6b4da83dff3f}">
          <p14:sldIdLst>
            <p14:sldId id="272"/>
          </p14:sldIdLst>
        </p14:section>
        <p14:section name="Answers" id="{50f65188-bf04-1545-02a7-8fccc0a57da1}">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Moving to the city: rural to urban migration. What urbanisation is and what causes it, how push and pull factors explain why people move, Liu's journey from a rice farm in Sichuan to a factory in Shanghai, and whether city life is better.
This deck covers the department's lesson: 7 (Rural to urban migration in China: Why did 100 million people move from the countryside to cities in China over the last decade?).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push factor?  →  C   Something about a place that makes people want to leave it
2. Urbanisation is where an increasing ___ of the population lives in cities.  →  proportion
3. Which of these is a pull factor for moving to Shanghai?  →  D   Better medical facilities in the city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Something about a place that makes people want to leave it. Push factors push people out of a place, such as hard labour in farming. Pull factors attract them to a new place.
2. proportion. Urbanisation is about the share, or proportion, of people who are urban rather than rural, which is why fewer are left in the countryside.
3. D   Better medical facilities in the city. Better medical facilities are a characteristic of the city that attracts people: a pull factor. The other three are about the countryside and push people out.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rural: the countryside: villages, farms and open land. Example: "Liu grew up in a rural part of Sichuan Province."
• urban: towns and cities. Example: "Shanghai is a huge urban area."
• urbanisation: when a bigger share of a country's people live in cities. Example: "Urbanisation has been very fast in China."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migration: people moving from one place to live in another. Example: "Rural to urban migration has filled China's cities."
• push factor: something that makes people want to leave a place. Example: "Hard work on the farm for little money is a push factor."
• pull factor: something that makes people want to move to a place. Example: "Better hospitals in the city are a pull factor."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Rural areas are the countryside; urban areas are towns and cities.
2. Urbanisation is when a bigger share of the population lives in cities.
3. In China, about 100 million people moved from the countryside to cities in ten years.
4. This movement is called rural to urban migration.
5. People move for many reasons.
6. Push factors make people want to leave a place.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Hard work on a farm for little money is a push factor.
8. Pull factors make people want to move to a place.
9. Better hospitals and higher wages are pull factors.
10. Liu is 18 and lives on a small rice farm in Sichuan Province.
11. She dreams of moving to Shanghai to earn money for her family.
12. Life in the city brings new chances, but also long hours in a factory.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Urbanisation and migration. Say it in your own words, then check understanding with a quick question: ask a pupil from the pre-teach group first, since they met these words and ideas before the lesson. Pupils try to recall before you re-explain.
Rural areas are the countryside: villages, farms and open land. Urban areas are towns and cities. Urbanisation is where an increasing proportion of a country's population lives in cities, and therefore a smaller proportion lives in rural areas. It is a result, not a movement: the share of people who are urban goes up.
What causes urbanisation? Mostly rural to urban migration: the movement of people from the countryside to cities. In China, around 100 million people moved from the countryside to cities in a single decade. Cities also grow because babies are born in them, but in China the main cause has been migration.
The key question of this lesson is why. To answer it, geographers separate the reasons into two kinds: push factors, which make people want to leave the countryside, and pull factors, which make them want to move to the city.
Tip: Migration is the movement of people. Urbanisation is the result: a bigger share living in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Push and pull. Say it in your own words, then check understanding with a quick question: ask a pupil from the pre-teach group first, since they met these words and ideas before the lesson. Pupils try to recall before you re-explain.
A push factor is a characteristic of a place that makes you want to leave it. In rural China that might be hard labour in farming, low income, few jobs apart from farming, poor schools and clinics, or a bad harvest. A pull factor is a characteristic of a place that makes you want to move there: better medical facilities, higher wages, more jobs, schools and colleges, entertainment and the chance to send money home.
Push and pull factors often come in pairs. Low pay on the farm pushes; a factory wage pulls. A village with no secondary school pushes; a city with colleges pulls. When you sort a list of reasons, ask: is this about the place being left (push) or the place being moved to (pull)?
Worked example — model it step by step, thinking aloud: Sort these four reasons into push and pull factors: the rice harvest failed; Shanghai has hospitals; farm work is exhausting and badly paid; factories in Shanghai are hiring. (1) Ask of each: is it about the farm (the place being left) or the city (the place being moved to)? (2) The harvest failing and exhausting, badly paid farm work are about the farm: push. (3) Hospitals and factories hiring are about Shanghai: pull. Answer: Push: the harvest failed; farm work is exhausting and badly paid. Pull: Shanghai has hospitals; factories in Shanghai are hiring..
Tip: Push is about the place you leave. Pull is about the place you go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Push and pull. Say it in your own words, then check understanding with a quick question: ask a pupil from the pre-teach group first, since they met these words and ideas before the lesson. Pupils try to recall before you re-explain.
A push factor is a characteristic of a place that makes you want to leave it. In rural China that might be hard labour in farming, low income, few jobs apart from farming, poor schools and clinics, or a bad harvest. A pull factor is a characteristic of a place that makes you want to move there: better medical facilities, higher wages, more jobs, schools and colleges, entertainment and the chance to send money home.
Push and pull factors often come in pairs. Low pay on the farm pushes; a factory wage pulls. A village with no secondary school pushes; a city with colleges pulls. When you sort a list of reasons, ask: is this about the place being left (push) or the place being moved to (pull)?
Worked example — model it step by step, thinking aloud: Sort these four reasons into push and pull factors: the rice harvest failed; Shanghai has hospitals; farm work is exhausting and badly paid; factories in Shanghai are hiring. (1) Ask of each: is it about the farm (the place being left) or the city (the place being moved to)? (2) The harvest failing and exhausting, badly paid farm work are about the farm: push. (3) Hospitals and factories hiring are about Shanghai: pull. Answer: Push: the harvest failed; farm work is exhausting and badly paid. Pull: Shanghai has hospitals; factories in Shanghai are hiring..
Tip: Push is about the place you leave. Pull is about the place you go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Liu's story. Say it in your own words, then check understanding with a quick question: ask a pupil from the pre-teach group first, since they met these words and ideas before the lesson. Pupils try to recall before you re-explain.
Liu is 18. She lives with her parents and her brother in a small farmhouse in Sichuan Province, in the south-west of China. The family are subsistence rice farmers: they grow rice mainly to feed themselves, with little left over to sell. Now that she is 18, Liu dreams of moving to Shanghai. She believes life will be better in a big city, and she hopes to earn money she can send home to help her family.
Liu is one of millions of young people who have made the same journey. When she reaches Shanghai she finds a job in a mobile phone electronics factory. The work is long and repetitive, the hours are like those at Foxconn in the last chapter, and she lives far from her family. But she earns a wage, sees a city, and sends money home.
Comparing rural and urban China through one person makes the push and pull factors concrete. Every reason Liu gives for leaving Sichuan is a push factor; every reason she gives for choosing Shanghai is a pull factor.
Tip: A named person is evidence. Use Liu's story to support a point, not instead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Is city life better?. Say it in your own words, then check understanding with a quick question: ask a pupil from the pre-teach group first, since they met these words and ideas before the lesson. Pupils try to recall before you re-explain.
The positives of city life are real: a regular wage instead of a harvest that may fail, hospitals and schools, shops and entertainment, and independence. Money sent home can pay for a sibling's schooling or a better house in the village.
The negatives are real too: 12-hour shifts, crowded dormitories, the cost of city living, pollution, and loneliness far from family. Many migrants plan to stay a few years and then go home. Whether the move is worth it depends on what the city delivers compared with what the farm could.
Your extended writing asks you to compare Liu's life in Shanghai and the factory with her life in the farmhouse in Sichuan, using the evidence from the extract, with positives and negatives for each. The top level uses three or more points for each side and evaluates: it decides which life is better for Liu, and why.
Tip: Compare means both places in every paragraph: in Sichuan…, whereas in Shanghai…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Push or pull?.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Liu says the rice harvest on her family's farm has failed two years running and there is not enough money to live on. Is this a push factor or a pull factor?
Support — work through the steps with the group: (1) Ask: is this sentence about the farm, or about the city? (2) If it is about the farm, it is about the place being left. (3) A problem with the place being left makes people want to go: that is a push. (4) Only something good about the city would be a pull.
Parallel worked example for Support (model it, do not give the task answer): Liu's cousin writes that factory wages in Shanghai are three times what she earned on the farm. Push or pull? It is about Shanghai, the place being moved to.; It is attractive, so it pulls.. Answer: A pull factor.
Core — reveal the hint only on request: Is the sentence about the place she is leaving, or the place she is going to?
Stretch — no help; when finished: For each push factor you can think of for Liu, write the matching pull factor that Shanghai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Push or pull?.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Liu says the rice harvest on her family's farm has failed two years running and there is not enough money to live on. Is this a push factor or a pull factor?
Support — work through the steps with the group: (1) Ask: is this sentence about the farm, or about the city? (2) If it is about the farm, it is about the place being left. (3) A problem with the place being left makes people want to go: that is a push. (4) Only something good about the city would be a pull.
Parallel worked example for Support (model it, do not give the task answer): Liu's cousin writes that factory wages in Shanghai are three times what she earned on the farm. Push or pull? It is about Shanghai, the place being moved to.; It is attractive, so it pulls.. Answer: A pull factor.
Core — reveal the hint only on request: Is the sentence about the place she is leaving, or the place she is going to?
Stretch — no help; when finished: For each push factor you can think of for Liu, write the matching pull factor that Shanghai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Liu's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Liu's story in the order they happen.
Support — work through the steps with the group: (1) Where does the story start? With her home and family on the farm. (2) Before anyone moves, they decide to. Her dream comes before the move. (3) She has to arrive in Shanghai before she can get a job there. (4) Sending money home only happens once she has a wage.
Parallel worked example for Support (model it, do not give the task answer): Put the stages of a different migrant's story in order: he gets a job on a building site; he hears that wages are higher in Shenzhen; he grows up in a fishing village; he saves money to send to his parents. Childhood first.; Hearing about wages is the pull that comes next.; Then the job, then the saving.. Answer: Grows up in a fishing village; hears wages are higher in Shenzhen; gets a job on a building site; saves money for his parents..
Core — reveal the hint only on request: Home, dream, move and job, money home.
Stretch — no help; when finished: Label each stage of Liu's story with the push or pull factors at work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Liu's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Liu's story in the order they happen.
Support — work through the steps with the group: (1) Where does the story start? With her home and family on the farm. (2) Before anyone moves, they decide to. Her dream comes before the move. (3) She has to arrive in Shanghai before she can get a job there. (4) Sending money home only happens once she has a wage.
Parallel worked example for Support (model it, do not give the task answer): Put the stages of a different migrant's story in order: he gets a job on a building site; he hears that wages are higher in Shenzhen; he grows up in a fishing village; he saves money to send to his parents. Childhood first.; Hearing about wages is the pull that comes next.; Then the job, then the saving.. Answer: Grows up in a fishing village; hears wages are higher in Shenzhen; gets a job on a building site; saves money for his parents..
Core — reveal the hint only on request: Home, dream, move and job, money home.
Stretch — no help; when finished: Label each stage of Liu's story with the push or pull factors at work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push factor?
Answer: B   Something about a place that makes people want to leave it. Push factors push people out of a place, such as hard labour in farming. Pull factors attract them to a new place.
Source of this question: gate item 1 re-asked (options rotated) — this chapter has no third quick-check module.
The ebook also holds task 3, "Why do so many move?",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Push or pull?. Reveal the answer; pupils mark their own work in a different colour, then read the "why" together. Same destination for every lane, so one answer serves the whole class.
Answer: A   A push factor
Why: The failed harvest describes the farm, the place Liu would leave, and makes staying harder. That is a push factor; a pull factor would describe something attractive about Shanghai.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Liu's journey. Reveal the answer; pupils mark their own work in a different colour, then read the "why" together. Same destination for every lane, so one answer serves the whole class.
Answer: Liu lives with her parents and brother on a small subsistence rice farm in Sichuan Province  (D); At 18 she dreams of moving to Shanghai, believing life will be better in a big city  (A); She moves to Shanghai and finds a job in a mobile phone electronics factory  (B); She works long hours and sends money home to help her family  (C)
Why: The story runs from the farm, through the decision to leave, to the move and the job, and finally to the money sent home: the order the lesson's slides follow.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Something about a place that makes people want to leave it
Why: Push factors push people out of a place, such as hard labour in farming. Pull factors attract them to a new place.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Moving to the city: rural to urban migration</a:t>
            </a:r>
            <a:endParaRPr lang="en-US" sz="3600" dirty="0"/>
          </a:p>
        </p:txBody>
      </p:sp>
      <p:sp>
        <p:nvSpPr>
          <p:cNvPr id="11" name="lessons-card"/>
          <p:cNvSpPr/>
          <p:nvPr/>
        </p:nvSpPr>
        <p:spPr>
          <a:xfrm>
            <a:off x="548640" y="4003548"/>
            <a:ext cx="5287975" cy="980440"/>
          </a:xfrm>
          <a:prstGeom prst="roundRect">
            <a:avLst>
              <a:gd name="adj" fmla="val 7461"/>
            </a:avLst>
          </a:prstGeom>
          <a:solidFill>
            <a:srgbClr val="EFF2F0"/>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Rural to urban migration in China</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 push factor?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increase in the share of people living in cities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about a place that makes people want to move there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about a place that makes people want to leave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movement of people from the countryside to cities</a:t>
            </a:r>
            <a:endParaRPr lang="en-US" sz="1800" dirty="0"/>
          </a:p>
        </p:txBody>
      </p:sp>
      <p:sp>
        <p:nvSpPr>
          <p:cNvPr id="12"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3" name="card-hex"/>
          <p:cNvSpPr/>
          <p:nvPr/>
        </p:nvSpPr>
        <p:spPr>
          <a:xfrm>
            <a:off x="4960506" y="1572768"/>
            <a:ext cx="640080" cy="554309"/>
          </a:xfrm>
          <a:prstGeom prst="hexagon">
            <a:avLst/>
          </a:prstGeom>
          <a:solidFill>
            <a:srgbClr val="3F6B4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Urbanisation is where an increasing ___ of the population lives in cities.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proportion  ·  number  ·  village</a:t>
            </a:r>
            <a:endParaRPr lang="en-US" sz="2200" dirty="0"/>
          </a:p>
        </p:txBody>
      </p:sp>
      <p:sp>
        <p:nvSpPr>
          <p:cNvPr id="17"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18" name="card-hex"/>
          <p:cNvSpPr/>
          <p:nvPr/>
        </p:nvSpPr>
        <p:spPr>
          <a:xfrm>
            <a:off x="7871269" y="1572768"/>
            <a:ext cx="640080" cy="554309"/>
          </a:xfrm>
          <a:prstGeom prst="hexagon">
            <a:avLst/>
          </a:prstGeom>
          <a:solidFill>
            <a:srgbClr val="3F6B4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 pull factor for moving to Shanghai?</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Few jobs in the village apart from farming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Hard labour in farming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failed rice harvest in Sichuan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Better medical facilities in the city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Something about a place that makes people want to leave it</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push factor?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Push factors push people out of a place, such as hard labour in farming. Pull factors attract them to a new place.</a:t>
            </a:r>
            <a:endParaRPr lang="en-US" sz="2000" dirty="0"/>
          </a:p>
        </p:txBody>
      </p:sp>
      <p:sp>
        <p:nvSpPr>
          <p:cNvPr id="14" name="card"/>
          <p:cNvSpPr/>
          <p:nvPr/>
        </p:nvSpPr>
        <p:spPr>
          <a:xfrm>
            <a:off x="4777626" y="1389888"/>
            <a:ext cx="2636444" cy="4754880"/>
          </a:xfrm>
          <a:prstGeom prst="roundRect">
            <a:avLst>
              <a:gd name="adj" fmla="val 2081"/>
            </a:avLst>
          </a:prstGeom>
          <a:solidFill>
            <a:srgbClr val="F4F7F5"/>
          </a:solidFill>
          <a:ln w="12700">
            <a:solidFill>
              <a:srgbClr val="BFCDC2"/>
            </a:solidFill>
            <a:prstDash val="solid"/>
          </a:ln>
        </p:spPr>
      </p:sp>
      <p:sp>
        <p:nvSpPr>
          <p:cNvPr id="15" name="card-hex"/>
          <p:cNvSpPr/>
          <p:nvPr/>
        </p:nvSpPr>
        <p:spPr>
          <a:xfrm>
            <a:off x="4960506" y="1572768"/>
            <a:ext cx="640080" cy="554309"/>
          </a:xfrm>
          <a:prstGeom prst="hexagon">
            <a:avLst/>
          </a:prstGeom>
          <a:solidFill>
            <a:srgbClr val="3F6B4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proportion</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Urbanisation is about the share, or proportion, of people who are urban rather than rural, which is why fewer are left in the countryside.</a:t>
            </a:r>
            <a:endParaRPr lang="en-US" sz="1800" dirty="0"/>
          </a:p>
        </p:txBody>
      </p:sp>
      <p:sp>
        <p:nvSpPr>
          <p:cNvPr id="21" name="card"/>
          <p:cNvSpPr/>
          <p:nvPr/>
        </p:nvSpPr>
        <p:spPr>
          <a:xfrm>
            <a:off x="7688389" y="1389888"/>
            <a:ext cx="3954666" cy="4754880"/>
          </a:xfrm>
          <a:prstGeom prst="roundRect">
            <a:avLst>
              <a:gd name="adj" fmla="val 1387"/>
            </a:avLst>
          </a:prstGeom>
          <a:solidFill>
            <a:srgbClr val="F4F7F5"/>
          </a:solidFill>
          <a:ln w="12700">
            <a:solidFill>
              <a:srgbClr val="BFCDC2"/>
            </a:solidFill>
            <a:prstDash val="solid"/>
          </a:ln>
        </p:spPr>
      </p:sp>
      <p:sp>
        <p:nvSpPr>
          <p:cNvPr id="22" name="card-hex"/>
          <p:cNvSpPr/>
          <p:nvPr/>
        </p:nvSpPr>
        <p:spPr>
          <a:xfrm>
            <a:off x="7871269" y="1572768"/>
            <a:ext cx="640080" cy="554309"/>
          </a:xfrm>
          <a:prstGeom prst="hexagon">
            <a:avLst/>
          </a:prstGeom>
          <a:solidFill>
            <a:srgbClr val="3F6B4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Better medical facilities in the city</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pull factor for moving to Shanghai?</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Better medical facilities are a characteristic of the city that attracts people: a pull factor. The other three are about the countryside and push people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rural</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countryside: villages, farms and open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Liu grew up in a rural part of Sichuan Province.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urban</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towns and cities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Shanghai is a huge urban area.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urbanisation</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bigger share of a country's people live in cities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Urbanisation has been very fast in China.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migration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moving from one place to live in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Rural to urban migration has filled China's cities.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push factor</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makes people want to leave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Hard work on the farm for little money is a push factor.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pull factor</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makes people want to move to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Better hospitals in the city are a pull factor.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Rural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areas are the countryside;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urban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areas are towns and cities.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Urbanisation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when a bigger share of the population lives in cities.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China, about 100 million people moved from the countryside to cities in ten years.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movement is called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rural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urban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migration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move for many reasons.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Push factors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make people want to leave a place.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Hard work on a farm for little money is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push factor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Pull factors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make people want to move to a place.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Better hospitals and higher wages are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pull factors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Liu is 18 and lives on a small rice farm in Sichuan Province.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dreams of moving to Shanghai to earn money for her family.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Life in the city brings new chances, but also long hours in a factory.</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Urbanisation and migration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Migration is the movement of people. Urbanisation is the result: a bigger share living in cities.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Rural areas are the countryside: villages, farms and open land.</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What causes urbanisation? Mostly rural to urban migration: the movement of people from the countryside to cities.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key question of this lesson is why. To answer it, geographers separate the reasons into two kinds: push factors, which make people want to leave the countryside, and pull factors, which make them want to move to the city.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Push and pull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Push is about the place you leave. Pull is about the place you go to.</a:t>
            </a:r>
            <a:endParaRPr lang="en-US" sz="1800" dirty="0"/>
          </a:p>
        </p:txBody>
      </p:sp>
      <p:sp>
        <p:nvSpPr>
          <p:cNvPr id="11" name="point-card"/>
          <p:cNvSpPr/>
          <p:nvPr/>
        </p:nvSpPr>
        <p:spPr>
          <a:xfrm>
            <a:off x="548640" y="1389888"/>
            <a:ext cx="5410048" cy="3964940"/>
          </a:xfrm>
          <a:prstGeom prst="roundRect">
            <a:avLst>
              <a:gd name="adj" fmla="val 1384"/>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push factor is a characteristic of a place that makes you want to leave it.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Push and pull factors often come in pairs. Low pay on the farm pushes; a factory wage pulls.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Push and pull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four reasons into push and pull factors: the rice harvest failed; Shanghai has hospitals; farm work is exhausting and badly paid; factories in Shanghai are hiring.</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of each: is it about the farm (the place being left) or the city (the place being moved to)?</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harvest failing and exhausting, badly paid farm work are about the farm: push.</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Hospitals and factories hiring are about Shanghai: pull.</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Push: the harvest failed; farm work is exhausting and badly paid. Pull: Shanghai has hospitals; factories in Shanghai are hiring.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Liu's story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named person is evidence. Use Liu's story to support a point, not instead of one.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Liu is 18. She lives with her parents and her brother in a small farmhouse in Sichuan Province, in the south-west of China.</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Liu is one of millions of young people who have made the same journey.</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Comparing rural and urban China through one person makes the push and pull factors concrete.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Is city life better?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Compare means both places in every paragraph: in Sichuan…, whereas in Shanghai…</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positives of city life are real: a regular wage instead of a harvest that may fail, hospitals and schools, shops and entertainment, and independence.</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negatives are real too: 12-hour shifts, crowded dormitories, the cost of city living, pollution, and loneliness far from family.</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extended writing asks you to compare Liu's life in Shanghai and the factory with her life in the farmhouse in Sichuan, using the evidence from the extract, with positives and negatives for each.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Push or pull?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Liu says the rice harvest on her family's farm has failed two years running and there is not enough money to live on. Is this a push factor or a pull factor?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push factor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it is a result of migration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pull factor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Push or pull?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Push or pull?</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this sentence about the farm, or about the city?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about the farm, it is about the place being left.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problem with the place being left makes people want to go: that is a push.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something good about the city would be a pull.</a:t>
            </a:r>
            <a:endParaRPr lang="en-US" sz="1800" dirty="0"/>
          </a:p>
        </p:txBody>
      </p:sp>
      <p:sp>
        <p:nvSpPr>
          <p:cNvPr id="17" name="col-Core"/>
          <p:cNvSpPr/>
          <p:nvPr/>
        </p:nvSpPr>
        <p:spPr>
          <a:xfrm>
            <a:off x="4338218" y="2395728"/>
            <a:ext cx="3515258" cy="3749040"/>
          </a:xfrm>
          <a:prstGeom prst="roundRect">
            <a:avLst>
              <a:gd name="adj" fmla="val 1561"/>
            </a:avLst>
          </a:prstGeom>
          <a:solidFill>
            <a:srgbClr val="D8E1DA"/>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Is the sentence about the place she is leaving, or the place she is going to?</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push factor you can think of for Liu, write the matching pull factor that Shanghai offers.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Liu's journey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Liu's story in the order they happen.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18 she dreams of moving to Shanghai, believing life will be better in a big city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She moves to Shanghai and finds a job in a mobile phone electronics factory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She works long hours and sends money home to help her family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Liu lives with her parents and brother on a small subsistence rice farm in Sichuan Province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Liu's journey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Liu's story in the order they happen.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does the story start? With her home and family on the farm.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Before anyone moves, they decide to. Her dream comes before the move.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She has to arrive in Shanghai before she can get a job there.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Sending money home only happens once she has a wage.</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Home, dream, move and job, money home.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Label each stage of Liu's story with the push or pull factors at work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push factor?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Something about a place that makes people want to move there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Something about a place that makes people want to leave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movement of people from the countryside to cities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increase in the share of people living in cities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Push or pull?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Liu says the rice harvest on her family's farm has failed two years running and there is not enough money to live on. Is this a push factor or a pull factor?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push factor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failed harvest describes the farm, the place Liu would leave, and makes staying harder. That is a push factor; a pull factor would describe something attractive about Shanghai.</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Liu's journey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Liu lives with her parents and brother on a small subsistence rice farm in Sichuan Province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At 18 she dreams of moving to Shanghai, believing life will be better in a big city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She moves to Shanghai and finds a job in a mobile phone electronics factory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She works long hours and sends money home to help her family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story runs from the farm, through the decision to leave, to the move and the job, and finally to the money sent home: the order the lesson's slides follow.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push factor?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Something about a place that makes people want to leave 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Push factors push people out of a place, such as hard labour in farming. Pull factors attract them to a new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5: Moving to the city: rural to urban migration</dc:title>
  <dc:subject>Geography · Year 8</dc:subject>
  <dc:creator>Dr Vitor Merissi de Carvalho</dc:creator>
  <cp:lastModifiedBy>Dr Vitor Merissi de Carvalho</cp:lastModifiedBy>
  <cp:revision>1</cp:revision>
  <dcterms:created xsi:type="dcterms:W3CDTF">2026-10-19T06:07:34Z</dcterms:created>
  <dcterms:modified xsi:type="dcterms:W3CDTF">2026-10-19T06:07:34Z</dcterms:modified>
</cp:coreProperties>
</file>