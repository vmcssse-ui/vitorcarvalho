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22de3c1-a058-0114-734c-32becbe7ef46}">
          <p14:sldIdLst>
            <p14:sldId id="256"/>
          </p14:sldIdLst>
        </p14:section>
        <p14:section name="Gate" id="{27397765-9b7c-7a70-0e16-df067f502fd1}">
          <p14:sldIdLst>
            <p14:sldId id="257"/>
            <p14:sldId id="258"/>
          </p14:sldIdLst>
        </p14:section>
        <p14:section name="Pre-teach" id="{2c4f72f0-db10-8d46-693b-3b8af206af50}">
          <p14:sldIdLst>
            <p14:sldId id="259"/>
            <p14:sldId id="260"/>
          </p14:sldIdLst>
        </p14:section>
        <p14:section name="Read-along" id="{de370a76-c4f2-c397-b09d-34d2d67c7648}">
          <p14:sldIdLst>
            <p14:sldId id="261"/>
            <p14:sldId id="262"/>
          </p14:sldIdLst>
        </p14:section>
        <p14:section name="Teach" id="{33ca9a73-c9a0-73ba-5245-31f9c987d0e0}">
          <p14:sldIdLst>
            <p14:sldId id="263"/>
            <p14:sldId id="264"/>
            <p14:sldId id="265"/>
            <p14:sldId id="266"/>
          </p14:sldIdLst>
        </p14:section>
        <p14:section name="Routes" id="{3f73e85f-f7d2-2711-e966-f0b52778cd10}">
          <p14:sldIdLst>
            <p14:sldId id="267"/>
            <p14:sldId id="268"/>
            <p14:sldId id="269"/>
            <p14:sldId id="270"/>
          </p14:sldIdLst>
        </p14:section>
        <p14:section name="Close" id="{27844e74-d105-210d-478c-f5afb8055837}">
          <p14:sldIdLst>
            <p14:sldId id="271"/>
          </p14:sldIdLst>
        </p14:section>
        <p14:section name="Answers" id="{97860196-1187-2fe0-2e5b-68f30e7924c2}">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Natural and human causes of climate change. The four natural causes that have always moved the climate, the three human causes that are moving it now, and how to decide which matter most.
This deck covers the department's lesson: 2 (The causes of climate change: What are the natural and human causes of climate change, and which matter most?).
Read the big question aloud: "How do we know the climate is changing, what is causing it, and should we spend our effort on cutting the causes or on adapting to the effects?"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natural cause of climate change?  →  C   Volcanic eruptions
2. Burning ___ releases carbon dioxide, and it is the main cause of climate change today.  →  fossil fuels
3. Which greenhouse gas is released by agriculture, from cattle and flooded rice fields?  →  D   Methane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Volcanic eruptions. Volcanic eruptions happen without people and have always affected the climate. Fossil fuels, deforestation and agriculture are the three human causes.
2. fossil fuels. Coal, oil and gas are fossil fuels. Burning them releases the carbon they hold as carbon dioxide, the biggest human cause of climate change.
3. D   Methane. Agriculture releases methane, a powerful greenhouse gas. In the odd-one-out table, methane and agriculture went together and sulphur dioxide was the odd one.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natural cause: a cause that would happen without people. Example: "A volcanic eruption is a natural cause of climate change."
• human cause: a cause that comes from what people do. Example: "Burning fossil fuels is the main human cause of climate change."
• fossil fuels: coal, oil and gas, made from ancient plants and animals. Example: "Power stations burn fossil fuels to make electricity."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deforestation: cutting down forests and not replacing them. Example: "Deforestation releases the carbon stored in the trees."
• greenhouse gas: a gas that traps heat in the atmosphere. Example: "Carbon dioxide and methane are greenhouse gases."
• sunspot: a dark patch on the Sun; many of them mean the Sun is more active. Example: "Lots of sunspots mean a slightly warmer Earth."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climate has always changed, long before there were people.
2. Four natural causes do this.
3. The Earth's orbit round the Sun slowly changes shape and tilt.
4. The Sun's output rises and falls, and more sunspots mean more energy.
5. Big volcanic eruptions throw ash high into the air and cool the Earth for a while.
6. Ocean currents move heat around the planet, and when they shift, the weather shifts too.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Today, three human causes are adding to the natural ones.
8. Burning fossil fuels such as coal, oil and gas releases carbon dioxide.
9. Deforestation cuts down the trees that would have soaked that carbon up.
10. Agriculture releases methane from cattle and rice fields.
11. These gases trap heat in the atmosphere, so the Earth warms.
12. Burning fossil fuels is the biggest cause of all.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Sorting the causes. Say it in your own words, then check understanding with a quick question: ask a pupil from the pre-teach group first, since they met these words and ideas before the lesson. Pupils try to recall before you re-explain.
In class you sorted a set of cards into two columns. The natural causes were volcanic eruptions, ocean currents, solar output and orbital changes. The human causes were fossil fuels, deforestation and agriculture. Learn the two lists first, because the exam often starts with a simple sorting question before it asks you to explain anything.
The difference matters for what we can do. Natural causes have always been there and we cannot switch them off. Human causes are new, they are growing, and they are the ones we can change. That is why the rest of this unit is about managing the human causes and living with the effects.
One more idea sits under all of this. Gases such as carbon dioxide and methane let sunlight in but trap the heat that tries to leave, like the glass of a greenhouse. Human causes add more of these gases, so more heat is trapped. The odd-one-out puzzle in your deck was built on this: fossil fuels and carbon dioxide belong together, water is the odd one; methane and agriculture belong together, sulphur dioxide is the odd one.
Worked example — model it step by step, thinking aloud: Outline one natural cause of climate change. (2 marks) (1) Name the cause: volcanic eruptions. (2) Say what it does to the climate and how: ash and sulphur dioxide reach high into the atmosphere and reflect sunlight, so the Earth cools for a year or two. (3) Name plus mechanism is the pattern for every two-mark outline. Answer: Volcanic eruptions. A large eruption throws ash and sulphur dioxide high into the atmosphere, where they reflect sunlight away and cool the Earth for a year or two..
Tip: Seven causes: four natural (volcanoes, oceans, Sun, orbit), three human (fuels, forests, farming). Say them in that order and you will not miss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Sorting the causes. Say it in your own words, then check understanding with a quick question: ask a pupil from the pre-teach group first, since they met these words and ideas before the lesson. Pupils try to recall before you re-explain.
In class you sorted a set of cards into two columns. The natural causes were volcanic eruptions, ocean currents, solar output and orbital changes. The human causes were fossil fuels, deforestation and agriculture. Learn the two lists first, because the exam often starts with a simple sorting question before it asks you to explain anything.
The difference matters for what we can do. Natural causes have always been there and we cannot switch them off. Human causes are new, they are growing, and they are the ones we can change. That is why the rest of this unit is about managing the human causes and living with the effects.
One more idea sits under all of this. Gases such as carbon dioxide and methane let sunlight in but trap the heat that tries to leave, like the glass of a greenhouse. Human causes add more of these gases, so more heat is trapped. The odd-one-out puzzle in your deck was built on this: fossil fuels and carbon dioxide belong together, water is the odd one; methane and agriculture belong together, sulphur dioxide is the odd one.
Worked example — model it step by step, thinking aloud: Outline one natural cause of climate change. (2 marks) (1) Name the cause: volcanic eruptions. (2) Say what it does to the climate and how: ash and sulphur dioxide reach high into the atmosphere and reflect sunlight, so the Earth cools for a year or two. (3) Name plus mechanism is the pattern for every two-mark outline. Answer: Volcanic eruptions. A large eruption throws ash and sulphur dioxide high into the atmosphere, where they reflect sunlight away and cool the Earth for a year or two..
Tip: Seven causes: four natural (volcanoes, oceans, Sun, orbit), three human (fuels, forests, farming). Say them in that order and you will not miss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four natural causes. Say it in your own words, then check understanding with a quick question: ask a pupil from the pre-teach group first, since they met these words and ideas before the lesson. Pupils try to recall before you re-explain.
Orbital change. The Earth's path round the Sun is not fixed. Over tens of thousands of years its shape stretches and relaxes, its tilt rocks a little, and the way it wobbles changes. Each of these alters how much of the Sun's energy reaches different parts of the Earth and in which season. These slow cycles are thought to have driven the ice ages and the warm periods between them.
Solar output. The Sun does not shine at a perfectly steady rate. Over a cycle of about eleven years its energy rises and falls, and dark patches called sunspots are the sign of a more active Sun: lots of sunspots mean slightly more energy and a slightly warmer Earth. This is why cooler temperatures was the odd one out in the row with increasing solar output and lots of sunspots.
Volcanic eruptions and ocean currents. A big eruption throws ash and sulphur dioxide high into the atmosphere, where they spread around the world and reflect sunlight back into space, cooling the Earth for a year or two. Ocean currents carry heat from the tropics towards the poles; when they shift, as in the El Niño and La Niña patterns in the Pacific, weather changes across the world for a season or more. Warmer oceans, El Niño and La Niña were the fourth row of your odd-one-out table.
Tip: Volcanoes cool, the Sun warms when it is active, the orbit works over thousands of years, the oceans work over a season. Get the time scale right and the mechanism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three human causes. Say it in your own words, then check understanding with a quick question: ask a pupil from the pre-teach group first, since they met these words and ideas before the lesson. Pupils try to recall before you re-explain.
Fossil fuels. Coal, oil and gas are the remains of plants and animals that lived millions of years ago, and they are full of carbon. When we burn them in power stations, vehicles, factories and homes, that carbon joins with oxygen and goes into the air as carbon dioxide. Your deck is clear that this is the main cause of climate change today, and it is the cause every strategy in chapter 4 and chapter 5 is trying to cut.
Deforestation. Trees take in carbon dioxide as they grow and store the carbon in their wood. Cutting a forest down does two things at once: it stops that storage, and if the trees are burned or left to rot, the carbon they held goes back into the air. Agriculture. Farming releases methane, a greenhouse gas that traps heat even more strongly than carbon dioxide, from the digestion of cattle and from flooded rice fields. Fertilisers and clearing land for farms add to the total.
Which cause matters most? Your lesson asked you to make a decision about significance. The usual answer is fossil fuels, because they release the most carbon dioxide and because every country depends on them for energy. But a good answer also notes that the causes are linked: forests are often cleared to make farmland, and farms use fuel.
Tip: For each human cause give the gas it releases: fossil fuels and deforestation release carbon dioxide; agriculture releases methane.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each natural cause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natural cause of climate change to how it works.
Support — work through the steps with the group: (1) Find the cooling one first: only one of the four makes the Earth cooler, and it involves ash. (2) Find the slowest one: thousands of years means the Earth's path round the Sun. (3) Sunspots belong with the Sun. Which cause is about the Sun's energy? (4) The one left is about water moving heat around.
Parallel worked example for Support (model it, do not give the task answer): Match: deforestation, agriculture. Choices: methane from cattle and rice fields; cutting trees that would have stored carbon. Deforestation is about trees.; Agriculture is farming, which includes cattle and rice.. Answer: Deforestation: cutting trees that would have stored carbon. Agriculture: methane from cattle and rice fields..
Core — reveal the hint only on request: One cools, one is about the Sun, one is about the oceans, one takes thousands of years.
Stretch — no help; when finished: Explain why natural causes cannot account for the sharp rise in temperature since 1880 shown in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each natural cause works.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natural cause of climate change to how it works.
Support — work through the steps with the group: (1) Find the cooling one first: only one of the four makes the Earth cooler, and it involves ash. (2) Find the slowest one: thousands of years means the Earth's path round the Sun. (3) Sunspots belong with the Sun. Which cause is about the Sun's energy? (4) The one left is about water moving heat around.
Parallel worked example for Support (model it, do not give the task answer): Match: deforestation, agriculture. Choices: methane from cattle and rice fields; cutting trees that would have stored carbon. Deforestation is about trees.; Agriculture is farming, which includes cattle and rice.. Answer: Deforestation: cutting trees that would have stored carbon. Agriculture: methane from cattle and rice fields..
Core — reveal the hint only on request: One cools, one is about the Sun, one is about the oceans, one takes thousands of years.
Stretch — no help; when finished: Explain why natural causes cannot account for the sharp rise in temperature since 1880 shown in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a big eruption does.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huge volcanic eruption throws ash and sulphur dioxide high into the atmosphere. What is the most likely effect on global temperature over the next year or two?
Support — work through the steps with the group: (1) Ask what the ash does to sunlight: it blocks and reflects it. (2) Less sunlight reaching the ground means less heating. (3) Rule out any option that says the ash traps heat; that is what greenhouse gases do, not ash. (4) Rule out local only: a huge eruption spreads its haze round the world.
Parallel worked example for Support (model it, do not give the task answer): During a period with very few sunspots, what would you expect to happen to global temperature, and why? Few sunspots mean a less active Sun.; A less active Sun gives out slightly less energy.. Answer: Temperatures would be slightly lower, because fewer sunspots mean the Sun is giving out slightly less energy..
Core — reveal the hint only on request: Think about what happens to sunlight when there is a haze between the Sun and the ground.
Stretch — no help; when finished: Explain why a volcanic eruption can cool the planet even though it also releases carbon dioxide.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a big eruption does.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huge volcanic eruption throws ash and sulphur dioxide high into the atmosphere. What is the most likely effect on global temperature over the next year or two?
Support — work through the steps with the group: (1) Ask what the ash does to sunlight: it blocks and reflects it. (2) Less sunlight reaching the ground means less heating. (3) Rule out any option that says the ash traps heat; that is what greenhouse gases do, not ash. (4) Rule out local only: a huge eruption spreads its haze round the world.
Parallel worked example for Support (model it, do not give the task answer): During a period with very few sunspots, what would you expect to happen to global temperature, and why? Few sunspots mean a less active Sun.; A less active Sun gives out slightly less energy.. Answer: Temperatures would be slightly lower, because fewer sunspots mean the Sun is giving out slightly less energy..
Core — reveal the hint only on request: Think about what happens to sunlight when there is a haze between the Sun and the ground.
Stretch — no help; when finished: Explain why a volcanic eruption can cool the planet even though it also releases carbon dioxide.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natural cause of climate change?
Answer: B   Volcanic eruptions. Volcanic eruptions happen without people and have always affected the climate. Fossil fuels, deforestation and agriculture are the three human causes.
Source of this question: gate item 1 re-asked (options rotated) — this chapter has no third quick-check module.
The ebook also holds task 3, "Why people are changing the climate",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each natural cause works. Reveal the answer; pupils mark their own work in a different colour, then read the "why" together. Same destination for every lane, so one answer serves the whole class.
Answer: Orbital change  →  A  Slow changes in the shape and tilt of the Earth's path round the Sun alter the energy we receive over thousands of years; Solar output  →  B  The Sun's energy rises and falls in cycles; more sunspots mean a slightly warmer Earth; Volcanic eruptions  →  D  Ash and sulphur dioxide high in the atmosphere reflect sunlight and cool the Earth for a year or two; Ocean currents  →  C  Shifts in the flow of heat through the oceans, such as El Niño, change weather across the world
Why: Orbital change works over thousands of years; solar output over cycles of about eleven years; volcanic eruptions cool the Earth for a year or two; ocean currents change the weather for a season or more.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a big eruption does. Reveal the answer; pupils mark their own work in a different colour, then read the "why" together. Same destination for every lane, so one answer serves the whole class.
Answer: D   Temperatures fall, because the ash and sulphur dioxide reflect sunlight back into space
Why: Ash and sulphur dioxide thrown high into the atmosphere spread around the world and reflect sunlight back into space, so less energy reaches the ground and the Earth cools for a year or two until the haze settles out.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Volcanic eruptions
Why: Volcanic eruptions happen without people and have always affected the climate. Fossil fuels, deforestation and agriculture are the three human causes.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Climate Change: Evidence, Causes, Effects and Management</a:t>
            </a:r>
            <a:endParaRPr lang="en-US" sz="1800" dirty="0"/>
          </a:p>
        </p:txBody>
      </p:sp>
      <p:sp>
        <p:nvSpPr>
          <p:cNvPr id="10" name="deck-title"/>
          <p:cNvSpPr txBox="1"/>
          <p:nvPr/>
        </p:nvSpPr>
        <p:spPr>
          <a:xfrm>
            <a:off x="548640" y="252526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Natural and human causes of climate change</a:t>
            </a:r>
            <a:endParaRPr lang="en-US" sz="3200" dirty="0"/>
          </a:p>
        </p:txBody>
      </p:sp>
      <p:sp>
        <p:nvSpPr>
          <p:cNvPr id="11" name="lessons-card"/>
          <p:cNvSpPr/>
          <p:nvPr/>
        </p:nvSpPr>
        <p:spPr>
          <a:xfrm>
            <a:off x="548640" y="3937508"/>
            <a:ext cx="5287975" cy="980440"/>
          </a:xfrm>
          <a:prstGeom prst="roundRect">
            <a:avLst>
              <a:gd name="adj" fmla="val 7461"/>
            </a:avLst>
          </a:prstGeom>
          <a:solidFill>
            <a:srgbClr val="E2E9E4"/>
          </a:solidFill>
          <a:ln/>
        </p:spPr>
      </p:sp>
      <p:sp>
        <p:nvSpPr>
          <p:cNvPr id="12" name="lessons"/>
          <p:cNvSpPr txBox="1"/>
          <p:nvPr/>
        </p:nvSpPr>
        <p:spPr>
          <a:xfrm>
            <a:off x="685800" y="40289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causes of climate change</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1800" i="1" dirty="0">
                <a:solidFill>
                  <a:srgbClr val="1E2229"/>
                </a:solidFill>
                <a:latin typeface="Cambria" pitchFamily="34" charset="0"/>
                <a:ea typeface="Cambria" pitchFamily="34" charset="-122"/>
                <a:cs typeface="Cambria" pitchFamily="34" charset="-120"/>
              </a:rPr>
              <a:t>How do we know the climate is changing, what is causing it, and should we spend our effort on cutting the causes or on adapting to the effects?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natural cause of climate change?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Burning fossil fuels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Agriculture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Volcanic eruptions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Deforestation</a:t>
            </a:r>
            <a:endParaRPr lang="en-US" sz="2400" dirty="0"/>
          </a:p>
        </p:txBody>
      </p:sp>
      <p:sp>
        <p:nvSpPr>
          <p:cNvPr id="12"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Burning ___ releases carbon dioxide, and it is the main cause of climate change today.</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fossil fuels  ·  methane  ·  sunspots</a:t>
            </a:r>
            <a:endParaRPr lang="en-US" sz="2400" dirty="0"/>
          </a:p>
        </p:txBody>
      </p:sp>
      <p:sp>
        <p:nvSpPr>
          <p:cNvPr id="17"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greenhouse gas is released by agriculture, from cattle and flooded rice fields?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Water vapour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Sulphur dioxide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Oxygen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Methane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Volcanic eruptions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natural cause of climate change?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Volcanic eruptions happen without people and have always affected the climate. Fossil fuels, deforestation and agriculture are the three human causes.</a:t>
            </a:r>
            <a:endParaRPr lang="en-US" sz="20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fossil fuels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Burning ___ releases carbon dioxide, and it is the main cause of climate change today.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Coal, oil and gas are fossil fuels. Burning them releases the carbon they hold as carbon dioxide, the biggest human cause of climate change.</a:t>
            </a:r>
            <a:endParaRPr lang="en-US" sz="18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Methane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greenhouse gas is released by agriculture, from cattle and flooded rice fields?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Agriculture releases methane, a powerful greenhouse gas. In the odd-one-out table, methane and agriculture went together and sulphur dioxide was the odd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natural cause</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cause that would happen without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volcanic eruption is a natural cause of climate change.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human cause</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cause that comes from what people do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Burning fossil fuels is the main human cause of climate change.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fossil fuels</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coal, oil and gas, made from ancient plants and animals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Power stations burn fossil fuels to make electricity.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deforestation</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cutting down forests and not replacing them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Deforestation releases the carbon stored in the trees.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greenhouse gas</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gas that traps heat in the atmosphere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Carbon dioxide and methane are greenhouse gases.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sunspot</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dark patch on the Sun; many of them mean the Sun is more active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Lots of sunspots mean a slightly warmer Earth.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climate has always changed, long before there were people.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Four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natural causes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do this.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Earth's orbit round the Sun slowly changes shape and tilt.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Sun's output rises and falls, and more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sunspots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mean more energy.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Big volcanic eruptions throw ash high into the air and cool the Earth for a while.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Ocean currents move heat around the planet, and when they shift, the weather shifts too.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Today, three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human causes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adding to the natural ones.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Burning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fossil fuels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such as coal, oil and gas releases carbon dioxide.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Deforestation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cuts down the trees that would have soaked that carbon up.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Agriculture releases methane from cattle and rice fields.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These gases trap heat in the atmosphere, so the Earth warms.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Burning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fossil fuels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biggest cause of all.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Sorting the causes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Seven causes: four natural (volcanoes, oceans, Sun, orbit), three human (fuels, forests, farming). Say them in that order and you will not miss one.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class you sorted a set of cards into two columns.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difference matters for what we can do. Natural causes have always been there and we cannot switch them off.</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One more idea sits under all of this. Gases such as carbon dioxide and methane let sunlight in but trap the heat that tries to leave, like the glass of a greenhouse.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Sorting the causes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2E9E4"/>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Outline one natural cause of climate change. (2 marks)</a:t>
            </a:r>
            <a:endParaRPr lang="en-US" sz="2200" dirty="0"/>
          </a:p>
        </p:txBody>
      </p:sp>
      <p:sp>
        <p:nvSpPr>
          <p:cNvPr id="9" name="step-box"/>
          <p:cNvSpPr/>
          <p:nvPr/>
        </p:nvSpPr>
        <p:spPr>
          <a:xfrm>
            <a:off x="548640" y="2314956"/>
            <a:ext cx="3423818" cy="2531872"/>
          </a:xfrm>
          <a:prstGeom prst="roundRect">
            <a:avLst>
              <a:gd name="adj" fmla="val 2889"/>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the cause: volcanic eruptions.</a:t>
            </a:r>
            <a:endParaRPr lang="en-US" sz="1800" dirty="0"/>
          </a:p>
        </p:txBody>
      </p:sp>
      <p:sp>
        <p:nvSpPr>
          <p:cNvPr id="13" name="arrow"/>
          <p:cNvSpPr/>
          <p:nvPr/>
        </p:nvSpPr>
        <p:spPr>
          <a:xfrm>
            <a:off x="4045610" y="3443732"/>
            <a:ext cx="274320" cy="274320"/>
          </a:xfrm>
          <a:prstGeom prst="rightArrow">
            <a:avLst/>
          </a:prstGeom>
          <a:solidFill>
            <a:srgbClr val="B8862B"/>
          </a:solidFill>
          <a:ln/>
        </p:spPr>
      </p:sp>
      <p:sp>
        <p:nvSpPr>
          <p:cNvPr id="14" name="step-box"/>
          <p:cNvSpPr/>
          <p:nvPr/>
        </p:nvSpPr>
        <p:spPr>
          <a:xfrm>
            <a:off x="4383938" y="2314956"/>
            <a:ext cx="3423818" cy="2531872"/>
          </a:xfrm>
          <a:prstGeom prst="roundRect">
            <a:avLst>
              <a:gd name="adj" fmla="val 2889"/>
            </a:avLst>
          </a:prstGeom>
          <a:solidFill>
            <a:srgbClr val="FFFFFF"/>
          </a:solidFill>
          <a:ln w="15875">
            <a:solidFill>
              <a:srgbClr val="95AE9B"/>
            </a:solidFill>
            <a:prstDash val="solid"/>
          </a:ln>
        </p:spPr>
      </p:sp>
      <p:sp>
        <p:nvSpPr>
          <p:cNvPr id="15" name="step-hex"/>
          <p:cNvSpPr/>
          <p:nvPr/>
        </p:nvSpPr>
        <p:spPr>
          <a:xfrm>
            <a:off x="4521098" y="2424684"/>
            <a:ext cx="530352" cy="459285"/>
          </a:xfrm>
          <a:prstGeom prst="hexagon">
            <a:avLst/>
          </a:prstGeom>
          <a:solidFill>
            <a:srgbClr val="3F6B4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it does to the climate and how: ash and sulphur dioxide reach high into the atmosphere and reflect sunlight, so the Earth cools for a year or two.</a:t>
            </a:r>
            <a:endParaRPr lang="en-US" sz="1800" dirty="0"/>
          </a:p>
        </p:txBody>
      </p:sp>
      <p:sp>
        <p:nvSpPr>
          <p:cNvPr id="18" name="arrow"/>
          <p:cNvSpPr/>
          <p:nvPr/>
        </p:nvSpPr>
        <p:spPr>
          <a:xfrm>
            <a:off x="7880909" y="3443732"/>
            <a:ext cx="274320" cy="274320"/>
          </a:xfrm>
          <a:prstGeom prst="rightArrow">
            <a:avLst/>
          </a:prstGeom>
          <a:solidFill>
            <a:srgbClr val="B8862B"/>
          </a:solidFill>
          <a:ln/>
        </p:spPr>
      </p:sp>
      <p:sp>
        <p:nvSpPr>
          <p:cNvPr id="19" name="step-box"/>
          <p:cNvSpPr/>
          <p:nvPr/>
        </p:nvSpPr>
        <p:spPr>
          <a:xfrm>
            <a:off x="8219237" y="2314956"/>
            <a:ext cx="3423818" cy="2531872"/>
          </a:xfrm>
          <a:prstGeom prst="roundRect">
            <a:avLst>
              <a:gd name="adj" fmla="val 2889"/>
            </a:avLst>
          </a:prstGeom>
          <a:solidFill>
            <a:srgbClr val="FFFFFF"/>
          </a:solidFill>
          <a:ln w="15875">
            <a:solidFill>
              <a:srgbClr val="95AE9B"/>
            </a:solidFill>
            <a:prstDash val="solid"/>
          </a:ln>
        </p:spPr>
      </p:sp>
      <p:sp>
        <p:nvSpPr>
          <p:cNvPr id="20" name="step-hex"/>
          <p:cNvSpPr/>
          <p:nvPr/>
        </p:nvSpPr>
        <p:spPr>
          <a:xfrm>
            <a:off x="8356397" y="2424684"/>
            <a:ext cx="530352" cy="459285"/>
          </a:xfrm>
          <a:prstGeom prst="hexagon">
            <a:avLst/>
          </a:prstGeom>
          <a:solidFill>
            <a:srgbClr val="3F6B4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plus mechanism is the pattern for every two-mark outline.</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Volcanic eruptions. A large eruption throws ash and sulphur dioxide high into the atmosphere, where they reflect sunlight away and cool the Earth for a year or two.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four natural causes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Volcanoes cool, the Sun warms when it is active, the orbit works over thousands of years, the oceans work over a season. Get the time scale right and the mechanism follows.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Orbital change. The Earth's path round the Sun is not fixed.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Solar output. The Sun does not shine at a perfectly steady rate.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Volcanic eruptions and ocean currents. A big eruption throws ash and sulphur dioxide high into the atmosphere, where they spread around the world and reflect sunlight back into space, cooling the Earth for a year or two.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three human causes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each human cause give the gas it releases: fossil fuels and deforestation release carbon dioxide; agriculture releases methane.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Fossil fuels. Coal, oil and gas are the remains of plants and animals that lived millions of years ago, and they are full of carbon.</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Deforestation. Trees take in carbon dioxide as they grow and store the carbon in their wood.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Which cause matters most? Your lesson asked you to make a decision about significance.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each natural cause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natural cause of climate change to how it works.</a:t>
            </a:r>
            <a:endParaRPr lang="en-US" sz="2400" dirty="0"/>
          </a:p>
        </p:txBody>
      </p:sp>
      <p:sp>
        <p:nvSpPr>
          <p:cNvPr id="11" name="match-card"/>
          <p:cNvSpPr/>
          <p:nvPr/>
        </p:nvSpPr>
        <p:spPr>
          <a:xfrm>
            <a:off x="777240" y="2468331"/>
            <a:ext cx="3081437" cy="804809"/>
          </a:xfrm>
          <a:prstGeom prst="roundRect">
            <a:avLst>
              <a:gd name="adj" fmla="val 9089"/>
            </a:avLst>
          </a:prstGeom>
          <a:solidFill>
            <a:srgbClr val="E6ECE7"/>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Orbital change</a:t>
            </a:r>
            <a:endParaRPr lang="en-US" sz="2000" dirty="0"/>
          </a:p>
        </p:txBody>
      </p:sp>
      <p:sp>
        <p:nvSpPr>
          <p:cNvPr id="15" name="match-card"/>
          <p:cNvSpPr/>
          <p:nvPr/>
        </p:nvSpPr>
        <p:spPr>
          <a:xfrm>
            <a:off x="4224437" y="2468331"/>
            <a:ext cx="7190019" cy="804809"/>
          </a:xfrm>
          <a:prstGeom prst="roundRect">
            <a:avLst>
              <a:gd name="adj" fmla="val 9089"/>
            </a:avLst>
          </a:prstGeom>
          <a:solidFill>
            <a:srgbClr val="F3EADB"/>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Slow changes in the shape and tilt of the Earth's path round the Sun alter the energy we receive over thousands of years</a:t>
            </a:r>
            <a:endParaRPr lang="en-US" sz="2000" dirty="0"/>
          </a:p>
        </p:txBody>
      </p:sp>
      <p:sp>
        <p:nvSpPr>
          <p:cNvPr id="19" name="match-card"/>
          <p:cNvSpPr/>
          <p:nvPr/>
        </p:nvSpPr>
        <p:spPr>
          <a:xfrm>
            <a:off x="777240" y="3364581"/>
            <a:ext cx="3081437" cy="804809"/>
          </a:xfrm>
          <a:prstGeom prst="roundRect">
            <a:avLst>
              <a:gd name="adj" fmla="val 9089"/>
            </a:avLst>
          </a:prstGeom>
          <a:solidFill>
            <a:srgbClr val="E6ECE7"/>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Solar output</a:t>
            </a:r>
            <a:endParaRPr lang="en-US" sz="2000" dirty="0"/>
          </a:p>
        </p:txBody>
      </p:sp>
      <p:sp>
        <p:nvSpPr>
          <p:cNvPr id="23" name="match-card"/>
          <p:cNvSpPr/>
          <p:nvPr/>
        </p:nvSpPr>
        <p:spPr>
          <a:xfrm>
            <a:off x="4224437" y="3364581"/>
            <a:ext cx="7190019" cy="804809"/>
          </a:xfrm>
          <a:prstGeom prst="roundRect">
            <a:avLst>
              <a:gd name="adj" fmla="val 9089"/>
            </a:avLst>
          </a:prstGeom>
          <a:solidFill>
            <a:srgbClr val="F3EADB"/>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Sun's energy rises and falls in cycles; more sunspots mean a slightly warmer Earth</a:t>
            </a:r>
            <a:endParaRPr lang="en-US" sz="2000" dirty="0"/>
          </a:p>
        </p:txBody>
      </p:sp>
      <p:sp>
        <p:nvSpPr>
          <p:cNvPr id="27" name="match-card"/>
          <p:cNvSpPr/>
          <p:nvPr/>
        </p:nvSpPr>
        <p:spPr>
          <a:xfrm>
            <a:off x="777240" y="4260830"/>
            <a:ext cx="3081437" cy="804809"/>
          </a:xfrm>
          <a:prstGeom prst="roundRect">
            <a:avLst>
              <a:gd name="adj" fmla="val 9089"/>
            </a:avLst>
          </a:prstGeom>
          <a:solidFill>
            <a:srgbClr val="E6ECE7"/>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Volcanic eruptions</a:t>
            </a:r>
            <a:endParaRPr lang="en-US" sz="2000" dirty="0"/>
          </a:p>
        </p:txBody>
      </p:sp>
      <p:sp>
        <p:nvSpPr>
          <p:cNvPr id="31" name="match-card"/>
          <p:cNvSpPr/>
          <p:nvPr/>
        </p:nvSpPr>
        <p:spPr>
          <a:xfrm>
            <a:off x="4224437" y="4260830"/>
            <a:ext cx="7190019" cy="804809"/>
          </a:xfrm>
          <a:prstGeom prst="roundRect">
            <a:avLst>
              <a:gd name="adj" fmla="val 9089"/>
            </a:avLst>
          </a:prstGeom>
          <a:solidFill>
            <a:srgbClr val="F3EADB"/>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Shifts in the flow of heat through the oceans, such as El Niño, change weather across the world</a:t>
            </a:r>
            <a:endParaRPr lang="en-US" sz="2000" dirty="0"/>
          </a:p>
        </p:txBody>
      </p:sp>
      <p:sp>
        <p:nvSpPr>
          <p:cNvPr id="35" name="match-card"/>
          <p:cNvSpPr/>
          <p:nvPr/>
        </p:nvSpPr>
        <p:spPr>
          <a:xfrm>
            <a:off x="777240" y="5157079"/>
            <a:ext cx="3081437" cy="804809"/>
          </a:xfrm>
          <a:prstGeom prst="roundRect">
            <a:avLst>
              <a:gd name="adj" fmla="val 9089"/>
            </a:avLst>
          </a:prstGeom>
          <a:solidFill>
            <a:srgbClr val="E6ECE7"/>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Ocean currents</a:t>
            </a:r>
            <a:endParaRPr lang="en-US" sz="2000" dirty="0"/>
          </a:p>
        </p:txBody>
      </p:sp>
      <p:sp>
        <p:nvSpPr>
          <p:cNvPr id="39" name="match-card"/>
          <p:cNvSpPr/>
          <p:nvPr/>
        </p:nvSpPr>
        <p:spPr>
          <a:xfrm>
            <a:off x="4224437" y="5157079"/>
            <a:ext cx="7190019" cy="804809"/>
          </a:xfrm>
          <a:prstGeom prst="roundRect">
            <a:avLst>
              <a:gd name="adj" fmla="val 9089"/>
            </a:avLst>
          </a:prstGeom>
          <a:solidFill>
            <a:srgbClr val="F3EADB"/>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Ash and sulphur dioxide high in the atmosphere reflect sunlight and cool the Earth for a year or two</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How each natural cause works</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How each natural cause works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cooling one first: only one of the four makes the Earth cooler, and it involves ash.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slowest one: thousands of years means the Earth's path round the Sun.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Sunspots belong with the Sun. Which cause is about the Sun's energy?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is about water moving heat around.</a:t>
            </a:r>
            <a:endParaRPr lang="en-US" sz="1800" dirty="0"/>
          </a:p>
        </p:txBody>
      </p:sp>
      <p:sp>
        <p:nvSpPr>
          <p:cNvPr id="17" name="col-Core"/>
          <p:cNvSpPr/>
          <p:nvPr/>
        </p:nvSpPr>
        <p:spPr>
          <a:xfrm>
            <a:off x="5490762" y="2395728"/>
            <a:ext cx="2938987" cy="3749040"/>
          </a:xfrm>
          <a:prstGeom prst="roundRect">
            <a:avLst>
              <a:gd name="adj" fmla="val 1867"/>
            </a:avLst>
          </a:prstGeom>
          <a:solidFill>
            <a:srgbClr val="CB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cools, one is about the Sun, one is about the oceans, one takes thousands of years.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natural causes cannot account for the sharp rise in temperature since 1880 shown in chapter 1.</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What a big eruption does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huge volcanic eruption throws ash and sulphur dioxide high into the atmosphere. What is the most likely effect on global temperature over the next year or two?</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Temperatures rise, because lava heats the atmosphere directly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Temperatures rise, because the ash traps heat like a greenhouse gas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No change, because volcanoes only affect the local area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Temperatures fall, because the ash and sulphur dioxide reflect sunlight back into space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What a big eruption does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a big eruption does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the ash does to sunlight: it blocks and reflects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Less sunlight reaching the ground means less heating.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any option that says the ash traps heat; that is what greenhouse gases do, not ash.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local only: a huge eruption spreads its haze round the world.</a:t>
            </a:r>
            <a:endParaRPr lang="en-US" sz="1800" dirty="0"/>
          </a:p>
        </p:txBody>
      </p:sp>
      <p:sp>
        <p:nvSpPr>
          <p:cNvPr id="17" name="col-Core"/>
          <p:cNvSpPr/>
          <p:nvPr/>
        </p:nvSpPr>
        <p:spPr>
          <a:xfrm>
            <a:off x="5490762" y="2395728"/>
            <a:ext cx="2938987" cy="3749040"/>
          </a:xfrm>
          <a:prstGeom prst="roundRect">
            <a:avLst>
              <a:gd name="adj" fmla="val 1867"/>
            </a:avLst>
          </a:prstGeom>
          <a:solidFill>
            <a:srgbClr val="CB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about what happens to sunlight when there is a haze between the Sun and the ground.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volcanic eruption can cool the planet even though it also releases carbon dioxide.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natural cause of climate change?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Agriculture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Volcanic eruptions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Deforestation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Burning fossil fuels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each natural cause works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Orbital change  →  A  Slow changes in the shape and tilt of the Earth's path round the Sun alter the energy we receive over thousands of years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Solar output  →  B  The Sun's energy rises and falls in cycles; more sunspots mean a slightly warmer Earth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Volcanic eruptions  →  D  Ash and sulphur dioxide high in the atmosphere reflect sunlight and cool the Earth for a year or two</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Ocean currents  →  C  Shifts in the flow of heat through the oceans, such as El Niño, change weather across the world</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Orbital change works over thousands of years; solar output over cycles of about eleven years; volcanic eruptions cool the Earth for a year or two; ocean currents change the weather for a season or more.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What a big eruption does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huge volcanic eruption throws ash and sulphur dioxide high into the atmosphere. What is the most likely effect on global temperature over the next year or two?</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Temperatures fall, because the ash and sulphur dioxide reflect sunlight back into space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Ash and sulphur dioxide thrown high into the atmosphere spread around the world and reflect sunlight back into space, so less energy reaches the ground and the Earth cools for a year or two until the haze settles out.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natural cause of climate change?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Volcanic eruptions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Volcanic eruptions happen without people and have always affected the climate. Fossil fuels, deforestation and agriculture are the three human causes.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Change: Evidence, Causes, Effects and Management · Chapter 2: Natural and human causes of climate change</dc:title>
  <dc:subject>Geography · Year 11</dc:subject>
  <dc:creator>Dr Vitor Merissi de Carvalho</dc:creator>
  <cp:lastModifiedBy>Dr Vitor Merissi de Carvalho</cp:lastModifiedBy>
  <cp:revision>1</cp:revision>
  <dcterms:created xsi:type="dcterms:W3CDTF">2026-10-19T16:22:46Z</dcterms:created>
  <dcterms:modified xsi:type="dcterms:W3CDTF">2026-10-19T16:22:46Z</dcterms:modified>
</cp:coreProperties>
</file>