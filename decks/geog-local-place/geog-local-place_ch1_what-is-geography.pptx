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cfdf5e-145c-a50f-1016-6bf91caa22c5}">
          <p14:sldIdLst>
            <p14:sldId id="256"/>
          </p14:sldIdLst>
        </p14:section>
        <p14:section name="Gate" id="{dc9ee65d-c910-a04d-3fe1-c33fe793d0a8}">
          <p14:sldIdLst>
            <p14:sldId id="257"/>
            <p14:sldId id="258"/>
          </p14:sldIdLst>
        </p14:section>
        <p14:section name="Pre-teach" id="{1dc405d3-b8b5-533b-c2e0-9f74529a0e7b}">
          <p14:sldIdLst>
            <p14:sldId id="259"/>
            <p14:sldId id="260"/>
          </p14:sldIdLst>
        </p14:section>
        <p14:section name="Read-along" id="{51f83e6b-a79f-7103-66d8-905a408b7305}">
          <p14:sldIdLst>
            <p14:sldId id="261"/>
            <p14:sldId id="262"/>
          </p14:sldIdLst>
        </p14:section>
        <p14:section name="Teach" id="{82b6be7c-717d-00ec-f0bc-9610e123908d}">
          <p14:sldIdLst>
            <p14:sldId id="263"/>
            <p14:sldId id="264"/>
            <p14:sldId id="265"/>
            <p14:sldId id="266"/>
            <p14:sldId id="267"/>
            <p14:sldId id="268"/>
          </p14:sldIdLst>
        </p14:section>
        <p14:section name="Routes" id="{b43fb330-4616-33f7-3af0-f94a7084139a}">
          <p14:sldIdLst>
            <p14:sldId id="269"/>
            <p14:sldId id="270"/>
            <p14:sldId id="271"/>
            <p14:sldId id="272"/>
          </p14:sldIdLst>
        </p14:section>
        <p14:section name="Close" id="{5116679e-1c6d-83bf-c07e-39a9cb9f86bb}">
          <p14:sldIdLst>
            <p14:sldId id="273"/>
          </p14:sldIdLst>
        </p14:section>
        <p14:section name="Answers" id="{fc77e9bc-0edc-720f-2b83-b31751fdc172}">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geography is, and who a geographer is. What geographers study, the three types of geography, the questions a geographer asks about any place, and the continents and oceans you will need all year.
This deck covers the department's lessons: 1 (What is geography all about? Who is a geographer?: What does a geographer study, what questions do they ask, and what are the SEE factors?); 2 (What is geography? The three types of geography: What is the difference between human, physical and environmental geography?).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an example of physical geography?  →  C   A volcano erupting
2. Environmental geography is where human and ___ geography are linked together.  →  physical
3. How many continents are there in the world?  →  7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volcano erupting. A volcano is a natural event, so it is physical geography. The motorway and shopping centre are built by people (human); litter is people affecting nature (environmental).
2. physical. Environmental geography links people (human) with nature (physical), for example pollution of a river.
3. 7. Seven: North America, South America, Europe, Asia, Africa, Australasia (Oceania) and Antarctica.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geographer: a person who investigates places and the world. Example: "A geographer asks where a place is and why it is like that."
• human geography: the study of where and how people live. Example: "Cities, roads and airports are human geography."
• physical geography: the study of natural features and events. Example: "Rivers, mountains and earthquakes are physical geography."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environmental geography: where people and nature affect each other. Example: "Pollution in a river is environmental geography."
• continent: one of the seven huge areas of land on Earth. Example: "Asia is the largest continent."
• ocean: one of the huge areas of salt water that cover most of the Earth. Example: "The Atlantic Ocean lies west of the UK."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Geography is the study of the world we live in.
2. It looks at landscapes, people, places and environments.
3. A geographer asks where a place is and what it is like.
4. Then they ask why it is like that and how it is changing.
5. There are three types of geography.
6. Human geography is about where and how people live.
7. Physical geography is about natural features and events, like rivers and weather.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Environmental geography is where human and physical geography link together.
9. Pollution and global warming are environmental geography.
10. Geographers also think about social, economic and environmental factors.
11. We call this SEE analysis.
12. The world has seven continents and five oceans.
13. You will need their names all year.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study of the world we live in. Say it in your own words, then check understanding with a quick question: ask a pupil from the pre-teach group first, since they met these words and ideas before the lesson. Pupils try to recall before you re-explain.
You already did geography at primary school. You may have learnt the continents and oceans, the four capital cities of the UK, and the four compass directions. All of that is geography. Put simply, geography is the study of the world we live in: its landscapes, its people, its places and its environments. In your first lesson you wrote a definition like that in your book.
Geography joins up with every other subject on your timetable. History asks what a place used to be like; geography asks what it is like now and why. Maths gives you graphs, data and grid references. Art gives you maps and field sketches. English gives you descriptions, explanations and arguments. Science shares the study of the Earth. Even PE counts: have you ever climbed a mountain or measured a river?
So what makes a good geographer? The deck gives three things. A good geographer investigates and understands the world around them. They build locational knowledge, which means knowing where places are. And they ask questions, then use a wide range of geographical data to investigate places. Keep those three in mind: investigate, locate, question.
Tip: When someone asks what geography is, give the short answer first: the study of the world we live in. Then add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types of geography. Say it in your own words, then check understanding with a quick question: ask a pupil from the pre-teach group first, since they met these words and ideas before the lesson. Pupils try to recall before you re-explain.
Geographers sort their subject into three types. Human geography is about where and how people live: cities, roads, railways, schools, shops and jobs. Physical geography is about natural features and natural events: rivers, mountains, rain, earthquakes, volcanoes and the seaside. Environmental geography is where the two are linked together: the effect people have on the natural world, and the effect it has on us. Pollution, litter, waste and global warming are all environmental geography.
Some things fit more than one type. In class you sorted twenty pictures. Roads, cities, buildings and schools were human. Rain, rivers, mountains, earthquakes and volcanoes were physical. Pollution, waste, litter and global warming were environmental. An airport was both human and environmental, because people build it and its noise and fumes affect the environment. Trees and grass were both physical and environmental.
Try the odd-one-out game from the deck. River, mountain, school: the school is the odd one out, because it is human and the other two are physical. Sewage, dirty beach, house: the house is the odd one out, because it is human, while the other two are people harming the natural world, which is environmental. If you can say which type each word belongs to, and why, you have understood the idea.
Worked example — model it step by step, thinking aloud: Is an earthquake human, physical or environmental geography? Explain your answer in one sentence. (1) Ask: is it made by people, made by nature, or about how people and nature affect each other? (2) An earthquake is a natural event. Nobody builds one. (3) So it is physical geography. (4) If the question asked about the damage an earthquake does to a city, that would bring people in, and you could argue for human geography too. Always answer the question that was asked. Answer: Physical geography, because an earthquake is a natural event, not something made by people..
Tip: Ask one question: is it people, nature, or people and nature together? That gives you human, physical or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types of geography. Say it in your own words, then check understanding with a quick question: ask a pupil from the pre-teach group first, since they met these words and ideas before the lesson. Pupils try to recall before you re-explain.
Geographers sort their subject into three types. Human geography is about where and how people live: cities, roads, railways, schools, shops and jobs. Physical geography is about natural features and natural events: rivers, mountains, rain, earthquakes, volcanoes and the seaside. Environmental geography is where the two are linked together: the effect people have on the natural world, and the effect it has on us. Pollution, litter, waste and global warming are all environmental geography.
Some things fit more than one type. In class you sorted twenty pictures. Roads, cities, buildings and schools were human. Rain, rivers, mountains, earthquakes and volcanoes were physical. Pollution, waste, litter and global warming were environmental. An airport was both human and environmental, because people build it and its noise and fumes affect the environment. Trees and grass were both physical and environmental.
Try the odd-one-out game from the deck. River, mountain, school: the school is the odd one out, because it is human and the other two are physical. Sewage, dirty beach, house: the house is the odd one out, because it is human, while the other two are people harming the natural world, which is environmental. If you can say which type each word belongs to, and why, you have understood the idea.
Worked example — model it step by step, thinking aloud: Is an earthquake human, physical or environmental geography? Explain your answer in one sentence. (1) Ask: is it made by people, made by nature, or about how people and nature affect each other? (2) An earthquake is a natural event. Nobody builds one. (3) So it is physical geography. (4) If the question asked about the damage an earthquake does to a city, that would bring people in, and you could argue for human geography too. Always answer the question that was asked. Answer: Physical geography, because an earthquake is a natural event, not something made by people..
Tip: Ask one question: is it people, nature, or people and nature together? That gives you human, physical or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geographer asks questions. Say it in your own words, then check understanding with a quick question: ask a pupil from the pre-teach group first, since they met these words and ideas before the lesson. Pupils try to recall before you re-explain.
Geographers investigate places by asking questions. The deck gives six, and you used them on a photograph of the Fjallsjokull glacier in Iceland. Where is this place? What is it like? Why is it like this? How is it changing? Who is affected by the changes? How do I feel about it? Ask those six about any photograph, any town or any country and you have started a geographical enquiry.
Geographers also look at three kinds of factor in every place. Social factors are about people and their way of life. Economic factors are about money and ways to earn money through working, such as businesses and jobs. Environmental factors are about the land, the air and everything that affects them. Together these are called SEE analysis: Social, Economic, Environmental. You will meet SEE in every unit from now until GCSE.
Geography is happening every minute of the day. Your homework asked you to find a news report and explain why it is geographical. A flood, a new railway, a factory closing, a heatwave: each one is a story about a place, and each one can be sorted as human, physical or environmental and as social, economic or environmental.
Tip: SEE: Social is people, Economic is money and jobs, Environmental is land and air. Learn the three words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Continents and oceans. Say it in your own words, then check understanding with a quick question: ask a pupil from the pre-teach group first, since they met these words and ideas before the lesson. Pupils try to recall before you re-explain.
A geographer needs to know where places are. Start with the biggest pieces. The world has seven continents: North America, South America, Europe, Asia, Africa, Australasia (also called Oceania) and Antarctica. On the satellite image you labelled in class, Europe and Asia are joined together in one huge piece of land, but geographers count them as two continents.
Between the continents are the oceans. The deck's satellite image labelled four: the Atlantic Ocean, the Pacific Ocean, the Indian Ocean and the Southern Ocean around Antarctica. At primary school you learnt five oceans; the fifth is the Arctic Ocean, around the North Pole at the very top of the globe. The UK sits on the eastern edge of the Atlantic Ocean, off the north-west coast of Europe.
Learn these names now. Later in this unit you will use latitude and longitude to find countries on the globe, and you will need to know which continent each country is in.
Worked example — model it step by step, thinking aloud: On the deck's satellite image, numbers 1 to 11 label the continents and oceans. How many of the eleven labels are oceans? (1) There are seven continents, so seven labels are continents. (2) 11 − 7 = 4. (3) Four labels are oceans: Atlantic, Pacific, Indian and Southern. (4) Check: the image does not label the Arctic Ocean, which is why you learnt five oceans at primary school but counted four here. Answer: 4 oceans (Atlantic, Pacific, Indian, Southern)..
Tip: Seven continents, five oceans. If a map shows only four oceans, the missing one is almost always the Arctic.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Continents and oceans. Say it in your own words, then check understanding with a quick question: ask a pupil from the pre-teach group first, since they met these words and ideas before the lesson. Pupils try to recall before you re-explain.
A geographer needs to know where places are. Start with the biggest pieces. The world has seven continents: North America, South America, Europe, Asia, Africa, Australasia (also called Oceania) and Antarctica. On the satellite image you labelled in class, Europe and Asia are joined together in one huge piece of land, but geographers count them as two continents.
Between the continents are the oceans. The deck's satellite image labelled four: the Atlantic Ocean, the Pacific Ocean, the Indian Ocean and the Southern Ocean around Antarctica. At primary school you learnt five oceans; the fifth is the Arctic Ocean, around the North Pole at the very top of the globe. The UK sits on the eastern edge of the Atlantic Ocean, off the north-west coast of Europe.
Learn these names now. Later in this unit you will use latitude and longitude to find countries on the globe, and you will need to know which continent each country is in.
Worked example — model it step by step, thinking aloud: On the deck's satellite image, numbers 1 to 11 label the continents and oceans. How many of the eleven labels are oceans? (1) There are seven continents, so seven labels are continents. (2) 11 − 7 = 4. (3) Four labels are oceans: Atlantic, Pacific, Indian and Southern. (4) Check: the image does not label the Arctic Ocean, which is why you learnt five oceans at primary school but counted four here. Answer: 4 oceans (Atlantic, Pacific, Indian, Southern)..
Tip: Seven continents, five oceans. If a map shows only four oceans, the missing one is almost always the Arctic.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types of geography.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geography, and SEE analysis, to what it means.
Support — work through the steps with the group: (1) Human means people. Find the meaning that is about people. (2) Physical means nature. Find the meaning that is about natural features. (3) Environmental is the one where people and nature are linked. (4) SEE is made of three words: Social, Economic, Environmental. Find the meaning that lists three factors.
Parallel worked example for Support (model it, do not give the task answer): Match: desert, school. Choices: a natural, very dry landscape; a building where people learn. A desert is natural, so it is a natural landscape: physical.; A school is built and used by people, and the deck sorted School as human.. Answer: Desert: a natural, very dry landscape (physical). School: a building where people learn (human)..
Core — reveal the hint only on request: People, nature, people-and-nature, and the three factors. Which meaning fits which?
Stretch — no help; when finished: An airport was sorted as both human and environmental in class. Explain why, and give one more example that fits two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types of geography.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geography, and SEE analysis, to what it means.
Support — work through the steps with the group: (1) Human means people. Find the meaning that is about people. (2) Physical means nature. Find the meaning that is about natural features. (3) Environmental is the one where people and nature are linked. (4) SEE is made of three words: Social, Economic, Environmental. Find the meaning that lists three factors.
Parallel worked example for Support (model it, do not give the task answer): Match: desert, school. Choices: a natural, very dry landscape; a building where people learn. A desert is natural, so it is a natural landscape: physical.; A school is built and used by people, and the deck sorted School as human.. Answer: Desert: a natural, very dry landscape (physical). School: a building where people learn (human)..
Core — reveal the hint only on request: People, nature, people-and-nature, and the three factors. Which meaning fits which?
Stretch — no help; when finished: An airport was sorted as both human and environmental in class. Explain why, and give one more example that fits two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SEE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new factory opens in a town and gives jobs to 300 people. Which SEE factor does this describe?
Support — work through the steps with the group: (1) SEE stands for Social, Economic, Environmental. (2) Social is people and their way of life. Economic is money and ways to earn money through working. Environmental is land and air. (3) Jobs are a way to earn money. (4) So this is the economic factor.
Parallel worked example for Support (model it, do not give the task answer): Smoke from a power station makes the air in a town dirty. Which SEE factor is this? Dirty air is about the environment, the air around us.; So it is an environmental factor.. Answer: Environmental, because it is about the air and the land..
Core — reveal the hint only on request: Which of the three factors is about money and work?
Stretch — no help; when finished: The same factory also makes the air dirtier and brings new families to the town. Write one sentence for each SEE factor about this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SEE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new factory opens in a town and gives jobs to 300 people. Which SEE factor does this describe?
Support — work through the steps with the group: (1) SEE stands for Social, Economic, Environmental. (2) Social is people and their way of life. Economic is money and ways to earn money through working. Environmental is land and air. (3) Jobs are a way to earn money. (4) So this is the economic factor.
Parallel worked example for Support (model it, do not give the task answer): Smoke from a power station makes the air in a town dirty. Which SEE factor is this? Dirty air is about the environment, the air around us.; So it is an environmental factor.. Answer: Environmental, because it is about the air and the land..
Core — reveal the hint only on request: Which of the three factors is about money and work?
Stretch — no help; when finished: The same factory also makes the air dirtier and brings new families to the town. Write one sentence for each SEE factor about this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six geographical enquiry questions into the order the deck gives them, starting with the question about location.
Answer: Where is this place?  (B); What is it like?  (E); Why is it like this?  (F); How is it changing?  (A); Who is affected by the changes?  (C); How do I feel about it?  (D). The deck's order moves from finding the place (where) to describing it (what), explaining it (why), looking at change (how, who) and finally your own view (how do I feel).
Source of this question: module 3 task ("The geographer's questions, in order")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types of geography. Reveal the answer; pupils mark their own work in a different colour, then read the "why" together. Same destination for every lane, so one answer serves the whole class.
Answer: Human geography  →  D  Where and how people live; Physical geography  →  C  Natural features and events, such as landforms and weather; Environmental geography  →  B  Human and physical geography linked together, such as pollution; SEE analysis  →  A  Looking at the social, economic and environmental factors of a place
Why: Human geography is about people; physical geography is about nature; environmental geography is where the two link, such as pollution. SEE analysis looks at a place through social, economic and environmental factors.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SEE factor?. Reveal the answer; pupils mark their own work in a different colour, then read the "why" together. Same destination for every lane, so one answer serves the whole class.
Answer: A   Economic
Why: Economic factors are about money and ways to earn money through working, such as business and jobs. Three hundred new jobs is an economic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Where is this place?  (B); What is it like?  (E); Why is it like this?  (F); How is it changing?  (A); Who is affected by the changes?  (C); How do I feel about it?  (D)
Why: The deck's order moves from finding the place (where) to describing it (what), explaining it (why), looking at change (how, who) and finally your own view (how do I feel).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197535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What geography is, and who a geographer is</a:t>
            </a:r>
            <a:endParaRPr lang="en-US" sz="3600" dirty="0"/>
          </a:p>
        </p:txBody>
      </p:sp>
      <p:sp>
        <p:nvSpPr>
          <p:cNvPr id="11" name="lessons-card"/>
          <p:cNvSpPr/>
          <p:nvPr/>
        </p:nvSpPr>
        <p:spPr>
          <a:xfrm>
            <a:off x="548640" y="3519678"/>
            <a:ext cx="5287975" cy="1948180"/>
          </a:xfrm>
          <a:prstGeom prst="roundRect">
            <a:avLst>
              <a:gd name="adj" fmla="val 3755"/>
            </a:avLst>
          </a:prstGeom>
          <a:solidFill>
            <a:srgbClr val="F2F5F2"/>
          </a:solidFill>
          <a:ln/>
        </p:spPr>
      </p:sp>
      <p:sp>
        <p:nvSpPr>
          <p:cNvPr id="12" name="lessons"/>
          <p:cNvSpPr txBox="1"/>
          <p:nvPr/>
        </p:nvSpPr>
        <p:spPr>
          <a:xfrm>
            <a:off x="685800" y="361111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geography all about? Who is a geographer?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geography? The three types of geography</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an example of physical geography?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shopping centre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new motorway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volcano erupting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Litter on a beach</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Environmental geography is where human and ___ geography are linked together.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physical  ·  economic  ·  local</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continents are there in the world?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volcano erupting</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an example of physical geography?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volcano is a natural event, so it is physical geography. The motorway and shopping centre are built by people (human); litter is people affecting nature (environmental).</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physical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Environmental geography is where human and ___ geography are linked together.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Environmental geography links people (human) with nature (physical), for example pollution of a river.</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continents are there in the world?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Seven: North America, South America, Europe, Asia, Africa, Australasia (Oceania) and Antarctica.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geographer</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investigates places and the world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geographer asks where a place is and why it is like that.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human geography</a:t>
            </a:r>
            <a:endParaRPr lang="en-US" sz="2600" dirty="0"/>
          </a:p>
        </p:txBody>
      </p:sp>
      <p:sp>
        <p:nvSpPr>
          <p:cNvPr id="17" name="word-rule"/>
          <p:cNvSpPr/>
          <p:nvPr/>
        </p:nvSpPr>
        <p:spPr>
          <a:xfrm>
            <a:off x="4521098" y="2558288"/>
            <a:ext cx="3149498" cy="0"/>
          </a:xfrm>
          <a:prstGeom prst="line">
            <a:avLst/>
          </a:prstGeom>
          <a:ln w="12700">
            <a:solidFill>
              <a:srgbClr val="B8C8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where and how people live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Cities, roads and airports are human geography.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physical geography</a:t>
            </a:r>
            <a:endParaRPr lang="en-US" sz="2600" dirty="0"/>
          </a:p>
        </p:txBody>
      </p:sp>
      <p:sp>
        <p:nvSpPr>
          <p:cNvPr id="23" name="word-rule"/>
          <p:cNvSpPr/>
          <p:nvPr/>
        </p:nvSpPr>
        <p:spPr>
          <a:xfrm>
            <a:off x="8310677" y="2558288"/>
            <a:ext cx="3149498" cy="0"/>
          </a:xfrm>
          <a:prstGeom prst="line">
            <a:avLst/>
          </a:prstGeom>
          <a:ln w="12700">
            <a:solidFill>
              <a:srgbClr val="B8C8B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natural features and events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Rivers, mountains and earthquakes are physical geography.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environmental geography</a:t>
            </a:r>
            <a:endParaRPr lang="en-US" sz="2600" dirty="0"/>
          </a:p>
        </p:txBody>
      </p:sp>
      <p:sp>
        <p:nvSpPr>
          <p:cNvPr id="11" name="word-rule"/>
          <p:cNvSpPr/>
          <p:nvPr/>
        </p:nvSpPr>
        <p:spPr>
          <a:xfrm>
            <a:off x="731520" y="2558288"/>
            <a:ext cx="3149498" cy="0"/>
          </a:xfrm>
          <a:prstGeom prst="line">
            <a:avLst/>
          </a:prstGeom>
          <a:ln w="12700">
            <a:solidFill>
              <a:srgbClr val="B8C8B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where people and nature affect each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Pollution in a river is environmental geography.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continent</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seven huge areas of land on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Asia is the largest continent.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ocean</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huge areas of salt water that cover most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Atlantic Ocean lies west of the UK.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Geography is the study of the world we live 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looks at landscapes, people, places and environments.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geographer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asks where a place is and what it is like.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they ask why it is like that and how it is changing.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three types of geography.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Human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about where and how people live.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Physical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about natural features and events, like rivers and weather.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Environmental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where human and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physical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link together.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Pollution and global warming are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environmental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Geographers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also think about social, economic and environmental factors.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this SEE analysis.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world has seven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continents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five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oceans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will need their names all year.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study of the world we live 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someone asks what geography is, give the short answer first: the study of the world we live in. Then add an example.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 already did geography at primary school. You may have learnt the continents and oceans, the four capital cities of the UK, and the four compass directions.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Geography joins up with every other subject on your timetable.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what makes a good geographer? The deck gives three things.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types of geography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Ask one question: is it people, nature, or people and nature together? That gives you human, physical or environmental.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sort their subject into three types. Human geography is about where and how people live: cities, roads, railways, schools, shops and jobs.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Some things fit more than one type. In class you sorted twenty pictures.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Try the odd-one-out game from the deck. River, mountain, school: the school is the odd one out, because it is human and the other two are physical.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Three types of geography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F5F2"/>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Is an earthquake human, physical or environmental geography? Explain your answer in one sentence.</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is it made by people, made by nature, or about how people and nature affect each other?</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earthquake is a natural event. Nobody builds one.</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it is physical geography.</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If the question asked about the damage an earthquake does to a city, that would bring people in, and you could argue for human geography too. Always answer the question that was asked.</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Physical geography, because an earthquake is a natural event, not something made by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geographer asks questions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SEE: Social is people, Economic is money and jobs, Environmental is land and air. Learn the three words in that order.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investigate places by asking questions. The deck gives six, and you used them on a photograph of the Fjallsjokull glacier in Iceland.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also look at three kinds of factor in every place.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Geography is happening every minute of the day. Your homework asked you to find a news report and explain why it is geographical.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Continents and oceans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Seven continents, five oceans. If a map shows only four oceans, the missing one is almost always the Arctic.</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geographer needs to know where places are. Start with the biggest pieces.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Between the continents are the oceans. The deck's satellite image labelled four: the Atlantic Ocean, the Pacific Ocean, the Indian Ocean and the Southern Ocean around Antarctica.</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Learn these names now. Later in this unit you will use latitude and longitude to find countries on the globe, and you will need to know which continent each country is 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Continents and oceans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F5F2"/>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On the deck's satellite image, numbers 1 to 11 label the continents and oceans. How many of the eleven labels are oceans?</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There are seven continents, so seven labels are continents.</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11 − 7 = 4.</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Four labels are oceans: Atlantic, Pacific, Indian and Southern.</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image does not label the Arctic Ocean, which is why you learnt five oceans at primary school but counted four here.</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 oceans (Atlantic, Pacific, Indian, Southern).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Three types of geography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type of geography, and SEE analysis, to what it means.</a:t>
            </a:r>
            <a:endParaRPr lang="en-US" sz="2200" dirty="0"/>
          </a:p>
        </p:txBody>
      </p:sp>
      <p:sp>
        <p:nvSpPr>
          <p:cNvPr id="11" name="match-card"/>
          <p:cNvSpPr/>
          <p:nvPr/>
        </p:nvSpPr>
        <p:spPr>
          <a:xfrm>
            <a:off x="777240" y="2468331"/>
            <a:ext cx="3081437" cy="890026"/>
          </a:xfrm>
          <a:prstGeom prst="roundRect">
            <a:avLst>
              <a:gd name="adj" fmla="val 8219"/>
            </a:avLst>
          </a:prstGeom>
          <a:solidFill>
            <a:srgbClr val="F5F8F6"/>
          </a:solidFill>
          <a:ln/>
        </p:spPr>
      </p:sp>
      <p:sp>
        <p:nvSpPr>
          <p:cNvPr id="12" name="match-hex"/>
          <p:cNvSpPr/>
          <p:nvPr/>
        </p:nvSpPr>
        <p:spPr>
          <a:xfrm>
            <a:off x="850392" y="2747052"/>
            <a:ext cx="384048" cy="332586"/>
          </a:xfrm>
          <a:prstGeom prst="hexagon">
            <a:avLst/>
          </a:prstGeom>
          <a:solidFill>
            <a:srgbClr val="3F6B4A"/>
          </a:solidFill>
          <a:ln/>
        </p:spPr>
      </p:sp>
      <p:sp>
        <p:nvSpPr>
          <p:cNvPr id="13" name="match-hex-label"/>
          <p:cNvSpPr txBox="1"/>
          <p:nvPr/>
        </p:nvSpPr>
        <p:spPr>
          <a:xfrm>
            <a:off x="850392"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Human geography</a:t>
            </a:r>
            <a:endParaRPr lang="en-US" sz="2200" dirty="0"/>
          </a:p>
        </p:txBody>
      </p:sp>
      <p:sp>
        <p:nvSpPr>
          <p:cNvPr id="15" name="match-card"/>
          <p:cNvSpPr/>
          <p:nvPr/>
        </p:nvSpPr>
        <p:spPr>
          <a:xfrm>
            <a:off x="4224437" y="2468331"/>
            <a:ext cx="7190019" cy="890026"/>
          </a:xfrm>
          <a:prstGeom prst="roundRect">
            <a:avLst>
              <a:gd name="adj" fmla="val 8219"/>
            </a:avLst>
          </a:prstGeom>
          <a:solidFill>
            <a:srgbClr val="F9F4EC"/>
          </a:solidFill>
          <a:ln/>
        </p:spPr>
      </p:sp>
      <p:sp>
        <p:nvSpPr>
          <p:cNvPr id="16" name="match-hex"/>
          <p:cNvSpPr/>
          <p:nvPr/>
        </p:nvSpPr>
        <p:spPr>
          <a:xfrm>
            <a:off x="4297589" y="2747052"/>
            <a:ext cx="384048" cy="332586"/>
          </a:xfrm>
          <a:prstGeom prst="hexagon">
            <a:avLst/>
          </a:prstGeom>
          <a:solidFill>
            <a:srgbClr val="B8862B"/>
          </a:solidFill>
          <a:ln/>
        </p:spPr>
      </p:sp>
      <p:sp>
        <p:nvSpPr>
          <p:cNvPr id="17" name="match-hex-label"/>
          <p:cNvSpPr txBox="1"/>
          <p:nvPr/>
        </p:nvSpPr>
        <p:spPr>
          <a:xfrm>
            <a:off x="4297589"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Looking at the social, economic and environmental factors of a place</a:t>
            </a:r>
            <a:endParaRPr lang="en-US" sz="2200" dirty="0"/>
          </a:p>
        </p:txBody>
      </p:sp>
      <p:sp>
        <p:nvSpPr>
          <p:cNvPr id="19" name="match-card"/>
          <p:cNvSpPr/>
          <p:nvPr/>
        </p:nvSpPr>
        <p:spPr>
          <a:xfrm>
            <a:off x="777240" y="3449798"/>
            <a:ext cx="3081437" cy="890026"/>
          </a:xfrm>
          <a:prstGeom prst="roundRect">
            <a:avLst>
              <a:gd name="adj" fmla="val 8219"/>
            </a:avLst>
          </a:prstGeom>
          <a:solidFill>
            <a:srgbClr val="F5F8F6"/>
          </a:solidFill>
          <a:ln/>
        </p:spPr>
      </p:sp>
      <p:sp>
        <p:nvSpPr>
          <p:cNvPr id="20" name="match-hex"/>
          <p:cNvSpPr/>
          <p:nvPr/>
        </p:nvSpPr>
        <p:spPr>
          <a:xfrm>
            <a:off x="850392" y="3728518"/>
            <a:ext cx="384048" cy="332586"/>
          </a:xfrm>
          <a:prstGeom prst="hexagon">
            <a:avLst/>
          </a:prstGeom>
          <a:solidFill>
            <a:srgbClr val="3F6B4A"/>
          </a:solidFill>
          <a:ln/>
        </p:spPr>
      </p:sp>
      <p:sp>
        <p:nvSpPr>
          <p:cNvPr id="21" name="match-hex-label"/>
          <p:cNvSpPr txBox="1"/>
          <p:nvPr/>
        </p:nvSpPr>
        <p:spPr>
          <a:xfrm>
            <a:off x="850392"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49798"/>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Physical geography</a:t>
            </a:r>
            <a:endParaRPr lang="en-US" sz="2200" dirty="0"/>
          </a:p>
        </p:txBody>
      </p:sp>
      <p:sp>
        <p:nvSpPr>
          <p:cNvPr id="23" name="match-card"/>
          <p:cNvSpPr/>
          <p:nvPr/>
        </p:nvSpPr>
        <p:spPr>
          <a:xfrm>
            <a:off x="4224437" y="3449798"/>
            <a:ext cx="7190019" cy="890026"/>
          </a:xfrm>
          <a:prstGeom prst="roundRect">
            <a:avLst>
              <a:gd name="adj" fmla="val 8219"/>
            </a:avLst>
          </a:prstGeom>
          <a:solidFill>
            <a:srgbClr val="F9F4EC"/>
          </a:solidFill>
          <a:ln/>
        </p:spPr>
      </p:sp>
      <p:sp>
        <p:nvSpPr>
          <p:cNvPr id="24" name="match-hex"/>
          <p:cNvSpPr/>
          <p:nvPr/>
        </p:nvSpPr>
        <p:spPr>
          <a:xfrm>
            <a:off x="4297589" y="3728518"/>
            <a:ext cx="384048" cy="332586"/>
          </a:xfrm>
          <a:prstGeom prst="hexagon">
            <a:avLst/>
          </a:prstGeom>
          <a:solidFill>
            <a:srgbClr val="B8862B"/>
          </a:solidFill>
          <a:ln/>
        </p:spPr>
      </p:sp>
      <p:sp>
        <p:nvSpPr>
          <p:cNvPr id="25" name="match-hex-label"/>
          <p:cNvSpPr txBox="1"/>
          <p:nvPr/>
        </p:nvSpPr>
        <p:spPr>
          <a:xfrm>
            <a:off x="4297589"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49798"/>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Human and physical geography linked together, such as pollution</a:t>
            </a:r>
            <a:endParaRPr lang="en-US" sz="2200" dirty="0"/>
          </a:p>
        </p:txBody>
      </p:sp>
      <p:sp>
        <p:nvSpPr>
          <p:cNvPr id="27" name="match-card"/>
          <p:cNvSpPr/>
          <p:nvPr/>
        </p:nvSpPr>
        <p:spPr>
          <a:xfrm>
            <a:off x="777240" y="4431264"/>
            <a:ext cx="3081437" cy="890026"/>
          </a:xfrm>
          <a:prstGeom prst="roundRect">
            <a:avLst>
              <a:gd name="adj" fmla="val 8219"/>
            </a:avLst>
          </a:prstGeom>
          <a:solidFill>
            <a:srgbClr val="F5F8F6"/>
          </a:solidFill>
          <a:ln/>
        </p:spPr>
      </p:sp>
      <p:sp>
        <p:nvSpPr>
          <p:cNvPr id="28" name="match-hex"/>
          <p:cNvSpPr/>
          <p:nvPr/>
        </p:nvSpPr>
        <p:spPr>
          <a:xfrm>
            <a:off x="850392" y="4709984"/>
            <a:ext cx="384048" cy="332586"/>
          </a:xfrm>
          <a:prstGeom prst="hexagon">
            <a:avLst/>
          </a:prstGeom>
          <a:solidFill>
            <a:srgbClr val="3F6B4A"/>
          </a:solidFill>
          <a:ln/>
        </p:spPr>
      </p:sp>
      <p:sp>
        <p:nvSpPr>
          <p:cNvPr id="29" name="match-hex-label"/>
          <p:cNvSpPr txBox="1"/>
          <p:nvPr/>
        </p:nvSpPr>
        <p:spPr>
          <a:xfrm>
            <a:off x="850392" y="47099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 geography</a:t>
            </a:r>
            <a:endParaRPr lang="en-US" sz="2200" dirty="0"/>
          </a:p>
        </p:txBody>
      </p:sp>
      <p:sp>
        <p:nvSpPr>
          <p:cNvPr id="31" name="match-card"/>
          <p:cNvSpPr/>
          <p:nvPr/>
        </p:nvSpPr>
        <p:spPr>
          <a:xfrm>
            <a:off x="4224437" y="4431264"/>
            <a:ext cx="7190019" cy="890026"/>
          </a:xfrm>
          <a:prstGeom prst="roundRect">
            <a:avLst>
              <a:gd name="adj" fmla="val 8219"/>
            </a:avLst>
          </a:prstGeom>
          <a:solidFill>
            <a:srgbClr val="F9F4EC"/>
          </a:solidFill>
          <a:ln/>
        </p:spPr>
      </p:sp>
      <p:sp>
        <p:nvSpPr>
          <p:cNvPr id="32" name="match-hex"/>
          <p:cNvSpPr/>
          <p:nvPr/>
        </p:nvSpPr>
        <p:spPr>
          <a:xfrm>
            <a:off x="4297589" y="4709984"/>
            <a:ext cx="384048" cy="332586"/>
          </a:xfrm>
          <a:prstGeom prst="hexagon">
            <a:avLst/>
          </a:prstGeom>
          <a:solidFill>
            <a:srgbClr val="B8862B"/>
          </a:solidFill>
          <a:ln/>
        </p:spPr>
      </p:sp>
      <p:sp>
        <p:nvSpPr>
          <p:cNvPr id="33" name="match-hex-label"/>
          <p:cNvSpPr txBox="1"/>
          <p:nvPr/>
        </p:nvSpPr>
        <p:spPr>
          <a:xfrm>
            <a:off x="4297589" y="47099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31264"/>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Natural features and events, such as landforms and weather</a:t>
            </a:r>
            <a:endParaRPr lang="en-US" sz="2200" dirty="0"/>
          </a:p>
        </p:txBody>
      </p:sp>
      <p:sp>
        <p:nvSpPr>
          <p:cNvPr id="35" name="match-card"/>
          <p:cNvSpPr/>
          <p:nvPr/>
        </p:nvSpPr>
        <p:spPr>
          <a:xfrm>
            <a:off x="777240" y="5412730"/>
            <a:ext cx="3081437" cy="549158"/>
          </a:xfrm>
          <a:prstGeom prst="roundRect">
            <a:avLst>
              <a:gd name="adj" fmla="val 13321"/>
            </a:avLst>
          </a:prstGeom>
          <a:solidFill>
            <a:srgbClr val="F5F8F6"/>
          </a:solidFill>
          <a:ln/>
        </p:spPr>
      </p:sp>
      <p:sp>
        <p:nvSpPr>
          <p:cNvPr id="36" name="match-hex"/>
          <p:cNvSpPr/>
          <p:nvPr/>
        </p:nvSpPr>
        <p:spPr>
          <a:xfrm>
            <a:off x="850392" y="5521016"/>
            <a:ext cx="384048" cy="332586"/>
          </a:xfrm>
          <a:prstGeom prst="hexagon">
            <a:avLst/>
          </a:prstGeom>
          <a:solidFill>
            <a:srgbClr val="3F6B4A"/>
          </a:solidFill>
          <a:ln/>
        </p:spPr>
      </p:sp>
      <p:sp>
        <p:nvSpPr>
          <p:cNvPr id="37" name="match-hex-label"/>
          <p:cNvSpPr txBox="1"/>
          <p:nvPr/>
        </p:nvSpPr>
        <p:spPr>
          <a:xfrm>
            <a:off x="850392" y="55210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412730"/>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SEE analysis</a:t>
            </a:r>
            <a:endParaRPr lang="en-US" sz="2200" dirty="0"/>
          </a:p>
        </p:txBody>
      </p:sp>
      <p:sp>
        <p:nvSpPr>
          <p:cNvPr id="39" name="match-card"/>
          <p:cNvSpPr/>
          <p:nvPr/>
        </p:nvSpPr>
        <p:spPr>
          <a:xfrm>
            <a:off x="4224437" y="5412730"/>
            <a:ext cx="7190019" cy="549158"/>
          </a:xfrm>
          <a:prstGeom prst="roundRect">
            <a:avLst>
              <a:gd name="adj" fmla="val 13321"/>
            </a:avLst>
          </a:prstGeom>
          <a:solidFill>
            <a:srgbClr val="F9F4EC"/>
          </a:solidFill>
          <a:ln/>
        </p:spPr>
      </p:sp>
      <p:sp>
        <p:nvSpPr>
          <p:cNvPr id="40" name="match-hex"/>
          <p:cNvSpPr/>
          <p:nvPr/>
        </p:nvSpPr>
        <p:spPr>
          <a:xfrm>
            <a:off x="4297589" y="5521016"/>
            <a:ext cx="384048" cy="332586"/>
          </a:xfrm>
          <a:prstGeom prst="hexagon">
            <a:avLst/>
          </a:prstGeom>
          <a:solidFill>
            <a:srgbClr val="B8862B"/>
          </a:solidFill>
          <a:ln/>
        </p:spPr>
      </p:sp>
      <p:sp>
        <p:nvSpPr>
          <p:cNvPr id="41" name="match-hex-label"/>
          <p:cNvSpPr txBox="1"/>
          <p:nvPr/>
        </p:nvSpPr>
        <p:spPr>
          <a:xfrm>
            <a:off x="4297589" y="55210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412730"/>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and how people live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Three types of geography</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Three types of geography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Human means people. Find the meaning that is about people.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Physical means nature. Find the meaning that is about natural features.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is the one where people and nature are linked.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SEE is made of three words: Social, Economic, Environmental. Find the meaning that lists three factors.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People, nature, people-and-nature, and the three factors. Which meaning fits which?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An airport was sorted as both human and environmental in class. Explain why, and give one more example that fits two types.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SEE factor?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new factory opens in a town and gives jobs to 300 people. Which SEE factor does this describe?</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Economic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Environmental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Physical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Social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Which SEE factor?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new factory opens in a town and gives jobs to 300 people. Which SEE factor does this describe?</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SEE stands for Social, Economic, Environmental.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is people and their way of life. Economic is money and ways to earn money through working. Environmental is land and air.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Jobs are a way to earn money.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this is the economic factor.</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of the three factors is about money and work?</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factory also makes the air dirtier and brings new families to the town. Write one sentence for each SEE factor about this factory.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2014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Put the six geographical enquiry questions into the order the deck gives them, starting with the question about location.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How is it changing?</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Where is this place?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Who is affected by the changes?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How do I feel about it?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What is it like?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F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Why is it like this?</a:t>
            </a:r>
            <a:endParaRPr lang="en-US" sz="2200" dirty="0"/>
          </a:p>
        </p:txBody>
      </p:sp>
      <p:sp>
        <p:nvSpPr>
          <p:cNvPr id="11" name="exit-answer-box"/>
          <p:cNvSpPr/>
          <p:nvPr/>
        </p:nvSpPr>
        <p:spPr>
          <a:xfrm>
            <a:off x="2286000" y="5184648"/>
            <a:ext cx="7619695" cy="685800"/>
          </a:xfrm>
          <a:prstGeom prst="roundRect">
            <a:avLst>
              <a:gd name="adj" fmla="val 13333"/>
            </a:avLst>
          </a:prstGeom>
          <a:solidFill>
            <a:srgbClr val="F7F9F8"/>
          </a:solidFill>
          <a:ln w="12700">
            <a:solidFill>
              <a:srgbClr val="A5B9AA"/>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Three types of geography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Human geography  →  D  Where and how people live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Physical geography  →  C  Natural features and events, such as landforms and weather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Environmental geography  →  B  Human and physical geography linked together, such as pollution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SEE analysis  →  A  Looking at the social, economic and environmental factors of a place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 geography is about people; physical geography is about nature; environmental geography is where the two link, such as pollution. SEE analysis looks at a place through social, economic and environmental factors.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SEE factor?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new factory opens in a town and gives jobs to 300 people. Which SEE factor does this describe?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Economic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Economic factors are about money and ways to earn money through working, such as business and jobs. Three hundred new jobs is an economic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Where is this place?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What is it like?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Why is it like this?  (F)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How is it changing?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Who is affected by the changes?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How do I feel about it?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deck's order moves from finding the place (where) to describing it (what), explaining it (why), looking at change (how, who) and finally your own view (how do I feel).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1: What geography is, and who a geographer is</dc:title>
  <dc:subject>Geography · Year 7</dc:subject>
  <dc:creator>Dr Vitor Merissi de Carvalho</dc:creator>
  <cp:lastModifiedBy>Dr Vitor Merissi de Carvalho</cp:lastModifiedBy>
  <cp:revision>1</cp:revision>
  <dcterms:created xsi:type="dcterms:W3CDTF">2026-10-19T06:07:41Z</dcterms:created>
  <dcterms:modified xsi:type="dcterms:W3CDTF">2026-10-19T06:07:41Z</dcterms:modified>
</cp:coreProperties>
</file>