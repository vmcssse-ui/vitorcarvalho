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26b367-98ec-aaa0-70ab-bb6c24021663}">
          <p14:sldIdLst>
            <p14:sldId id="256"/>
          </p14:sldIdLst>
        </p14:section>
        <p14:section name="Gate" id="{846004d5-6a37-cc46-4cae-ffa8e9a6bf97}">
          <p14:sldIdLst>
            <p14:sldId id="257"/>
            <p14:sldId id="258"/>
          </p14:sldIdLst>
        </p14:section>
        <p14:section name="Pre-teach" id="{7d87a236-037d-fa6d-9c7e-4bac5bfa4210}">
          <p14:sldIdLst>
            <p14:sldId id="259"/>
            <p14:sldId id="260"/>
          </p14:sldIdLst>
        </p14:section>
        <p14:section name="Read-along" id="{20d75c4b-4702-05a1-8a17-6e4ce833edbe}">
          <p14:sldIdLst>
            <p14:sldId id="261"/>
            <p14:sldId id="262"/>
          </p14:sldIdLst>
        </p14:section>
        <p14:section name="Teach" id="{5fa5a89e-1844-ef6d-c466-ad69c70e46b4}">
          <p14:sldIdLst>
            <p14:sldId id="263"/>
            <p14:sldId id="264"/>
            <p14:sldId id="265"/>
            <p14:sldId id="266"/>
            <p14:sldId id="267"/>
          </p14:sldIdLst>
        </p14:section>
        <p14:section name="Routes" id="{31664a67-04dc-0473-e550-d2ce951f2ff6}">
          <p14:sldIdLst>
            <p14:sldId id="268"/>
            <p14:sldId id="269"/>
            <p14:sldId id="270"/>
            <p14:sldId id="271"/>
          </p14:sldIdLst>
        </p14:section>
        <p14:section name="Close" id="{c33a90f9-42e1-6181-51e4-3402489396db}">
          <p14:sldIdLst>
            <p14:sldId id="272"/>
          </p14:sldIdLst>
        </p14:section>
        <p14:section name="Answers" id="{58c45f46-14ed-82eb-c19a-364eac80dc1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My local town: what is Hayes famous for?. Where Hayes is, how its streets, chapel and factories have changed since the early 1900s, what the census tells us about its growing population, why it is famous for an airport and a railway, and how plaques, time capsules and old maps keep a place's history.
This deck covers the department's lessons: 5 (What is my local town famous for? Hayes, before and after: Where is Hayes, how has it changed since the early 1900s, and what are the impacts of Crossrail?); 6 (How do we use maps to tell local history?: How do blue plaques, time capsules and old maps tell us about the history of a place?).
Read the big question aloud: "What makes a place, how do we find and describe it on a map, and how does my local place connect to the rest of the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London borough is Hayes in?  →  C   Hillingdon
2. The population of Hayes was 233 610 in 1981 and 298 370 in 2015. By how many people did it increase?  →  64 760 people
3. The first census was carried out in ___, and one has been taken every ten years since, apart from 1941.  →  1801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Hillingdon. Hayes is located in the borough of Hillingdon, on the western edge of London.
2. 64 760 people. 298 370 − 233 610 = 64 760, which the deck rounds to about 65 000.
3. 1801. The first census was in 1801. It has been repeated every ten years since, except in 1941 because of the Second World War.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borough: one of the areas London is divided into for local government. Example: "Hayes is in the borough of Hillingdon."
• census: a count of everyone living in the country. Example: "The census is taken every ten years."
• population: the number of people living in a place. Example: "The population of Hayes has grown."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industry: making things in factories. Example: "Chocolate and records were important industries in Hayes."
• blue plaque: a sign showing where a famous person lived or a famous event happened. Example: "A blue plaque marks the house of a famous writer."
• time capsule: a sealed container of objects to be opened far in the future. Example: "We buried a time capsule under the playground."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Hayes is a town in west London.
2. It is in the borough of Hillingdon.
3. Old photographs show how Hayes has changed.
4. Station Road looked very different in the early 1900s.
5. The town chapel was moved 100 yards from its old place.
6. A big factory made records for HMV and EMI.
7. A chocolate company stood beside the canal in the 1920s.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census counts everyone in the country every ten years.
9. It shows that more people live in Hayes now than in 1981.
10. Hayes is famous for Heathrow airport and for its railway.
11. The new railway is called Crossrail, or the Elizabeth line.
12. Blue plaques and time capsules keep the history of a place.
13. Old maps show what a place used to look like.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is Hayes, and how has it changed?. Say it in your own words, then check understanding with a quick question: ask a pupil from the pre-teach group first, since they met these words and ideas before the lesson. Pupils try to recall before you re-explain.
Hayes is a town in west London, in the borough of Hillingdon. A borough is one of the areas London is divided into for local government. Your starter asked you to find Hillingdon on a map of London: it is on the western edge, where London meets the countryside beyond. To describe where a place is, name the country, the city, the borough, and something nearby, such as the airport or the canal.
The deck's before-and-after photographs show how Hayes has changed. Station Road in the early 1900s and in 2013 is the same street, but the shops, vehicles and road surface are all different. Hayes town chapel was photographed in the 1900s and again in 2012, standing 100 yards from its former location. The HMV and EMI factory at Bourne's Bridge was photographed in the 1930s and in 2003; HMV stood for His Master's Voice and EMI for Electric and Musical Industries, and the factory made records and electrical goods.
Chocolate was one of the important industries in the history of Hayes. One photograph shows the Hayes Cocoa Company seen from the canal in the early 1920s; another shows the Nestlé factory on the same site, seen from the canal in 2003. The railway bridge over the canal appears in both, which is how you know it is the same place. Describing change means saying what has stayed the same as well as what is different.
Tip: For a before-and-after pair, name one thing that has changed and one thing that has stayed the same. Both count as describing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Counting people: the census. Say it in your own words, then check understanding with a quick question: ask a pupil from the pre-teach group first, since they met these words and ideas before the lesson. Pupils try to recall before you re-explain.
The census is a rich source for anyone studying a place. The first census was carried out in 1801 and one has been taken every 10 years since then, apart from 1941, because of the Second World War. A census return lists who was in each household on one night: their names, their ages and the work they did. Historians and geographers use census returns to see who lived in a place and what work they did.
The deck's own table gives population figures for Hayes in five years: 233 610 in 1981, 236 047 in 1990, 245 911 in 2000, 269 465 in 2010 and 298 370 in 2015. Reading down the table, the population rose every time, and the rises got bigger: about 2 400 between 1981 and 1990, about 9 900 between 1990 and 2000, about 23 600 between 2000 and 2010 and about 28 900 between 2010 and 2015. Altogether the population increased by about 65 000 from 1981 to 2015.
To compare growth fairly we use percentage increase. The rule is: new number minus original number, divided by the original number, times 100. For Hayes that is 298 370 − 233 610 = 64 760, then 64 760 ÷ 233 610 × 100, which is about 27.7 %. Be careful: if you divide by the new number instead of the original, you get about 21.7 %, which is wrong. Always divide by the number you started with. Why are more people living in Hayes? Jobs at Heathrow, good transport into London and new housing all draw people in, many of them moving from other parts of London and from abroad.
Worked example — model it step by step, thinking aloud: The population of Hayes was 233 610 in 1981 and 298 370 in 2015. Work out the percentage increase. (1) Find the increase: 298 370 − 233 610 = 64 760. (2) Divide by the original number: 64 760 ÷ 233 610 = 0.277 (to three decimal places). (3) Multiply by 100: about 27.7 %. (4) Check the sense: 64 760 is a bit more than a quarter of 233 610, and a quarter is 25 %, so 27.7 % is reasonable. Answer: About 27.7 %.
Tip: Percentage increase: (new − original) ÷ original × 100. The word original appears twice for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Counting people: the census. Say it in your own words, then check understanding with a quick question: ask a pupil from the pre-teach group first, since they met these words and ideas before the lesson. Pupils try to recall before you re-explain.
The census is a rich source for anyone studying a place. The first census was carried out in 1801 and one has been taken every 10 years since then, apart from 1941, because of the Second World War. A census return lists who was in each household on one night: their names, their ages and the work they did. Historians and geographers use census returns to see who lived in a place and what work they did.
The deck's own table gives population figures for Hayes in five years: 233 610 in 1981, 236 047 in 1990, 245 911 in 2000, 269 465 in 2010 and 298 370 in 2015. Reading down the table, the population rose every time, and the rises got bigger: about 2 400 between 1981 and 1990, about 9 900 between 1990 and 2000, about 23 600 between 2000 and 2010 and about 28 900 between 2010 and 2015. Altogether the population increased by about 65 000 from 1981 to 2015.
To compare growth fairly we use percentage increase. The rule is: new number minus original number, divided by the original number, times 100. For Hayes that is 298 370 − 233 610 = 64 760, then 64 760 ÷ 233 610 × 100, which is about 27.7 %. Be careful: if you divide by the new number instead of the original, you get about 21.7 %, which is wrong. Always divide by the number you started with. Why are more people living in Hayes? Jobs at Heathrow, good transport into London and new housing all draw people in, many of them moving from other parts of London and from abroad.
Worked example — model it step by step, thinking aloud: The population of Hayes was 233 610 in 1981 and 298 370 in 2015. Work out the percentage increase. (1) Find the increase: 298 370 − 233 610 = 64 760. (2) Divide by the original number: 64 760 ÷ 233 610 = 0.277 (to three decimal places). (3) Multiply by 100: about 27.7 %. (4) Check the sense: 64 760 is a bit more than a quarter of 233 610, and a quarter is 25 %, so 27.7 % is reasonable. Answer: About 27.7 %.
Tip: Percentage increase: (new − original) ÷ original × 100. The word original appears twice for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Famous for an airport and a railway. Say it in your own words, then check understanding with a quick question: ask a pupil from the pre-teach group first, since they met these words and ideas before the lesson. Pupils try to recall before you re-explain.
Look at a map of Hayes and two symbols stand out: an airport and a railway station. Hayes is famous for Heathrow airport, which lies just to the south, and for Hayes railway station. A 1930s map in the deck shows the site of Heathrow as fields; the airport was built in 1946. Heathrow brings jobs, noise and traffic to the whole area, and it is one reason the population has grown.
Hayes is now even more famous for a new railway: Crossrail, which is called the Elizabeth line. The line was built to carry people across London and the South East. Its western ends are Reading and Heathrow; its eastern ends are Shenfield and Abbey Wood; and the trains run through Hayes. The deck gives its cost as £15 billion. When you studied it, the line was still being built; it has since opened, so check the latest news for how it is being used.
A new railway has benefits and costs. The benefits the deck lists are faster and easier travel between London and the South East, jobs for people, growth in businesses, and a rise in house prices for owners and developers. The costs are a rise in house prices for tenants and new movers, loss of green spaces, loss of homes, the bill for taxpayers, and more expensive travel on the new line. Notice that rising house prices appear on both sides: good if you own a home, bad if you rent or want to buy.
Tip: Advantages and disadvantages depend on who you are. Say who gains and who loses, and you have written a geographer's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Marking local history: plaques, capsules and old maps. Say it in your own words, then check understanding with a quick question: ask a pupil from the pre-teach group first, since they met these words and ideas before the lesson. Pupils try to recall before you re-explain.
Places keep their history in several ways. A blue plaque is a small sign fixed to a building to record that someone famous once lived there, or that something important happened on that spot. In class you searched a website for blue plaques within 100 miles of the school and marked them on a sketch map, with the person's name and dates in a key. A time capsule is a sealed box of objects, stored away so that it can be opened on a chosen date far ahead. The deck shows one in New York that will be opened in the year 6939 to tell people of the future what life is like today. You designed your own with five objects that tell the story of your local area now.
Old maps tell local history too. Two maps of Bristol, from 1866 and 1946, show the city growing to the north and west, so the map with less growth is the older one. A 1925 OS map of Catstye Cam and Helvellyn in the Lake District would look almost the same today, because a glaciated landscape with no settlements takes thousands of years to change. The name Liverpool means pool or creek with thick or muddy water, and the pool can be seen on an old map of the city. A 1946 map of the River Severn shows a railway crossing the river, with a station on the northern bank called Severn Bridge station; today two road bridges cross there instead.
At the end of the unit you designed a mural, a large work of art on a wall, telling the story of the local area, in the spirit of the Bayeux Tapestry: a piece of embroidered cloth about 50 cm high and 70 m long that tells the story of the Norman invasion of England in 1066. A good mural, like a good map, shows what has changed and what has stayed the same.
Tip: To date an old map, look for what is missing: no airport, no motorway, a railway that has since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Percentage increase, done properly.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population of Hayes was 233 610 in 1981 and 298 370 in 2015. Work out the percentage increase, to one decimal place.
Support — work through the steps with the group: (1) Find the increase: new number minus original number. (2) Divide the increase by the ORIGINAL number (the 1981 figure). (3) Multiply by 100 to turn it into a percentage. (4) Round to one decimal place. Check: the answer should be a bit more than 25 %, because the increase is a bit more than a quarter of the original.
Parallel worked example for Support (model it, do not give the task answer): A village grew from 2 000 people to 2 500. What is the percentage increase? Increase: 2 500 − 2 000 = 500.; Divide by the original: 500 ÷ 2 000 = 0.25.; Multiply by 100: 25 %.. Answer: 25 %.
Core — reveal the hint only on request: (new − original) ÷ original × 100. The original is the 1981 figure.
Stretch — no help; when finished: The deck's answer slide gives 21.7 %. Show exactly which number was used as the divisor to get that figure, and explain why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Percentage increase, done properly.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population of Hayes was 233 610 in 1981 and 298 370 in 2015. Work out the percentage increase, to one decimal place.
Support — work through the steps with the group: (1) Find the increase: new number minus original number. (2) Divide the increase by the ORIGINAL number (the 1981 figure). (3) Multiply by 100 to turn it into a percentage. (4) Round to one decimal place. Check: the answer should be a bit more than 25 %, because the increase is a bit more than a quarter of the original.
Parallel worked example for Support (model it, do not give the task answer): A village grew from 2 000 people to 2 500. What is the percentage increase? Increase: 2 500 − 2 000 = 500.; Divide by the original: 500 ÷ 2 000 = 0.25.; Multiply by 100: 25 %.. Answer: 25 %.
Core — reveal the hint only on request: (new − original) ÷ original × 100. The original is the 1981 figure.
Stretch — no help; when finished: The deck's answer slide gives 21.7 %. Show exactly which number was used as the divisor to get that figure, and explain why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Benefit or cost?.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a cost (disadvantage) of Crossrail for people who rent their homes in Hayes?
Support — work through the steps with the group: (1) Think about who the person is: a renter does not own a home. (2) Which change makes life harder for someone who pays rent? Higher house prices mean higher rents. (3) The other three options help people: travel, jobs, business. (4) So the cost for renters is rising house prices.
Parallel worked example for Support (model it, do not give the task answer): Which is a cost of Crossrail for someone who loves the local park: loss of green spaces, or faster travel to work? Loss of green spaces harms the park lover.; Faster travel is a benefit.. Answer: Loss of green spaces is the cost..
Core — reveal the hint only on request: Three of the options help people. Which one makes it harder to afford a home if you rent?
Stretch — no help; when finished: Rising house prices appear on both the benefits and the costs side of the deck's table. Explain who gains and who loses,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Benefit or cost?.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a cost (disadvantage) of Crossrail for people who rent their homes in Hayes?
Support — work through the steps with the group: (1) Think about who the person is: a renter does not own a home. (2) Which change makes life harder for someone who pays rent? Higher house prices mean higher rents. (3) The other three options help people: travel, jobs, business. (4) So the cost for renters is rising house prices.
Parallel worked example for Support (model it, do not give the task answer): Which is a cost of Crossrail for someone who loves the local park: loss of green spaces, or faster travel to work? Loss of green spaces harms the park lover.; Faster travel is a benefit.. Answer: Loss of green spaces is the cost..
Core — reveal the hint only on request: Three of the options help people. Which one makes it harder to afford a home if you rent?
Stretch — no help; when finished: Rising house prices appear on both the benefits and the costs side of the deck's table. Explain who gains and who loses,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London borough is Hayes in?
Answer: B   Hillingdon. Hayes is located in the borough of Hillingdon, on the western edge of London.
Source of this question: gate item 1 re-asked (options rotated) — this chapter has no third quick-check module.
The ebook also holds task 3, "How has Hayes changed?",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Percentage increase, done properly. Reveal the answer; pupils mark their own work in a different colour, then read the "why" together. Same destination for every lane, so one answer serves the whole class.
Answer: 27.7 %
Why: Percentage increase compares the change with where you started. 64 760 ÷ 233 610 × 100 = 27.7 %. Dividing by the new figure gives 21.7 %, which understates the growth.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Benefit or cost?. Reveal the answer; pupils mark their own work in a different colour, then read the "why" together. Same destination for every lane, so one answer serves the whole class.
Answer: B   Rising house prices and rents for tenants and new movers
Why: The deck lists a rise in house prices as a benefit for owners and developers but a cost for tenants and new movers. Travel, jobs and business growth are benefits.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Hillingdon
Why: Hayes is located in the borough of Hillingdon, on the western edge of London.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My Local Place and the World · AQA KS3 →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My local town: what is Hayes famous for?</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2F5F2"/>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my local town famous for? Hayes, before and after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do we use maps to tell local history?</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place, how do we find and describe it on a map, and how does my local place connect to the rest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London borough is Hayes 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Ealing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Harrow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Hillingdon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Hounslow</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population of Hayes was 233 610 in 1981 and 298 370 in 2015. By how many people did it increase?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people</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first census was carried out in ___, and one has been taken every ten years since, apart from 1941.</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1801  ·  1901  ·  1941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Hillingdon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London borough is Hayes in?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Hayes is located in the borough of Hillingdon, on the western edge of London.</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64 760 people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population of Hayes was 233 610 in 1981 and 298 370 in 2015. By how many people did it increase?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298 370 − 233 610 = 64 760, which the deck rounds to about 65 000.</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1801</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first census was carried out in ___, and one has been taken every ten years since, apart from 1941.</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first census was in 1801. It has been repeated every ten years since, except in 1941 because of the Second World War.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borough</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areas London is divided into for local government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Hayes is in the borough of Hillingdon.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census</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count of everyone living in the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census is taken every ten years.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population</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 of people living in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population of Hayes has grown.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industry</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making things in factories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Chocolate and records were important industries in Hayes.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blue plaque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sign showing where a famous person lived or a famous event happened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blue plaque marks the house of a famous writer.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time capsule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sealed container of objects to be opened far in the future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 buried a time capsule under the playground.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Hayes is a town in west London.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in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borough</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Hillingdon.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Old photographs show how Hayes has changed.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Station Road looked very different in the early 1900s.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town chapel was moved 100 yards from its old place.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big factory made records for HMV and EMI.</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chocolate company stood beside the canal in the 1920s.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census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counts everyone in the country every ten years.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shows that more people live in Hayes now than in 1981.</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Hayes is famous for Heathrow airport and for its railway.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new railway is called Crossrail, or the Elizabeth line.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Blue plaques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time capsules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keep the history of a place.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Old maps show what a place used to look like.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is Hayes, and how has it changed?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before-and-after pair, name one thing that has changed and one thing that has stayed the same. Both count as describing change.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Hayes is a town in west London, in the borough of Hillingdon.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deck's before-and-after photographs show how Hayes has changed. Station Road in the early 1900s and in 2013 is the same street, but the shops, vehicles and road surface are all different.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Chocolate was one of the important industries in the history of Hayes.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Counting people: the census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Percentage increase: (new − original) ÷ original × 100. The word original appears twice for a reason.</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census is a rich source for anyone studying a place.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deck's own table gives population figures for Hayes in five years: 233 610 in 1981, 236 047 in 1990, 245 911 in 2000, 269 465 in 2010 and 298 370 in 2015.</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compare growth fairly we use percentage increase. The rule is: new number minus original number, divided by the original number, times 100.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Counting people: the census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population of Hayes was 233 610 in 1981 and 298 370 in 2015. Work out the percentage increase.</a:t>
            </a:r>
            <a:endParaRPr lang="en-US" sz="2200" dirty="0"/>
          </a:p>
        </p:txBody>
      </p:sp>
      <p:sp>
        <p:nvSpPr>
          <p:cNvPr id="9" name="step-box"/>
          <p:cNvSpPr/>
          <p:nvPr/>
        </p:nvSpPr>
        <p:spPr>
          <a:xfrm>
            <a:off x="548640" y="2655824"/>
            <a:ext cx="2464994" cy="2531872"/>
          </a:xfrm>
          <a:prstGeom prst="roundRect">
            <a:avLst>
              <a:gd name="adj" fmla="val 2968"/>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increase: 298 370 − 233 610 = 64 760.</a:t>
            </a:r>
            <a:endParaRPr lang="en-US" sz="1800" dirty="0"/>
          </a:p>
        </p:txBody>
      </p:sp>
      <p:sp>
        <p:nvSpPr>
          <p:cNvPr id="13" name="arrow"/>
          <p:cNvSpPr/>
          <p:nvPr/>
        </p:nvSpPr>
        <p:spPr>
          <a:xfrm>
            <a:off x="3086786" y="3784600"/>
            <a:ext cx="274320" cy="274320"/>
          </a:xfrm>
          <a:prstGeom prst="rightArrow">
            <a:avLst/>
          </a:prstGeom>
          <a:solidFill>
            <a:srgbClr val="B8862B"/>
          </a:solidFill>
          <a:ln/>
        </p:spPr>
      </p:sp>
      <p:sp>
        <p:nvSpPr>
          <p:cNvPr id="14" name="step-box"/>
          <p:cNvSpPr/>
          <p:nvPr/>
        </p:nvSpPr>
        <p:spPr>
          <a:xfrm>
            <a:off x="3425114" y="2655824"/>
            <a:ext cx="2464994" cy="2531872"/>
          </a:xfrm>
          <a:prstGeom prst="roundRect">
            <a:avLst>
              <a:gd name="adj" fmla="val 2968"/>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Divide by the original number: 64 760 ÷ 233 610 = 0.277 (to three decimal places).</a:t>
            </a:r>
            <a:endParaRPr lang="en-US" sz="1800" dirty="0"/>
          </a:p>
        </p:txBody>
      </p:sp>
      <p:sp>
        <p:nvSpPr>
          <p:cNvPr id="18" name="arrow"/>
          <p:cNvSpPr/>
          <p:nvPr/>
        </p:nvSpPr>
        <p:spPr>
          <a:xfrm>
            <a:off x="5963260" y="3784600"/>
            <a:ext cx="274320" cy="274320"/>
          </a:xfrm>
          <a:prstGeom prst="rightArrow">
            <a:avLst/>
          </a:prstGeom>
          <a:solidFill>
            <a:srgbClr val="B8862B"/>
          </a:solidFill>
          <a:ln/>
        </p:spPr>
      </p:sp>
      <p:sp>
        <p:nvSpPr>
          <p:cNvPr id="19" name="step-box"/>
          <p:cNvSpPr/>
          <p:nvPr/>
        </p:nvSpPr>
        <p:spPr>
          <a:xfrm>
            <a:off x="6301588" y="2655824"/>
            <a:ext cx="2464994" cy="2531872"/>
          </a:xfrm>
          <a:prstGeom prst="roundRect">
            <a:avLst>
              <a:gd name="adj" fmla="val 2968"/>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by 100: about 27.7 %.</a:t>
            </a:r>
            <a:endParaRPr lang="en-US" sz="1800" dirty="0"/>
          </a:p>
        </p:txBody>
      </p:sp>
      <p:sp>
        <p:nvSpPr>
          <p:cNvPr id="23" name="arrow"/>
          <p:cNvSpPr/>
          <p:nvPr/>
        </p:nvSpPr>
        <p:spPr>
          <a:xfrm>
            <a:off x="8839733" y="3784600"/>
            <a:ext cx="274320" cy="274320"/>
          </a:xfrm>
          <a:prstGeom prst="rightArrow">
            <a:avLst/>
          </a:prstGeom>
          <a:solidFill>
            <a:srgbClr val="B8862B"/>
          </a:solidFill>
          <a:ln/>
        </p:spPr>
      </p:sp>
      <p:sp>
        <p:nvSpPr>
          <p:cNvPr id="24" name="step-box"/>
          <p:cNvSpPr/>
          <p:nvPr/>
        </p:nvSpPr>
        <p:spPr>
          <a:xfrm>
            <a:off x="9178061" y="2655824"/>
            <a:ext cx="2464994" cy="2531872"/>
          </a:xfrm>
          <a:prstGeom prst="roundRect">
            <a:avLst>
              <a:gd name="adj" fmla="val 2968"/>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64 760 is a bit more than a quarter of 233 610, and a quarter is 25 %, so 27.7 % is reasonable.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About 27.7 %</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Famous for an airport and a railway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Advantages and disadvantages depend on who you are. Say who gains and who loses, and you have written a geographer's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Look at a map of Hayes and two symbols stand out: an airport and a railway station.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Hayes is now even more famous for a new railway: Crossrail, which is called the Elizabeth line.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new railway has benefits and costs. The benefits the deck lists are faster and easier travel between London and the South East, jobs for people, growth in businesses, and a rise in house prices for owners and developers.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Marking local history: plaques, capsules and old maps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date an old map, look for what is missing: no airport, no motorway, a railway that has since closed.</a:t>
            </a:r>
            <a:endParaRPr lang="en-US" sz="1800" dirty="0"/>
          </a:p>
        </p:txBody>
      </p:sp>
      <p:sp>
        <p:nvSpPr>
          <p:cNvPr id="11" name="bullet-card"/>
          <p:cNvSpPr/>
          <p:nvPr/>
        </p:nvSpPr>
        <p:spPr>
          <a:xfrm>
            <a:off x="548640" y="1389888"/>
            <a:ext cx="11094415" cy="1234440"/>
          </a:xfrm>
          <a:prstGeom prst="roundRect">
            <a:avLst>
              <a:gd name="adj" fmla="val 5926"/>
            </a:avLst>
          </a:prstGeom>
          <a:solidFill>
            <a:srgbClr val="F5F8F6"/>
          </a:solidFill>
          <a:ln/>
        </p:spPr>
      </p:sp>
      <p:sp>
        <p:nvSpPr>
          <p:cNvPr id="12" name="bullet-hex"/>
          <p:cNvSpPr/>
          <p:nvPr/>
        </p:nvSpPr>
        <p:spPr>
          <a:xfrm>
            <a:off x="676656" y="1840815"/>
            <a:ext cx="384048" cy="332586"/>
          </a:xfrm>
          <a:prstGeom prst="hexagon">
            <a:avLst/>
          </a:prstGeom>
          <a:solidFill>
            <a:srgbClr val="3F6B4A"/>
          </a:solidFill>
          <a:ln/>
        </p:spPr>
      </p:sp>
      <p:sp>
        <p:nvSpPr>
          <p:cNvPr id="13" name="bullet"/>
          <p:cNvSpPr txBox="1"/>
          <p:nvPr/>
        </p:nvSpPr>
        <p:spPr>
          <a:xfrm>
            <a:off x="1143000" y="1389888"/>
            <a:ext cx="10408615"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Places keep their history in several ways. A blue plaque is a small sign fixed to a building to record that someone famous once lived there, or that something important happened on that spot.</a:t>
            </a:r>
            <a:endParaRPr lang="en-US" sz="2000" dirty="0"/>
          </a:p>
        </p:txBody>
      </p:sp>
      <p:sp>
        <p:nvSpPr>
          <p:cNvPr id="14" name="bullet-card"/>
          <p:cNvSpPr/>
          <p:nvPr/>
        </p:nvSpPr>
        <p:spPr>
          <a:xfrm>
            <a:off x="548640" y="2770632"/>
            <a:ext cx="11094415" cy="924560"/>
          </a:xfrm>
          <a:prstGeom prst="roundRect">
            <a:avLst>
              <a:gd name="adj" fmla="val 7912"/>
            </a:avLst>
          </a:prstGeom>
          <a:solidFill>
            <a:srgbClr val="F5F8F6"/>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770632"/>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Old maps tell local history too. Two maps of Bristol, from 1866 and 1946, show the city growing to the north and west, so the map with less growth is the older one.</a:t>
            </a:r>
            <a:endParaRPr lang="en-US" sz="2000" dirty="0"/>
          </a:p>
        </p:txBody>
      </p:sp>
      <p:sp>
        <p:nvSpPr>
          <p:cNvPr id="17" name="bullet-card"/>
          <p:cNvSpPr/>
          <p:nvPr/>
        </p:nvSpPr>
        <p:spPr>
          <a:xfrm>
            <a:off x="548640" y="3841496"/>
            <a:ext cx="11094415" cy="1234440"/>
          </a:xfrm>
          <a:prstGeom prst="roundRect">
            <a:avLst>
              <a:gd name="adj" fmla="val 5926"/>
            </a:avLst>
          </a:prstGeom>
          <a:solidFill>
            <a:srgbClr val="F5F8F6"/>
          </a:solidFill>
          <a:ln/>
        </p:spPr>
      </p:sp>
      <p:sp>
        <p:nvSpPr>
          <p:cNvPr id="18" name="bullet-hex"/>
          <p:cNvSpPr/>
          <p:nvPr/>
        </p:nvSpPr>
        <p:spPr>
          <a:xfrm>
            <a:off x="676656" y="4292423"/>
            <a:ext cx="384048" cy="332586"/>
          </a:xfrm>
          <a:prstGeom prst="hexagon">
            <a:avLst/>
          </a:prstGeom>
          <a:solidFill>
            <a:srgbClr val="3F6B4A"/>
          </a:solidFill>
          <a:ln/>
        </p:spPr>
      </p:sp>
      <p:sp>
        <p:nvSpPr>
          <p:cNvPr id="19" name="bullet"/>
          <p:cNvSpPr txBox="1"/>
          <p:nvPr/>
        </p:nvSpPr>
        <p:spPr>
          <a:xfrm>
            <a:off x="1143000" y="3841496"/>
            <a:ext cx="10408615"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At the end of the unit you designed a mural, a large work of art on a wall, telling the story of the local area, in the spirit of the Bayeux Tapestry: a piece of embroidered cloth about 50 cm high and 70 m long that tells the story of the Norman invasion of England in 1066.</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Percentage increase, done properly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population of Hayes was 233 610 in 1981 and 298 370 in 2015. Work out the percentage increase, to one decimal place.</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Percentage increase, done properly</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Percentage increase, done properly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increase: new number minus original number.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increase by the ORIGINAL number (the 1981 figure).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by 100 to turn it into a percentage.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Round to one decimal place. Check: the answer should be a bit more than 25 %, because the increase is a bit more than a quarter of the original.</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(new − original) ÷ original × 100. The original is the 1981 figure.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deck's answer slide gives 21.7 %. Show exactly which number was used as the divisor to get that figure, and explain why it is wrong.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Benefit or cost?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is a cost (disadvantage) of Crossrail for people who rent their homes in Hayes?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Jobs for people building and running the railway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Rising house prices and rents for tenants and new movers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Faster and easier travel into London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Growth in local businesses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Benefit or cost?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Benefit or cost?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about who the person is: a renter does not own a home.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change makes life harder for someone who pays rent? Higher house prices mean higher rents.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other three options help people: travel, jobs, business.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the cost for renters is rising house prices.</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options help people. Which one makes it harder to afford a home if you rent?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Rising house prices appear on both the benefits and the costs side of the deck's table. Explain who gains and who loses,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London borough is Hayes 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Harrow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Hillingdon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Hounslow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Ealing</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Percentage increase, done properly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population of Hayes was 233 610 in 1981 and 298 370 in 2015. Work out the percentage increase, to one decimal place.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27.7 %</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Percentage increase compares the change with where you started. 64 760 ÷ 233 610 × 100 = 27.7 %. Dividing by the new figure gives 21.7 %, which understates the growth.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Benefit or cost?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cost (disadvantage) of Crossrail for people who rent their homes in Hayes?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Rising house prices and rents for tenants and new movers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 lists a rise in house prices as a benefit for owners and developers but a cost for tenants and new movers. Travel, jobs and business growth are benefits.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London borough is Hayes in?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Hillingdon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Hayes is located in the borough of Hillingdon, on the western edge of London.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Local Place and the World · Chapter 3: My local town: what is Hayes famous for?</dc:title>
  <dc:subject>Geography · Year 7</dc:subject>
  <dc:creator>Dr Vitor Merissi de Carvalho</dc:creator>
  <cp:lastModifiedBy>Dr Vitor Merissi de Carvalho</cp:lastModifiedBy>
  <cp:revision>1</cp:revision>
  <dcterms:created xsi:type="dcterms:W3CDTF">2026-10-19T16:22:54Z</dcterms:created>
  <dcterms:modified xsi:type="dcterms:W3CDTF">2026-10-19T16:22:54Z</dcterms:modified>
</cp:coreProperties>
</file>