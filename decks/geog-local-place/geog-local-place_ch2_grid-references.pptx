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c70dab2-0ee4-b4be-72c5-3db6f88b7de1}">
          <p14:sldIdLst>
            <p14:sldId id="256"/>
          </p14:sldIdLst>
        </p14:section>
        <p14:section name="Gate" id="{bdd89ae5-5ed2-359e-3b5a-a8cc93330ecf}">
          <p14:sldIdLst>
            <p14:sldId id="257"/>
            <p14:sldId id="258"/>
          </p14:sldIdLst>
        </p14:section>
        <p14:section name="Pre-teach" id="{ac342af0-6488-2697-8223-adbcd078180d}">
          <p14:sldIdLst>
            <p14:sldId id="259"/>
            <p14:sldId id="260"/>
          </p14:sldIdLst>
        </p14:section>
        <p14:section name="Read-along" id="{d8de9e6b-6aaf-e65f-44ea-d483589dfd50}">
          <p14:sldIdLst>
            <p14:sldId id="261"/>
            <p14:sldId id="262"/>
          </p14:sldIdLst>
        </p14:section>
        <p14:section name="Teach" id="{75122855-5497-9eed-a0f9-3d4c59f0eca5}">
          <p14:sldIdLst>
            <p14:sldId id="263"/>
            <p14:sldId id="264"/>
            <p14:sldId id="265"/>
            <p14:sldId id="266"/>
            <p14:sldId id="267"/>
            <p14:sldId id="268"/>
          </p14:sldIdLst>
        </p14:section>
        <p14:section name="Routes" id="{38f09c73-426a-6f65-5e12-c7c34458d5b9}">
          <p14:sldIdLst>
            <p14:sldId id="269"/>
            <p14:sldId id="270"/>
            <p14:sldId id="271"/>
            <p14:sldId id="272"/>
          </p14:sldIdLst>
        </p14:section>
        <p14:section name="Close" id="{e2b969a9-a090-2df1-c787-447c9f46c547}">
          <p14:sldIdLst>
            <p14:sldId id="273"/>
          </p14:sldIdLst>
        </p14:section>
        <p14:section name="Answers" id="{d07c5c0b-6293-f22c-0617-aab9f16cb3af}">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Finding our way: four- and six-figure grid references. Why maps have numbered grid lines, how to read a four-figure reference along the corridor and up the stairs, how six figures pin a point down to one hundredth of a square, and how to read symbols and compass points.
This deck covers the department's lessons: 3 (How can we find our way round the school? Four-figure grid references: How do four-figure grid references help us find a square on a map, and which number comes first?); 4 (Six-figure grid references, compass points and OS symbols: How does dividing a square into 100 give a more accurate grid reference, and how do we read symbols and directions?).
Read the big question aloud: "What makes a place, how do we find and describe it on a map, and how does my local place connect to the rest of the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rule for grid references is: along the corridor and then up the ___.  →  stairs
2. A square has the four-figure grid reference 1324. What is its easting (the number you read along the bottom)?  →  13
3. To give a six-figure grid reference, how many small squares do we imagine each grid square divided into?  →  A   100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stairs. The deck's rule is along the corridor (the bottom numbers first) and then up the stairs (the side numbers second).
2. 13. The first two digits of a four-figure reference are the easting, read along the corridor: 13. The last two, 24, are the northing.
3. A   100. Each square is divided into 100 small squares: ten across and ten up. That gives one extra digit for the easting and one for the northing.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grid reference: the numbers that name a square or a point on a map. Example: "The grid reference of the school hall is 0665."
• grid square: one of the squares made by the lines on a map. Example: "The church is in grid square 1324."
• eastings: the numbered lines that run up the map and are read along the bottom. Example: "Read the eastings first, along the corridor."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northings: the numbered lines that run across the map and are read up the side. Example: "Then read the northings, up the stairs."
• symbol: a small picture on a map that stands for a real thing. Example: "The symbol for a school on an OS map is Sch."
• key: the list that tells you what each map symbol means. Example: "Check the key if you do not know a symbol."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Maps can cover hundreds of miles.
2. Grid references let us find a specific place quickly.
3. The lines on a map make squares.
4. Each line has a two-digit number.
5. The rule is: do the bottom numbers first, then the numbers up the side.
6. Along the corridor, then up the stairs.
7. A four-figure grid reference names one square.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You read the line to the left of the square, then the line below it.
9. A six-figure grid reference names one point inside a square.
10. Each square is divided into 100 small squares.
11. You count tenths across, then tenths up.
12. The extra number goes after each pair.
13. So 028 014 means 2 across, 8 tenths more, then 1 up, 4 tenths more.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do we use grid references?. Say it in your own words, then check understanding with a quick question: ask a pupil from the pre-teach group first, since they met these words and ideas before the lesson. Pupils try to recall before you re-explain.
Imagine telling a friend where to find a bench in a huge park. You could say near the big tree, but there are hundreds of trees. A map has the same problem: it can cover hundreds of miles, so pointing is no use. Grid references solve it. The map is covered by numbered lines that make squares, and every square has its own code. Grid references allow us to find a specific place on a map quite quickly, by narrowing down the area we need to look in.
On an Ordnance Survey (OS) map, the lines are blue and each one carries a two-digit number. The lines that run up and down the map have their numbers along the bottom (and top) edge; these are the eastings, because their numbers get bigger as you go east. The lines that run across the map have their numbers up the side; these are the northings, because their numbers get bigger as you go north. In class you practised on a grid of the school, with eastings 07 to 14 and northings 20 to 25.
Tip: Eastings go east (along), northings go north (up). The names tell you the direction the numbers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Four-figure grid references: along the corridor and up the stairs. Say it in your own words, then check understanding with a quick question: ask a pupil from the pre-teach group first, since they met these words and ideas before the lesson. Pupils try to recall before you re-explain.
A four-figure grid reference names one whole square. The rule is that you do the bottom numbers first and the numbers up the side second. The deck's way of remembering it is along the corridor and then up the stairs. First find the line on the left-hand side of your square and read its number from the bottom edge. Then find the line along the bottom of your square and read its number from the side. Write the two numbers together, with no gap.
Take the square whose left-hand line is 08 and whose bottom line is 21. Along the corridor gives 08; up the stairs gives 21; the grid reference is 0821. The square to the right of it is 0921, and the square above it is 0822. Notice that the reference always names the bottom-left corner of the square. Everything inside that square shares the same four-figure reference.
The most common mistake is to read the numbers the wrong way round. 0821 and 2108 are different squares, and on a real map 2108 may be miles away or not on the sheet at all. The second most common mistake is to read the line on the right of the square instead of the left. Always use the corner nearest the bottom left.
Worked example — model it step by step, thinking aloud: A symbol sits in the square to the right of easting line 13 and above northing line 24. What is its four-figure grid reference? (1) Along the corridor first: the line on the left of the square is 13. (2) Up the stairs second: the line along the bottom of the square is 24. (3) Put them together, eastings first: 1324. (4) Check: 2413 would be the wrong way round. Corridor before stairs. Answer: 1324.
Tip: Say it out loud as you do it: along the corridor (bottom numbers), up the stairs (side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Four-figure grid references: along the corridor and up the stairs. Say it in your own words, then check understanding with a quick question: ask a pupil from the pre-teach group first, since they met these words and ideas before the lesson. Pupils try to recall before you re-explain.
A four-figure grid reference names one whole square. The rule is that you do the bottom numbers first and the numbers up the side second. The deck's way of remembering it is along the corridor and then up the stairs. First find the line on the left-hand side of your square and read its number from the bottom edge. Then find the line along the bottom of your square and read its number from the side. Write the two numbers together, with no gap.
Take the square whose left-hand line is 08 and whose bottom line is 21. Along the corridor gives 08; up the stairs gives 21; the grid reference is 0821. The square to the right of it is 0921, and the square above it is 0822. Notice that the reference always names the bottom-left corner of the square. Everything inside that square shares the same four-figure reference.
The most common mistake is to read the numbers the wrong way round. 0821 and 2108 are different squares, and on a real map 2108 may be miles away or not on the sheet at all. The second most common mistake is to read the line on the right of the square instead of the left. Always use the corner nearest the bottom left.
Worked example — model it step by step, thinking aloud: A symbol sits in the square to the right of easting line 13 and above northing line 24. What is its four-figure grid reference? (1) Along the corridor first: the line on the left of the square is 13. (2) Up the stairs second: the line along the bottom of the square is 24. (3) Put them together, eastings first: 1324. (4) Check: 2413 would be the wrong way round. Corridor before stairs. Answer: 1324.
Tip: Say it out loud as you do it: along the corridor (bottom numbers), up the stairs (side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Six-figure grid references: 100 small squares. Say it in your own words, then check understanding with a quick question: ask a pupil from the pre-teach group first, since they met these words and ideas before the lesson. Pupils try to recall before you re-explain.
A four-figure reference finds a square, but a square on a 1:50 000 OS map is one kilometre across. To give a more accurate location we use six-figure grid references. Imagine each square divided into 100 small squares: ten across and ten up. Now you can say how many tenths across and how many tenths up your point is. The first two numbers of the easting and the first two of the northing are the same as before; the extra number is read across and then up, exactly as before.
In the deck's example, the star sits in square 02 01. It is 8 tenths of the way across the square and 4 tenths of the way up. So the easting becomes 028 and the northing becomes 014, and the six-figure grid reference for the star is 028 014. You can write it with a space in the middle or as one six-digit number: 028014. Either way, the first three digits are always the easting.
The deck's trick question asks: is it 285137 or 137285? Only one can be right. Find which pair of lines is along the bottom. If the eastings are 28 and 29, then the reference must start with 28, so 285137 is right and 137285 is the same point written backwards, which is wrong. When you answer the fifteen practice questions, write the easting first every time.
Worked example — model it step by step, thinking aloud: A point is 5 tenths across from easting line 28 and 7 tenths up from northing line 13. What is its six-figure grid reference? (1) Easting: the line to the left is 28. Count tenths across: 5. Easting = 285. (2) Northing: the line below is 13. Count tenths up: 7. Northing = 137. (3) Write easting then northing: 285 137, or 285137. (4) Check: six digits, and it begins with the easting pair 28. Answer: 285 137.
Tip: Six figures = four figures with one extra digit tucked after each pair. Across digit after the easting, up digit after the northing.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Six-figure grid references: 100 small squares. Say it in your own words, then check understanding with a quick question: ask a pupil from the pre-teach group first, since they met these words and ideas before the lesson. Pupils try to recall before you re-explain.
A four-figure reference finds a square, but a square on a 1:50 000 OS map is one kilometre across. To give a more accurate location we use six-figure grid references. Imagine each square divided into 100 small squares: ten across and ten up. Now you can say how many tenths across and how many tenths up your point is. The first two numbers of the easting and the first two of the northing are the same as before; the extra number is read across and then up, exactly as before.
In the deck's example, the star sits in square 02 01. It is 8 tenths of the way across the square and 4 tenths of the way up. So the easting becomes 028 and the northing becomes 014, and the six-figure grid reference for the star is 028 014. You can write it with a space in the middle or as one six-digit number: 028014. Either way, the first three digits are always the easting.
The deck's trick question asks: is it 285137 or 137285? Only one can be right. Find which pair of lines is along the bottom. If the eastings are 28 and 29, then the reference must start with 28, so 285137 is right and 137285 is the same point written backwards, which is wrong. When you answer the fifteen practice questions, write the easting first every time.
Worked example — model it step by step, thinking aloud: A point is 5 tenths across from easting line 28 and 7 tenths up from northing line 13. What is its six-figure grid reference? (1) Easting: the line to the left is 28. Count tenths across: 5. Easting = 285. (2) Northing: the line below is 13. Count tenths up: 7. Northing = 137. (3) Write easting then northing: 285 137, or 285137. (4) Check: six digits, and it begins with the easting pair 28. Answer: 285 137.
Tip: Six figures = four figures with one extra digit tucked after each pair. Across digit after the easting, up digit after the northing.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Symbols and compass points on the map. Say it in your own words, then check understanding with a quick question: ask a pupil from the pre-teach group first, since they met these words and ideas before the lesson. Pupils try to recall before you re-explain.
Maps use symbols: small pictures or letters that stand for real things, so the map does not get crowded with words. On the OS map of Bewdley you saw symbols for the station and the school, and the different shading for settlements. If you do not know a symbol, use the key: it lists every symbol and what it means. You drew the OS symbols in your book and played Geodoku, a sudoku with map symbols instead of numbers, to learn them.
The practice questions also ask for direction: what is north-west of the rocket, what is east of the house, what is south-east of the moon. North is at the top of an OS map, so east is to the right, south is down and west is to the left. The four points in between are north-east, south-east, south-west and north-west. Chapter 4 takes compass directions further; for now, remember that north is up on the map.
Tip: Grid reference first, direction second: find the square, then say which way the other thing is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Write the six-figure reference.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church symbol is 5 tenths across from easting line 28 and 7 tenths up from northing line 13. Give its six-figure grid reference as one number.
Support — work through the steps with the group: (1) Start with the easting line on the left of the point: 28. (2) Count the tenths across to the point: 5. Write 285. (3) Now the northing line below the point: 13. Count tenths up: 7. Write 137. (4) Join them, easting first: 285137. Check it has six digits.
Parallel worked example for Support (model it, do not give the task answer): A star is 2 tenths across from easting line 33 and 2 tenths up from northing line 15. Give its six-figure grid reference. Easting 33 plus 2 tenths: 332.; Northing 15 plus 2 tenths: 152.; Easting first: 332 152.. Answer: 332152.
Core — reveal the hint only on request: Easting pair, then its tenths; northing pair, then its tenths. Along the corridor before up the stairs.
Stretch — no help; when finished: The deck asks whether the answer is 285137 or 137285. Explain how a person reading the map could tell which one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Write the six-figure reference.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church symbol is 5 tenths across from easting line 28 and 7 tenths up from northing line 13. Give its six-figure grid reference as one number.
Support — work through the steps with the group: (1) Start with the easting line on the left of the point: 28. (2) Count the tenths across to the point: 5. Write 285. (3) Now the northing line below the point: 13. Count tenths up: 7. Write 137. (4) Join them, easting first: 285137. Check it has six digits.
Parallel worked example for Support (model it, do not give the task answer): A star is 2 tenths across from easting line 33 and 2 tenths up from northing line 15. Give its six-figure grid reference. Easting 33 plus 2 tenths: 332.; Northing 15 plus 2 tenths: 152.; Easting first: 332 152.. Answer: 332152.
Core — reveal the hint only on request: Easting pair, then its tenths; northing pair, then its tenths. Along the corridor before up the stairs.
Stretch — no help; when finished: The deck asks whether the answer is 285137 or 137285. Explain how a person reading the map could tell which one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part of the reference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grid reference to what it tells you.
Support — work through the steps with the group: (1) In a four-figure reference, the first pair is the easting and the second pair is the northing. (2) In a six-figure reference, each pair has one extra digit after it. (3) The third digit (after 28) is tenths across; the sixth digit (after 13) is tenths up. (4) Corridor words (along, bottom, across) go with eastings; stairs words (up, side) go with northings.
Parallel worked example for Support (model it, do not give the task answer): In the grid reference 0821, which pair is read along the bottom and which up the side? The first pair, 08, is read along the bottom: the easting.; The second pair, 21, is read up the side: the northing.. Answer: 08 is the easting (along the bottom); 21 is the northing (up the side)..
Core — reveal the hint only on request: First pair along, second pair up. Extra digits are tenths, and each one belongs to the pair just before it.
Stretch — no help; when finished: Each square is divided into 100 small squares, ten across and ten up. Explain how that lets a six-figure reference pin a point down to one tenth of a square in each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part of the reference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grid reference to what it tells you.
Support — work through the steps with the group: (1) In a four-figure reference, the first pair is the easting and the second pair is the northing. (2) In a six-figure reference, each pair has one extra digit after it. (3) The third digit (after 28) is tenths across; the sixth digit (after 13) is tenths up. (4) Corridor words (along, bottom, across) go with eastings; stairs words (up, side) go with northings.
Parallel worked example for Support (model it, do not give the task answer): In the grid reference 0821, which pair is read along the bottom and which up the side? The first pair, 08, is read along the bottom: the easting.; The second pair, 21, is read up the side: the northing.. Answer: 08 is the easting (along the bottom); 21 is the northing (up the side)..
Core — reveal the hint only on request: First pair along, second pair up. Extra digits are tenths, and each one belongs to the pair just before it.
Stretch — no help; when finished: Each square is divided into 100 small squares, ten across and ten up. Explain how that lets a six-figure reference pin a point down to one tenth of a square in each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rule for grid references is: along the corridor and then up the ___.
Answer: The rule for grid references is: along the corridor and then up the stairs.. The deck's rule is along the corridor (the bottom numbers first) and then up the stairs (the side numbers second).
Source of this question: gate item 1 re-asked (options rotated) — this chapter has no third quick-check module.
The ebook also holds task 3, "Six-figure reference, step by step",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Write the six-figure reference. Reveal the answer; pupils mark their own work in a different colour, then read the "why" together. Same destination for every lane, so one answer serves the whole class.
Answer: 285 137
Why: The easting is read first: line 28 plus 5 tenths gives 285. The northing is read second: line 13 plus 7 tenths gives 137. Together: 285137.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part of the reference is which?. Reveal the answer; pupils mark their own work in a different colour, then read the "why" together. Same destination for every lane, so one answer serves the whole class.
Answer: The 13 in 1324  →  D  The easting: which line you read along the bottom; The 24 in 1324  →  A  The northing: which line you read up the side; The 5 in 285137  →  B  Tenths across the square from the easting line; The 7 in 285137  →  C  Tenths up the square from the northing line
Why: 13 is the easting and 24 the northing of square 1324. In 285137 the 5 counts tenths across from line 28 and the 7 counts tenths up from line 13.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The rule for grid references is: along the corridor and then up the stairs.
Why: The deck's rule is along the corridor (the bottom numbers first) and then up the stairs (the side numbers second).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My Local Place and the World · AQA KS3 → 8035</a:t>
            </a:r>
            <a:endParaRPr lang="en-US" sz="1800" dirty="0"/>
          </a:p>
        </p:txBody>
      </p:sp>
      <p:sp>
        <p:nvSpPr>
          <p:cNvPr id="10" name="deck-title"/>
          <p:cNvSpPr txBox="1"/>
          <p:nvPr/>
        </p:nvSpPr>
        <p:spPr>
          <a:xfrm>
            <a:off x="548640" y="204139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Finding our way: four- and six-figure grid references</a:t>
            </a:r>
            <a:endParaRPr lang="en-US" sz="3200" dirty="0"/>
          </a:p>
        </p:txBody>
      </p:sp>
      <p:sp>
        <p:nvSpPr>
          <p:cNvPr id="11" name="lessons-card"/>
          <p:cNvSpPr/>
          <p:nvPr/>
        </p:nvSpPr>
        <p:spPr>
          <a:xfrm>
            <a:off x="548640" y="3453638"/>
            <a:ext cx="5287975" cy="1948180"/>
          </a:xfrm>
          <a:prstGeom prst="roundRect">
            <a:avLst>
              <a:gd name="adj" fmla="val 3755"/>
            </a:avLst>
          </a:prstGeom>
          <a:solidFill>
            <a:srgbClr val="F2F5F2"/>
          </a:solidFill>
          <a:ln/>
        </p:spPr>
      </p:sp>
      <p:sp>
        <p:nvSpPr>
          <p:cNvPr id="12" name="lessons"/>
          <p:cNvSpPr txBox="1"/>
          <p:nvPr/>
        </p:nvSpPr>
        <p:spPr>
          <a:xfrm>
            <a:off x="685800" y="35450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can we find our way round the school? Four-figure grid references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Six-figure grid references, compass points and OS symbols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place, how do we find and describe it on a map, and how does my local place connect to the rest of the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rule for grid references is: along the corridor and then up the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stairs  ·  road  ·  hill</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square has the four-figure grid reference 1324. What is its easting (the number you read along the bottom)?</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To give a six-figure grid reference, how many small squares do we imagine each grid square divided into?</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100</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6</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10</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1000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stairs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rule for grid references is: along the corridor and then up the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deck's rule is along the corridor (the bottom numbers first) and then up the stairs (the side numbers second).</a:t>
            </a:r>
            <a:endParaRPr lang="en-US" sz="20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13</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square has the four-figure grid reference 1324. What is its easting (the number you read along the bottom)?</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first two digits of a four-figure reference are the easting, read along the corridor: 13. The last two, 24, are the northing.</a:t>
            </a:r>
            <a:endParaRPr lang="en-US" sz="18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100</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To give a six-figure grid reference, how many small squares do we imagine each grid square divided into?</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Each square is divided into 100 small squares: ten across and ten up. That gives one extra digit for the easting and one for the northing.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grid reference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numbers that name a square or a point on a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grid reference of the school hall is 0665.</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grid square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squares made by the lines on a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church is in grid square 1324.</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eastings</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numbered lines that run up the map and are read along the bottom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Read the eastings first, along the corridor.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northings</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numbered lines that run across the map and are read up the 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Then read the northings, up the stairs.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symbol</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picture on a map that stands for a real 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symbol for a school on an OS map is Sch.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key</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list that tells you what each map symbol means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Check the key if you do not know a symbol.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Maps can cover hundreds of miles.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Grid references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let us find a specific place quickly.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lines on a map make squares.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line has a two-digit number.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rule is: do the bottom numbers first, then the numbers up the side.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Along the corridor, then up the stairs.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four-figure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grid reference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names one square.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read the line to the left of the square, then the line below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six-figure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grid reference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names one point inside a square.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square is divided into 100 small squares.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count tenths across, then tenths up.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extra number goes after each pair.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028 014 means 2 across, 8 tenths more, then 1 up, 4 tenths more.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do we use grid references?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Eastings go east (along), northings go north (up). The names tell you the direction the numbers grow.</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Imagine telling a friend where to find a bench in a huge park.</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an Ordnance Survey (OS) map, the lines are blue and each one carries a two-digit number.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Four-figure grid references: along the corridor and up the stairs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Say it out loud as you do it: along the corridor (bottom numbers), up the stairs (side numbers).</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four-figure grid reference names one whole square. The rule is that you do the bottom numbers first and the numbers up the side second.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Take the square whose left-hand line is 08 and whose bottom line is 21.</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most common mistake is to read the numbers the wrong way round.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Four-figure grid references: along the corridor and up the stairs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F5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symbol sits in the square to the right of easting line 13 and above northing line 24. What is its four-figure grid reference?</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Along the corridor first: the line on the left of the square is 13.</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Up the stairs second: the line along the bottom of the square is 24.</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Put them together, eastings first: 1324.</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2413 would be the wrong way round. Corridor before stairs.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1324</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Six-figure grid references: 100 small squares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Six figures = four figures with one extra digit tucked after each pair. Across digit after the easting, up digit after the northing.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four-figure reference finds a square, but a square on a 1:50 000 OS map is one kilometre across.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deck's example, the star sits in square 02 01.</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deck's trick question asks: is it 285137 or 137285?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Six-figure grid references: 100 small squares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F5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point is 5 tenths across from easting line 28 and 7 tenths up from northing line 13. What is its six-figure grid reference?</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Easting: the line to the left is 28. Count tenths across: 5. Easting = 285.</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Northing: the line below is 13. Count tenths up: 7. Northing = 137.</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easting then northing: 285 137, or 285137.</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six digits, and it begins with the easting pair 28.</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285 137</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Symbols and compass points on the map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Grid reference first, direction second: find the square, then say which way the other thing is from it.</a:t>
            </a:r>
            <a:endParaRPr lang="en-US" sz="1800" dirty="0"/>
          </a:p>
        </p:txBody>
      </p:sp>
      <p:sp>
        <p:nvSpPr>
          <p:cNvPr id="11" name="point-card"/>
          <p:cNvSpPr/>
          <p:nvPr/>
        </p:nvSpPr>
        <p:spPr>
          <a:xfrm>
            <a:off x="548640" y="1389888"/>
            <a:ext cx="5410048" cy="3964940"/>
          </a:xfrm>
          <a:prstGeom prst="roundRect">
            <a:avLst>
              <a:gd name="adj" fmla="val 1384"/>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Maps use symbols: small pictures or letters that stand for real things, so the map does not get crowded with words.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practice questions also ask for direction: what is north-west of the rocket, what is east of the house, what is south-east of the moon.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Write the six-figure reference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church symbol is 5 tenths across from easting line 28 and 7 tenths up from northing line 13. Give its six-figure grid reference as one number.</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Write the six-figure reference</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church symbol is 5 tenths across from easting line 28 and 7 tenths up from northing line 13. Give its six-figure grid reference as one number.</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easting line on the left of the point: 28.</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tenths across to the point: 5. Write 285.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Now the northing line below the point: 13. Count tenths up: 7. Write 137.</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Join them, easting first: 285137. Check it has six digits.</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Easting pair, then its tenths; northing pair, then its tenths. Along the corridor before up the stairs.</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deck asks whether the answer is 285137 or 137285. Explain how a person reading the map could tell which one is impossible.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Which part of the reference is which?</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a grid reference to what it tells you.</a:t>
            </a:r>
            <a:endParaRPr lang="en-US" sz="2400" dirty="0"/>
          </a:p>
        </p:txBody>
      </p:sp>
      <p:sp>
        <p:nvSpPr>
          <p:cNvPr id="11" name="match-card"/>
          <p:cNvSpPr/>
          <p:nvPr/>
        </p:nvSpPr>
        <p:spPr>
          <a:xfrm>
            <a:off x="777240" y="2468331"/>
            <a:ext cx="3081437" cy="804809"/>
          </a:xfrm>
          <a:prstGeom prst="roundRect">
            <a:avLst>
              <a:gd name="adj" fmla="val 9089"/>
            </a:avLst>
          </a:prstGeom>
          <a:solidFill>
            <a:srgbClr val="F5F8F6"/>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13 in 1324</a:t>
            </a:r>
            <a:endParaRPr lang="en-US" sz="2200" dirty="0"/>
          </a:p>
        </p:txBody>
      </p:sp>
      <p:sp>
        <p:nvSpPr>
          <p:cNvPr id="15" name="match-card"/>
          <p:cNvSpPr/>
          <p:nvPr/>
        </p:nvSpPr>
        <p:spPr>
          <a:xfrm>
            <a:off x="4224437" y="2468331"/>
            <a:ext cx="7190019" cy="804809"/>
          </a:xfrm>
          <a:prstGeom prst="roundRect">
            <a:avLst>
              <a:gd name="adj" fmla="val 9089"/>
            </a:avLst>
          </a:prstGeom>
          <a:solidFill>
            <a:srgbClr val="F9F4EC"/>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northing: which line you read up the side</a:t>
            </a:r>
            <a:endParaRPr lang="en-US" sz="2200" dirty="0"/>
          </a:p>
        </p:txBody>
      </p:sp>
      <p:sp>
        <p:nvSpPr>
          <p:cNvPr id="19" name="match-card"/>
          <p:cNvSpPr/>
          <p:nvPr/>
        </p:nvSpPr>
        <p:spPr>
          <a:xfrm>
            <a:off x="777240" y="3364581"/>
            <a:ext cx="3081437" cy="804809"/>
          </a:xfrm>
          <a:prstGeom prst="roundRect">
            <a:avLst>
              <a:gd name="adj" fmla="val 9089"/>
            </a:avLst>
          </a:prstGeom>
          <a:solidFill>
            <a:srgbClr val="F5F8F6"/>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24 in 1324</a:t>
            </a:r>
            <a:endParaRPr lang="en-US" sz="2200" dirty="0"/>
          </a:p>
        </p:txBody>
      </p:sp>
      <p:sp>
        <p:nvSpPr>
          <p:cNvPr id="23" name="match-card"/>
          <p:cNvSpPr/>
          <p:nvPr/>
        </p:nvSpPr>
        <p:spPr>
          <a:xfrm>
            <a:off x="4224437" y="3364581"/>
            <a:ext cx="7190019" cy="804809"/>
          </a:xfrm>
          <a:prstGeom prst="roundRect">
            <a:avLst>
              <a:gd name="adj" fmla="val 9089"/>
            </a:avLst>
          </a:prstGeom>
          <a:solidFill>
            <a:srgbClr val="F9F4EC"/>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Tenths across the square from the easting line</a:t>
            </a:r>
            <a:endParaRPr lang="en-US" sz="2200" dirty="0"/>
          </a:p>
        </p:txBody>
      </p:sp>
      <p:sp>
        <p:nvSpPr>
          <p:cNvPr id="27" name="match-card"/>
          <p:cNvSpPr/>
          <p:nvPr/>
        </p:nvSpPr>
        <p:spPr>
          <a:xfrm>
            <a:off x="777240" y="4260830"/>
            <a:ext cx="3081437" cy="804809"/>
          </a:xfrm>
          <a:prstGeom prst="roundRect">
            <a:avLst>
              <a:gd name="adj" fmla="val 9089"/>
            </a:avLst>
          </a:prstGeom>
          <a:solidFill>
            <a:srgbClr val="F5F8F6"/>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5 in 285137</a:t>
            </a:r>
            <a:endParaRPr lang="en-US" sz="2200" dirty="0"/>
          </a:p>
        </p:txBody>
      </p:sp>
      <p:sp>
        <p:nvSpPr>
          <p:cNvPr id="31" name="match-card"/>
          <p:cNvSpPr/>
          <p:nvPr/>
        </p:nvSpPr>
        <p:spPr>
          <a:xfrm>
            <a:off x="4224437" y="4260830"/>
            <a:ext cx="7190019" cy="804809"/>
          </a:xfrm>
          <a:prstGeom prst="roundRect">
            <a:avLst>
              <a:gd name="adj" fmla="val 9089"/>
            </a:avLst>
          </a:prstGeom>
          <a:solidFill>
            <a:srgbClr val="F9F4EC"/>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Tenths up the square from the northing line</a:t>
            </a:r>
            <a:endParaRPr lang="en-US" sz="2200" dirty="0"/>
          </a:p>
        </p:txBody>
      </p:sp>
      <p:sp>
        <p:nvSpPr>
          <p:cNvPr id="35" name="match-card"/>
          <p:cNvSpPr/>
          <p:nvPr/>
        </p:nvSpPr>
        <p:spPr>
          <a:xfrm>
            <a:off x="777240" y="5157079"/>
            <a:ext cx="3081437" cy="804809"/>
          </a:xfrm>
          <a:prstGeom prst="roundRect">
            <a:avLst>
              <a:gd name="adj" fmla="val 9089"/>
            </a:avLst>
          </a:prstGeom>
          <a:solidFill>
            <a:srgbClr val="F5F8F6"/>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7 in 285137</a:t>
            </a:r>
            <a:endParaRPr lang="en-US" sz="2200" dirty="0"/>
          </a:p>
        </p:txBody>
      </p:sp>
      <p:sp>
        <p:nvSpPr>
          <p:cNvPr id="39" name="match-card"/>
          <p:cNvSpPr/>
          <p:nvPr/>
        </p:nvSpPr>
        <p:spPr>
          <a:xfrm>
            <a:off x="4224437" y="5157079"/>
            <a:ext cx="7190019" cy="804809"/>
          </a:xfrm>
          <a:prstGeom prst="roundRect">
            <a:avLst>
              <a:gd name="adj" fmla="val 9089"/>
            </a:avLst>
          </a:prstGeom>
          <a:solidFill>
            <a:srgbClr val="F9F4EC"/>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easting: which line you read along the bottom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Which part of the reference is which?</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part of the reference is which?</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a four-figure reference, the first pair is the easting and the second pair is the northing.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a six-figure reference, each pair has one extra digit after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third digit (after 28) is tenths across; the sixth digit (after 13) is tenths up.</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Corridor words (along, bottom, across) go with eastings; stairs words (up, side) go with northings.</a:t>
            </a:r>
            <a:endParaRPr lang="en-US" sz="1800" dirty="0"/>
          </a:p>
        </p:txBody>
      </p:sp>
      <p:sp>
        <p:nvSpPr>
          <p:cNvPr id="17" name="col-Core"/>
          <p:cNvSpPr/>
          <p:nvPr/>
        </p:nvSpPr>
        <p:spPr>
          <a:xfrm>
            <a:off x="6425403" y="2395728"/>
            <a:ext cx="2471666" cy="3749040"/>
          </a:xfrm>
          <a:prstGeom prst="roundRect">
            <a:avLst>
              <a:gd name="adj" fmla="val 2220"/>
            </a:avLst>
          </a:prstGeom>
          <a:solidFill>
            <a:srgbClr val="DBE3DD"/>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First pair along, second pair up. Extra digits are tenths, and each one belongs to the pair just before it.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Each square is divided into 100 small squares, ten across and ten up. Explain how that lets a six-figure reference pin a point down to one tenth of a square in each direction.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rule for grid references is: along the corridor and then up the ___.</a:t>
            </a:r>
            <a:endParaRPr lang="en-US" sz="24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stairs   ·   road   ·   hill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Write the six-figure reference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church symbol is 5 tenths across from easting line 28 and 7 tenths up from northing line 13. Give its six-figure grid reference as one number.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285 137</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easting is read first: line 28 plus 5 tenths gives 285. The northing is read second: line 13 plus 7 tenths gives 137. Together: 285137.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Which part of the reference is which?</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13 in 1324  →  D  The easting: which line you read along the bottom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24 in 1324  →  A  The northing: which line you read up the side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5 in 285137  →  B  Tenths across the square from the easting line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7 in 285137  →  C  Tenths up the square from the northing line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13 is the easting and 24 the northing of square 1324. In 285137 the 5 counts tenths across from line 28 and the 7 counts tenths up from line 13.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rule for grid references is: along the corridor and then up the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The rule for grid references is: along the corridor and then up the stairs.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deck's rule is along the corridor (the bottom numbers first) and then up the stairs (the side numbers second).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Local Place and the World · Chapter 2: Finding our way: four- and six-figure grid references</dc:title>
  <dc:subject>Geography · Year 7</dc:subject>
  <dc:creator>Dr Vitor Merissi de Carvalho</dc:creator>
  <cp:lastModifiedBy>Dr Vitor Merissi de Carvalho</cp:lastModifiedBy>
  <cp:revision>1</cp:revision>
  <dcterms:created xsi:type="dcterms:W3CDTF">2026-10-19T06:07:41Z</dcterms:created>
  <dcterms:modified xsi:type="dcterms:W3CDTF">2026-10-19T06:07:41Z</dcterms:modified>
</cp:coreProperties>
</file>