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3e36fd5-fee8-8a35-7b1b-4b358421b7f3}">
          <p14:sldIdLst>
            <p14:sldId id="256"/>
          </p14:sldIdLst>
        </p14:section>
        <p14:section name="Gate" id="{3e99b94c-9e59-4698-114f-954424e59a0a}">
          <p14:sldIdLst>
            <p14:sldId id="257"/>
            <p14:sldId id="258"/>
          </p14:sldIdLst>
        </p14:section>
        <p14:section name="Pre-teach" id="{829656b2-2e3f-6a31-96c1-ef0c8af52e85}">
          <p14:sldIdLst>
            <p14:sldId id="259"/>
            <p14:sldId id="260"/>
          </p14:sldIdLst>
        </p14:section>
        <p14:section name="Read-along" id="{22918309-e17b-0bfa-236d-a7a9d4c59b17}">
          <p14:sldIdLst>
            <p14:sldId id="261"/>
            <p14:sldId id="262"/>
          </p14:sldIdLst>
        </p14:section>
        <p14:section name="Teach" id="{30f5d4a7-cb50-0ec4-183c-02accbe58c4e}">
          <p14:sldIdLst>
            <p14:sldId id="263"/>
            <p14:sldId id="264"/>
            <p14:sldId id="265"/>
            <p14:sldId id="266"/>
            <p14:sldId id="267"/>
          </p14:sldIdLst>
        </p14:section>
        <p14:section name="Routes" id="{e697ee9f-1e4e-6147-c984-f28ce4c42ce3}">
          <p14:sldIdLst>
            <p14:sldId id="268"/>
            <p14:sldId id="269"/>
            <p14:sldId id="270"/>
          </p14:sldIdLst>
        </p14:section>
        <p14:section name="Close" id="{3e1bf146-e7d3-4976-7df7-bfec77769a6a}">
          <p14:sldIdLst>
            <p14:sldId id="271"/>
          </p14:sldIdLst>
        </p14:section>
        <p14:section name="Answers" id="{335cdd87-c430-2ba7-4423-2a09a86d730e}">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What is the rest of the United Kingdom like?. The difference between the British Isles, Great Britain and the UK, the four countries with their capitals, governments, traditions and landmarks, the UK's main physical and human features, and how its cities compare in size.
This deck covers the department's lesson: 8 (What is the rest of the United Kingdom like?: What are the countries, capitals, landmarks and main features of the UK, and how is it governed?).
Read the big question aloud: "What makes a place, how do we find and describe it on a map, and how does my local place connect to the rest of the world?"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country is part of the British Isles but NOT part of the United Kingdom?  →  B   Republic of Ireland
2. The capital city of Wales is ___.  →  Cardiff
3. How many countries make up the United Kingdom?  →  4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Republic of Ireland. The Republic of Ireland is an independent country on the island of Ireland. Northern Ireland, Wales and Scotland are all part of the UK.
2. Cardiff. Cardiff is the capital of Wales, where the Welsh parliament meets. Belfast is the capital of Northern Ireland.
3. 4. Four: England, Scotland, Wales and Northern Ireland.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British Isles: all the islands of Britain and Ireland together. Example: "The British Isles include the Republic of Ireland."
• Great Britain: the large island made up of England, Scotland and Wales. Example: "Great Britain does not include Northern Ireland."
• United Kingdom: England, Scotland, Wales and Northern Ireland together. Example: "The United Kingdom has four countries."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capital city: the city where a country's government meets. Example: "Cardiff is the capital city of Wales."
• landmark: a famous building or natural feature that people recognise. Example: "Stonehenge is a famous landmark in England."
• settlement: a place where people live, such as a village, town or city. Example: "Bewdley is a small settlement on a river."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 United Kingdom is made up of four countries.
2. They are England, Scotland, Wales and Northern Ireland.
3. Their capital cities are London, Edinburgh, Cardiff and Belfast.
4. Great Britain is the big island: England, Scotland and Wales.
5. The British Isles also include the island of Ireland.
6. The Republic of Ireland is not part of the UK.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Each country has its own traditions, food and music.
8. Each has famous landmarks, like Stonehenge and the Giant's Causeway.
9. The UK has coasts, rivers, towns, cities and transport links.
10. London is by far the biggest city.
11. It has over eight million people.
12. Birmingham is next, with just over one million.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British Isles, Great Britain, United Kingdom. Say it in your own words, then check understanding with a quick question: ask a pupil from the pre-teach group first, since they met these words and ideas before the lesson. Pupils try to recall before you re-explain.
Three names are easy to mix up, and each means something different. The British Isles is the whole group of islands off the north-west coast of Europe: Great Britain, the island of Ireland and all the smaller islands around them. Great Britain is the largest island, and the three countries on it: England, Scotland and Wales. The United Kingdom (UK) is a country made of four countries: England, Scotland, Wales and Northern Ireland. Its full name is the United Kingdom of Great Britain and Northern Ireland, which tells you exactly what it contains.
So which country on the map is in the British Isles but not in the United Kingdom? The Republic of Ireland. It shares the island of Ireland with Northern Ireland, but it is an independent country with its own government in Dublin. When you shaded your UK map in three colours for Scotland, England and Wales and wrote in their capitals, you were colouring Great Britain; Northern Ireland, across the sea, completes the UK.
Tip: Smallest to biggest: Great Britain (one island, three countries), United Kingdom (four countries), British Isles (all the islands, five countries if you count the Republic).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countries, four capitals, four governments. Say it in your own words, then check understanding with a quick question: ask a pupil from the pre-teach group first, since they met these words and ideas before the lesson. Pupils try to recall before you re-explain.
England's capital is London; Scotland's is Edinburgh; Wales's is Cardiff; Northern Ireland's is Belfast. Each country has its own flag, traditional food, music and traditions. The deck shows Scotland's haggis, pipers and Highland dancing, and the Loch Ness Monster; Wales's Welsh rarebit, the harp and the daffodil; Northern Ireland's soda farls, uilleann pipes and the beach below Mussenden Temple; and England's own food and music, including the Beatles.
The four countries are governed in different ways. The UK Parliament meets in the Houses of Parliament in London and is led by the Prime Minister, who is the political head of the whole United Kingdom. Scotland has its own Scottish Parliament in Edinburgh, led by a First Minister. Wales has its own parliament in Cardiff, which the deck calls the National Assembly for Wales and which is now called the Senedd, led by a First Minister. Northern Ireland has an Assembly at Stormont, in Belfast, led by a First Minister. In class you filled a table of each country's political head and iconic landmark.
The landmarks are worth learning because exam questions often ask you to name a place in each country. England: the London Eye, Stonehenge and York Minster. Scotland: Edinburgh Castle and the Isle of Skye. Wales: Snowdonia and Conwy Castle. Northern Ireland: the Giant's Causeway and the Dark Hedges.
Tip: Learn the four capitals as one list, clockwise from the top: Edinburgh, London, Cardiff, Belfast.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Physical and human features of the UK. Say it in your own words, then check understanding with a quick question: ask a pupil from the pre-teach group first, since they met these words and ideas before the lesson. Pupils try to recall before you re-explain.
The UK's key physical features are its coasts and rivers. The deck's coastal example is Lulworth Cove in Dorset, a rounded bay cut into the cliffs on the south coast. Its river example is the River Thames, which flows east across southern England and through London to the sea. You will study coasts and rivers properly later in Key Stage 3 and at GCSE.
Human features are the ones people have made. Settlements are places where people live: villages, towns and cities. On the OS map of Bewdley you found the symbols for the station and the school and saw how the built-up area of the town is shaded. Economic activity means the work people do: farming, factories, shops and offices. Transport links join the settlements together: airports, ferry ports, railways and motorways, and inside London the Underground and Overground railways.
Where you find each feature is not random. Big cities grew where rivers could be crossed or ships could land; motorways and railways run between the big cities; airports sit on flat land near them. Geographers call this pattern distribution, and describing it means using compass directions and place names: for example, most of the UK's largest cities are in England, and the biggest, London, is in the south-east.
Tip: Physical means made by nature; human means made by people. A coast is physical, a port is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UK's cities and their populations. Say it in your own words, then check understanding with a quick question: ask a pupil from the pre-teach group first, since they met these words and ideas before the lesson. Pupils try to recall before you re-explain.
The deck's table gives the population of eleven UK cities in millions. London, in England, has 8.25 million people, far more than anywhere else. Birmingham, also in England, has 1.09 million. Then come Glasgow in Scotland with 0.6 million, Liverpool with 0.55, Bristol with 0.53, Sheffield with 0.52, Manchester with 0.51 and Leeds with 0.47 million, all in England except Glasgow. Edinburgh, the capital of Scotland, has 0.46 million; Cardiff, the capital of Wales, 0.35 million; and Belfast, the capital of Northern Ireland, 0.33 million. Be careful with Leeds: the deck's table lists it twice, once as 0.47 million and once as 0.44 million, so we leave Leeds out of the sums below and the department will tell you which figure is right.
A table like this lets you do geography with numbers. The deck's question asked by how much the population of London and Manchester together is more than Edinburgh and Glasgow together. Step 1: 8.25 + 0.51 = 8.76 million. Step 2: 0.46 + 0.6 = 1.06 million. Step 3: 8.76 − 1.06 = 7.7 million. Set your working out in steps like that and you will not lose track. Notice too that the capital city is not always the biggest city: Glasgow is bigger than Edinburgh.
Worked example — model it step by step, thinking aloud: Using the deck's table, by how much is the population of London (8.25 million) and Manchester (0.51 million) more than Edinburgh (0.46 million) and Glasgow (0.6 million)? (1) Add the first pair: 8.25 + 0.51 = 8.76 million. (2) Add the second pair: 0.46 + 0.6 = 1.06 million. (3) Subtract: 8.76 − 1.06 = 7.7 million. (4) Check the sense: London alone is about eight times the two Scottish cities together, so an answer near 7.7 million is right. Answer: 7.7 million.
Tip: Population figures in a table are usually in millions. 0.51 million is 510 000 people, so write the unit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UK's cities and their populations. Say it in your own words, then check understanding with a quick question: ask a pupil from the pre-teach group first, since they met these words and ideas before the lesson. Pupils try to recall before you re-explain.
The deck's table gives the population of eleven UK cities in millions. London, in England, has 8.25 million people, far more than anywhere else. Birmingham, also in England, has 1.09 million. Then come Glasgow in Scotland with 0.6 million, Liverpool with 0.55, Bristol with 0.53, Sheffield with 0.52, Manchester with 0.51 and Leeds with 0.47 million, all in England except Glasgow. Edinburgh, the capital of Scotland, has 0.46 million; Cardiff, the capital of Wales, 0.35 million; and Belfast, the capital of Northern Ireland, 0.33 million. Be careful with Leeds: the deck's table lists it twice, once as 0.47 million and once as 0.44 million, so we leave Leeds out of the sums below and the department will tell you which figure is right.
A table like this lets you do geography with numbers. The deck's question asked by how much the population of London and Manchester together is more than Edinburgh and Glasgow together. Step 1: 8.25 + 0.51 = 8.76 million. Step 2: 0.46 + 0.6 = 1.06 million. Step 3: 8.76 − 1.06 = 7.7 million. Set your working out in steps like that and you will not lose track. Notice too that the capital city is not always the biggest city: Glasgow is bigger than Edinburgh.
Worked example — model it step by step, thinking aloud: Using the deck's table, by how much is the population of London (8.25 million) and Manchester (0.51 million) more than Edinburgh (0.46 million) and Glasgow (0.6 million)? (1) Add the first pair: 8.25 + 0.51 = 8.76 million. (2) Add the second pair: 0.46 + 0.6 = 1.06 million. (3) Subtract: 8.76 − 1.06 = 7.7 million. (4) Check the sense: London alone is about eight times the two Scottish cities together, so an answer near 7.7 million is right. Answer: 7.7 million.
Tip: Population figures in a table are usually in millions. 0.51 million is 510 000 people, so write the unit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Countries and capitals.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country of the United Kingdom to its capital city.
Support — work through the steps with the group: (1) London is the capital of England and of the whole UK. (2) Edinburgh is in Scotland, in the north of Great Britain. (3) Cardiff is in south Wales, in the west. (4) Belfast is the only capital not on Great Britain: it is in Northern Ireland.
Parallel worked example for Support (model it, do not give the task answer): Match: Republic of Ireland, France. Choices: Paris; Dublin. Dublin is the capital of the Republic of Ireland.; Paris is the capital of France.. Answer: Republic of Ireland: Dublin. France: Paris..
Core — reveal the hint only on request: Clockwise from the top of the map: Edinburgh, London, Cardiff, then across the sea to Belfast.
Stretch — no help; when finished: Explain why the capital city is not always the biggest city, using Edinburgh and Glasgow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Countries and capitals.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country of the United Kingdom to its capital city.
Support — work through the steps with the group: (1) London is the capital of England and of the whole UK. (2) Edinburgh is in Scotland, in the north of Great Britain. (3) Cardiff is in south Wales, in the west. (4) Belfast is the only capital not on Great Britain: it is in Northern Ireland.
Parallel worked example for Support (model it, do not give the task answer): Match: Republic of Ireland, France. Choices: Paris; Dublin. Dublin is the capital of the Republic of Ireland.; Paris is the capital of France.. Answer: Republic of Ireland: Dublin. France: Paris..
Core — reveal the hint only on request: Clockwise from the top of the map: Edinburgh, London, Cardiff, then across the sea to Belfast.
Stretch — no help; when finished: Explain why the capital city is not always the biggest city, using Edinburgh and Glasgow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Comparing cities with numbers.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deck's table gives London's population as 8.25 million and Birmingham's as 1.09 million. How many million more people live in London than in Birmingham?
Support — work through the steps with the group: (1) Write the two figures with their decimal points lined up: 8.25 and 1.09. (2) Subtract the whole numbers: 8 − 1 = 7. (3) Subtract the decimals: 0.25 − 0.09 = 0.16. (4) Put them together: 7.16 million. Say million in your answer.
Parallel worked example for Support (model it, do not give the task answer): Glasgow has 0.6 million people and Edinburgh 0.46 million. How many million more people live in Glasgow? Line up the decimals: 0.60 and 0.46.; 0.60 − 0.46 = 0.14.; 0.14 million, which is 140 000 people.. Answer: 0.14 million.
Core — reveal the hint only on request: Subtract the smaller from the larger, keeping the decimal points lined up. The answer is in millions.
Stretch — no help; when finished: Roughly how many times bigger is London than Birmingham? Show your working and comment on what that means for jobs and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UK features is a physical feature?
Answer: D   Lulworth Cove on the Dorset coast. Lulworth Cove is a bay shaped by the sea, so it is physical. Parliament, a motorway and a town centre were all made by people, so they are human features.
Source of this question: module 3 task ("Physical or human feature?")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Countries and capitals. Reveal the answer; pupils mark their own work in a different colour, then read the "why" together. Same destination for every lane, so one answer serves the whole class.
Answer: England  →  C  London; Scotland  →  D  Edinburgh; Wales  →  B  Cardiff; Northern Ireland  →  A  Belfast
Why: London (England), Edinburgh (Scotland), Cardiff (Wales) and Belfast (Northern Ireland) are the four capitals. Each is where that country's parliament or assembly meets.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Comparing cities with numbers. Reveal the answer; pupils mark their own work in a different colour, then read the "why" together. Same destination for every lane, so one answer serves the whole class.
Answer: 7.16 million
Why: 8.25 − 1.09 = 7.16. Keep the decimal points lined up and remember the unit: 7.16 million people.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Lulworth Cove on the Dorset coast
Why: Lulworth Cove is a bay shaped by the sea, so it is physical. Parliament, a motorway and a town centre were all made by people, so they are human features.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My Local Place and the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My Local Place and the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My Local Place and the World · AQA KS3 → 8035</a:t>
            </a:r>
            <a:endParaRPr lang="en-US" sz="1800" dirty="0"/>
          </a:p>
        </p:txBody>
      </p:sp>
      <p:sp>
        <p:nvSpPr>
          <p:cNvPr id="10" name="deck-title"/>
          <p:cNvSpPr txBox="1"/>
          <p:nvPr/>
        </p:nvSpPr>
        <p:spPr>
          <a:xfrm>
            <a:off x="548640" y="230428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What is the rest of the United Kingdom like?</a:t>
            </a:r>
            <a:endParaRPr lang="en-US" sz="3600" dirty="0"/>
          </a:p>
        </p:txBody>
      </p:sp>
      <p:sp>
        <p:nvSpPr>
          <p:cNvPr id="11" name="lessons-card"/>
          <p:cNvSpPr/>
          <p:nvPr/>
        </p:nvSpPr>
        <p:spPr>
          <a:xfrm>
            <a:off x="548640" y="3848608"/>
            <a:ext cx="5287975" cy="1290320"/>
          </a:xfrm>
          <a:prstGeom prst="roundRect">
            <a:avLst>
              <a:gd name="adj" fmla="val 5669"/>
            </a:avLst>
          </a:prstGeom>
          <a:solidFill>
            <a:srgbClr val="F2F5F2"/>
          </a:solidFill>
          <a:ln/>
        </p:spPr>
      </p:sp>
      <p:sp>
        <p:nvSpPr>
          <p:cNvPr id="12" name="lessons"/>
          <p:cNvSpPr txBox="1"/>
          <p:nvPr/>
        </p:nvSpPr>
        <p:spPr>
          <a:xfrm>
            <a:off x="685800" y="394004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What is the rest of the United Kingdom like?</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makes a place, how do we find and describe it on a map, and how does my local place connect to the rest of the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country is part of the British Isles but NOT part of the United Kingdom?</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Wales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Republic of Ireland</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Scotland</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Northern Ireland</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capital city of Wales is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Cardiff  ·  Swansea  ·  Belfast</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countries make up the United Kingdom?</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Republic of Ireland</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country is part of the British Isles but NOT part of the United Kingdom?</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Republic of Ireland is an independent country on the island of Ireland. Northern Ireland, Wales and Scotland are all part of the UK.</a:t>
            </a:r>
            <a:endParaRPr lang="en-US" sz="20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Cardiff</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capital city of Wales is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Cardiff is the capital of Wales, where the Welsh parliament meets. Belfast is the capital of Northern Ireland.</a:t>
            </a:r>
            <a:endParaRPr lang="en-US" sz="22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4</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many countries make up the United Kingdom?</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Four: England, Scotland, Wales and Northern Ireland.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British Isles</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all the islands of Britain and Ireland together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British Isles include the Republic of Ireland.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Great Britain</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large island made up of England, Scotland and Wales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Great Britain does not include Northern Ireland.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United Kingdom</a:t>
            </a:r>
            <a:endParaRPr lang="en-US" sz="2600" dirty="0"/>
          </a:p>
        </p:txBody>
      </p:sp>
      <p:sp>
        <p:nvSpPr>
          <p:cNvPr id="23" name="word-rule"/>
          <p:cNvSpPr/>
          <p:nvPr/>
        </p:nvSpPr>
        <p:spPr>
          <a:xfrm>
            <a:off x="8310677" y="2558288"/>
            <a:ext cx="3149498" cy="0"/>
          </a:xfrm>
          <a:prstGeom prst="line">
            <a:avLst/>
          </a:prstGeom>
          <a:ln w="12700">
            <a:solidFill>
              <a:srgbClr val="B8C8BC"/>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England, Scotland, Wales and Northern Ireland together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United Kingdom has four countries.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capital city</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city where a country's government meets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Cardiff is the capital city of Wales.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landmark</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famous building or natural feature that people recognise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Stonehenge is a famous landmark in England.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settlement</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place where people live, such as a village, town or city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Bewdley is a small settlement on a river.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United Kingdom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made up of four countries.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are England, Scotland, Wales and Northern Ireland.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Their capital cities are London, Edinburgh, Cardiff and Belfast.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Great Britain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the big island: England, Scotland and Wales.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British Isles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also include the island of Ireland.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Republic of Ireland is not part of the UK.</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Each country has its own traditions, food and music.</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Each has famous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landmarks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like Stonehenge and the Giant's Causeway.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UK has coasts, rivers, towns, cities and transport links.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London is by far the biggest city.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has over eight million people.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Birmingham is next, with just over one million.</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British Isles, Great Britain, United Kingdom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Smallest to biggest: Great Britain (one island, three countries), United Kingdom (four countries), British Isles (all the islands, five countries if you count the Republic).</a:t>
            </a:r>
            <a:endParaRPr lang="en-US" sz="1800" dirty="0"/>
          </a:p>
        </p:txBody>
      </p:sp>
      <p:sp>
        <p:nvSpPr>
          <p:cNvPr id="11" name="point-card"/>
          <p:cNvSpPr/>
          <p:nvPr/>
        </p:nvSpPr>
        <p:spPr>
          <a:xfrm>
            <a:off x="548640" y="1389888"/>
            <a:ext cx="5410048" cy="3686048"/>
          </a:xfrm>
          <a:prstGeom prst="roundRect">
            <a:avLst>
              <a:gd name="adj" fmla="val 1488"/>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Three names are easy to mix up, and each means something different.</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9F4EC"/>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which country on the map is in the British Isles but not in the United Kingdom?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Four countries, four capitals, four governments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four capitals as one list, clockwise from the top: Edinburgh, London, Cardiff, Belfast.</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England's capital is London; Scotland's is Edinburgh; Wales's is Cardiff; Northern Ireland's is Belfast.</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four countries are governed in different ways. The UK Parliament meets in the Houses of Parliament in London and is led by the Prime Minister, who is the political head of the whole United Kingdom.</a:t>
            </a:r>
            <a:endParaRPr lang="en-US" sz="20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landmarks are worth learning because exam questions often ask you to name a place in each country.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Physical and human features of the UK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Physical means made by nature; human means made by people. A coast is physical, a port is human.</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UK's key physical features are its coasts and rivers.</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Human features are the ones people have made. Settlements are places where people live: villages, towns and cities.</a:t>
            </a:r>
            <a:endParaRPr lang="en-US" sz="20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Where you find each feature is not random. Big cities grew where rivers could be crossed or ships could land; motorways and railways run between the big cities; airports sit on flat land near them.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UK's cities and their populations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Population figures in a table are usually in millions. 0.51 million is 510 000 people, so write the unit in your answer.</a:t>
            </a:r>
            <a:endParaRPr lang="en-US" sz="1800" dirty="0"/>
          </a:p>
        </p:txBody>
      </p:sp>
      <p:sp>
        <p:nvSpPr>
          <p:cNvPr id="11" name="point-card"/>
          <p:cNvSpPr/>
          <p:nvPr/>
        </p:nvSpPr>
        <p:spPr>
          <a:xfrm>
            <a:off x="548640" y="1389888"/>
            <a:ext cx="5410048" cy="3686048"/>
          </a:xfrm>
          <a:prstGeom prst="roundRect">
            <a:avLst>
              <a:gd name="adj" fmla="val 1488"/>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deck's table gives the population of eleven UK cities in millions.</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9F4EC"/>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table like this lets you do geography with numbers.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The UK's cities and their populations</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2F5F2"/>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Using the deck's table, by how much is the population of London (8.25 million) and Manchester (0.51 million) more than Edinburgh (0.46 million) and Glasgow (0.6 million)?</a:t>
            </a:r>
            <a:endParaRPr lang="en-US" sz="2000" dirty="0"/>
          </a:p>
        </p:txBody>
      </p:sp>
      <p:sp>
        <p:nvSpPr>
          <p:cNvPr id="9" name="step-box"/>
          <p:cNvSpPr/>
          <p:nvPr/>
        </p:nvSpPr>
        <p:spPr>
          <a:xfrm>
            <a:off x="548640" y="2502408"/>
            <a:ext cx="11094415" cy="568858"/>
          </a:xfrm>
          <a:prstGeom prst="roundRect">
            <a:avLst>
              <a:gd name="adj" fmla="val 12859"/>
            </a:avLst>
          </a:prstGeom>
          <a:solidFill>
            <a:srgbClr val="FFFFFF"/>
          </a:solidFill>
          <a:ln w="15875">
            <a:solidFill>
              <a:srgbClr val="95AE9B"/>
            </a:solidFill>
            <a:prstDash val="solid"/>
          </a:ln>
        </p:spPr>
      </p:sp>
      <p:sp>
        <p:nvSpPr>
          <p:cNvPr id="10" name="step-hex"/>
          <p:cNvSpPr/>
          <p:nvPr/>
        </p:nvSpPr>
        <p:spPr>
          <a:xfrm>
            <a:off x="685800" y="2588870"/>
            <a:ext cx="457200" cy="395935"/>
          </a:xfrm>
          <a:prstGeom prst="hexagon">
            <a:avLst/>
          </a:prstGeom>
          <a:solidFill>
            <a:srgbClr val="3F6B4A"/>
          </a:solidFill>
          <a:ln/>
        </p:spPr>
      </p:sp>
      <p:sp>
        <p:nvSpPr>
          <p:cNvPr id="11" name="step-hex-label"/>
          <p:cNvSpPr txBox="1"/>
          <p:nvPr/>
        </p:nvSpPr>
        <p:spPr>
          <a:xfrm>
            <a:off x="685800" y="25888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 first pair: 8.25 + 0.51 = 8.76 million.</a:t>
            </a:r>
            <a:endParaRPr lang="en-US" sz="1800" dirty="0"/>
          </a:p>
        </p:txBody>
      </p:sp>
      <p:sp>
        <p:nvSpPr>
          <p:cNvPr id="13" name="step-box"/>
          <p:cNvSpPr/>
          <p:nvPr/>
        </p:nvSpPr>
        <p:spPr>
          <a:xfrm>
            <a:off x="548640" y="3144418"/>
            <a:ext cx="11094415" cy="568858"/>
          </a:xfrm>
          <a:prstGeom prst="roundRect">
            <a:avLst>
              <a:gd name="adj" fmla="val 12859"/>
            </a:avLst>
          </a:prstGeom>
          <a:solidFill>
            <a:srgbClr val="FFFFFF"/>
          </a:solidFill>
          <a:ln w="15875">
            <a:solidFill>
              <a:srgbClr val="95AE9B"/>
            </a:solidFill>
            <a:prstDash val="solid"/>
          </a:ln>
        </p:spPr>
      </p:sp>
      <p:sp>
        <p:nvSpPr>
          <p:cNvPr id="14" name="step-hex"/>
          <p:cNvSpPr/>
          <p:nvPr/>
        </p:nvSpPr>
        <p:spPr>
          <a:xfrm>
            <a:off x="685800" y="3230880"/>
            <a:ext cx="457200" cy="395935"/>
          </a:xfrm>
          <a:prstGeom prst="hexagon">
            <a:avLst/>
          </a:prstGeom>
          <a:solidFill>
            <a:srgbClr val="3F6B4A"/>
          </a:solidFill>
          <a:ln/>
        </p:spPr>
      </p:sp>
      <p:sp>
        <p:nvSpPr>
          <p:cNvPr id="15" name="step-hex-label"/>
          <p:cNvSpPr txBox="1"/>
          <p:nvPr/>
        </p:nvSpPr>
        <p:spPr>
          <a:xfrm>
            <a:off x="685800" y="3230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441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 second pair: 0.46 + 0.6 = 1.06 million.</a:t>
            </a:r>
            <a:endParaRPr lang="en-US" sz="1800" dirty="0"/>
          </a:p>
        </p:txBody>
      </p:sp>
      <p:sp>
        <p:nvSpPr>
          <p:cNvPr id="17" name="step-box"/>
          <p:cNvSpPr/>
          <p:nvPr/>
        </p:nvSpPr>
        <p:spPr>
          <a:xfrm>
            <a:off x="548640" y="3786429"/>
            <a:ext cx="11094415" cy="568858"/>
          </a:xfrm>
          <a:prstGeom prst="roundRect">
            <a:avLst>
              <a:gd name="adj" fmla="val 12859"/>
            </a:avLst>
          </a:prstGeom>
          <a:solidFill>
            <a:srgbClr val="FFFFFF"/>
          </a:solidFill>
          <a:ln w="15875">
            <a:solidFill>
              <a:srgbClr val="95AE9B"/>
            </a:solidFill>
            <a:prstDash val="solid"/>
          </a:ln>
        </p:spPr>
      </p:sp>
      <p:sp>
        <p:nvSpPr>
          <p:cNvPr id="18" name="step-hex"/>
          <p:cNvSpPr/>
          <p:nvPr/>
        </p:nvSpPr>
        <p:spPr>
          <a:xfrm>
            <a:off x="685800" y="3872890"/>
            <a:ext cx="457200" cy="395935"/>
          </a:xfrm>
          <a:prstGeom prst="hexagon">
            <a:avLst/>
          </a:prstGeom>
          <a:solidFill>
            <a:srgbClr val="3F6B4A"/>
          </a:solidFill>
          <a:ln/>
        </p:spPr>
      </p:sp>
      <p:sp>
        <p:nvSpPr>
          <p:cNvPr id="19" name="step-hex-label"/>
          <p:cNvSpPr txBox="1"/>
          <p:nvPr/>
        </p:nvSpPr>
        <p:spPr>
          <a:xfrm>
            <a:off x="685800" y="3872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642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Subtract: 8.76 − 1.06 = 7.7 million.</a:t>
            </a:r>
            <a:endParaRPr lang="en-US" sz="1800" dirty="0"/>
          </a:p>
        </p:txBody>
      </p:sp>
      <p:sp>
        <p:nvSpPr>
          <p:cNvPr id="21" name="step-box"/>
          <p:cNvSpPr/>
          <p:nvPr/>
        </p:nvSpPr>
        <p:spPr>
          <a:xfrm>
            <a:off x="548640" y="4428439"/>
            <a:ext cx="11094415" cy="833018"/>
          </a:xfrm>
          <a:prstGeom prst="roundRect">
            <a:avLst>
              <a:gd name="adj" fmla="val 8782"/>
            </a:avLst>
          </a:prstGeom>
          <a:solidFill>
            <a:srgbClr val="FFFFFF"/>
          </a:solidFill>
          <a:ln w="15875">
            <a:solidFill>
              <a:srgbClr val="95AE9B"/>
            </a:solidFill>
            <a:prstDash val="solid"/>
          </a:ln>
        </p:spPr>
      </p:sp>
      <p:sp>
        <p:nvSpPr>
          <p:cNvPr id="22" name="step-hex"/>
          <p:cNvSpPr/>
          <p:nvPr/>
        </p:nvSpPr>
        <p:spPr>
          <a:xfrm>
            <a:off x="685800" y="4646981"/>
            <a:ext cx="457200" cy="395935"/>
          </a:xfrm>
          <a:prstGeom prst="hexagon">
            <a:avLst/>
          </a:prstGeom>
          <a:solidFill>
            <a:srgbClr val="3F6B4A"/>
          </a:solidFill>
          <a:ln/>
        </p:spPr>
      </p:sp>
      <p:sp>
        <p:nvSpPr>
          <p:cNvPr id="23" name="step-hex-label"/>
          <p:cNvSpPr txBox="1"/>
          <p:nvPr/>
        </p:nvSpPr>
        <p:spPr>
          <a:xfrm>
            <a:off x="685800" y="46469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28439"/>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sense: London alone is about eight times the two Scottish cities together, so an answer near 7.7 million is right.</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7.7 million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Countries and capitals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country of the United Kingdom to its capital city.</a:t>
            </a:r>
            <a:endParaRPr lang="en-US" sz="2400" dirty="0"/>
          </a:p>
        </p:txBody>
      </p:sp>
      <p:sp>
        <p:nvSpPr>
          <p:cNvPr id="11" name="match-card"/>
          <p:cNvSpPr/>
          <p:nvPr/>
        </p:nvSpPr>
        <p:spPr>
          <a:xfrm>
            <a:off x="777240" y="2468331"/>
            <a:ext cx="5135728" cy="804809"/>
          </a:xfrm>
          <a:prstGeom prst="roundRect">
            <a:avLst>
              <a:gd name="adj" fmla="val 9089"/>
            </a:avLst>
          </a:prstGeom>
          <a:solidFill>
            <a:srgbClr val="F5F8F6"/>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England</a:t>
            </a:r>
            <a:endParaRPr lang="en-US" sz="2200" dirty="0"/>
          </a:p>
        </p:txBody>
      </p:sp>
      <p:sp>
        <p:nvSpPr>
          <p:cNvPr id="15" name="match-card"/>
          <p:cNvSpPr/>
          <p:nvPr/>
        </p:nvSpPr>
        <p:spPr>
          <a:xfrm>
            <a:off x="6278728" y="2468331"/>
            <a:ext cx="5135728" cy="804809"/>
          </a:xfrm>
          <a:prstGeom prst="roundRect">
            <a:avLst>
              <a:gd name="adj" fmla="val 9089"/>
            </a:avLst>
          </a:prstGeom>
          <a:solidFill>
            <a:srgbClr val="F9F4EC"/>
          </a:solidFill>
          <a:ln/>
        </p:spPr>
      </p:sp>
      <p:sp>
        <p:nvSpPr>
          <p:cNvPr id="16" name="match-hex"/>
          <p:cNvSpPr/>
          <p:nvPr/>
        </p:nvSpPr>
        <p:spPr>
          <a:xfrm>
            <a:off x="6351880" y="2704443"/>
            <a:ext cx="384048" cy="332586"/>
          </a:xfrm>
          <a:prstGeom prst="hexagon">
            <a:avLst/>
          </a:prstGeom>
          <a:solidFill>
            <a:srgbClr val="B8862B"/>
          </a:solidFill>
          <a:ln/>
        </p:spPr>
      </p:sp>
      <p:sp>
        <p:nvSpPr>
          <p:cNvPr id="17" name="match-hex-label"/>
          <p:cNvSpPr txBox="1"/>
          <p:nvPr/>
        </p:nvSpPr>
        <p:spPr>
          <a:xfrm>
            <a:off x="6351880"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Belfast</a:t>
            </a:r>
            <a:endParaRPr lang="en-US" sz="2200" dirty="0"/>
          </a:p>
        </p:txBody>
      </p:sp>
      <p:sp>
        <p:nvSpPr>
          <p:cNvPr id="19" name="match-card"/>
          <p:cNvSpPr/>
          <p:nvPr/>
        </p:nvSpPr>
        <p:spPr>
          <a:xfrm>
            <a:off x="777240" y="3364581"/>
            <a:ext cx="5135728" cy="804809"/>
          </a:xfrm>
          <a:prstGeom prst="roundRect">
            <a:avLst>
              <a:gd name="adj" fmla="val 9089"/>
            </a:avLst>
          </a:prstGeom>
          <a:solidFill>
            <a:srgbClr val="F5F8F6"/>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Scotland</a:t>
            </a:r>
            <a:endParaRPr lang="en-US" sz="2200" dirty="0"/>
          </a:p>
        </p:txBody>
      </p:sp>
      <p:sp>
        <p:nvSpPr>
          <p:cNvPr id="23" name="match-card"/>
          <p:cNvSpPr/>
          <p:nvPr/>
        </p:nvSpPr>
        <p:spPr>
          <a:xfrm>
            <a:off x="6278728" y="3364581"/>
            <a:ext cx="5135728" cy="804809"/>
          </a:xfrm>
          <a:prstGeom prst="roundRect">
            <a:avLst>
              <a:gd name="adj" fmla="val 9089"/>
            </a:avLst>
          </a:prstGeom>
          <a:solidFill>
            <a:srgbClr val="F9F4EC"/>
          </a:solidFill>
          <a:ln/>
        </p:spPr>
      </p:sp>
      <p:sp>
        <p:nvSpPr>
          <p:cNvPr id="24" name="match-hex"/>
          <p:cNvSpPr/>
          <p:nvPr/>
        </p:nvSpPr>
        <p:spPr>
          <a:xfrm>
            <a:off x="6351880" y="3600692"/>
            <a:ext cx="384048" cy="332586"/>
          </a:xfrm>
          <a:prstGeom prst="hexagon">
            <a:avLst/>
          </a:prstGeom>
          <a:solidFill>
            <a:srgbClr val="B8862B"/>
          </a:solidFill>
          <a:ln/>
        </p:spPr>
      </p:sp>
      <p:sp>
        <p:nvSpPr>
          <p:cNvPr id="25" name="match-hex-label"/>
          <p:cNvSpPr txBox="1"/>
          <p:nvPr/>
        </p:nvSpPr>
        <p:spPr>
          <a:xfrm>
            <a:off x="6351880"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364581"/>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Cardiff</a:t>
            </a:r>
            <a:endParaRPr lang="en-US" sz="2200" dirty="0"/>
          </a:p>
        </p:txBody>
      </p:sp>
      <p:sp>
        <p:nvSpPr>
          <p:cNvPr id="27" name="match-card"/>
          <p:cNvSpPr/>
          <p:nvPr/>
        </p:nvSpPr>
        <p:spPr>
          <a:xfrm>
            <a:off x="777240" y="4260830"/>
            <a:ext cx="5135728" cy="804809"/>
          </a:xfrm>
          <a:prstGeom prst="roundRect">
            <a:avLst>
              <a:gd name="adj" fmla="val 9089"/>
            </a:avLst>
          </a:prstGeom>
          <a:solidFill>
            <a:srgbClr val="F5F8F6"/>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Wales</a:t>
            </a:r>
            <a:endParaRPr lang="en-US" sz="2200" dirty="0"/>
          </a:p>
        </p:txBody>
      </p:sp>
      <p:sp>
        <p:nvSpPr>
          <p:cNvPr id="31" name="match-card"/>
          <p:cNvSpPr/>
          <p:nvPr/>
        </p:nvSpPr>
        <p:spPr>
          <a:xfrm>
            <a:off x="6278728" y="4260830"/>
            <a:ext cx="5135728" cy="804809"/>
          </a:xfrm>
          <a:prstGeom prst="roundRect">
            <a:avLst>
              <a:gd name="adj" fmla="val 9089"/>
            </a:avLst>
          </a:prstGeom>
          <a:solidFill>
            <a:srgbClr val="F9F4EC"/>
          </a:solidFill>
          <a:ln/>
        </p:spPr>
      </p:sp>
      <p:sp>
        <p:nvSpPr>
          <p:cNvPr id="32" name="match-hex"/>
          <p:cNvSpPr/>
          <p:nvPr/>
        </p:nvSpPr>
        <p:spPr>
          <a:xfrm>
            <a:off x="6351880" y="4496941"/>
            <a:ext cx="384048" cy="332586"/>
          </a:xfrm>
          <a:prstGeom prst="hexagon">
            <a:avLst/>
          </a:prstGeom>
          <a:solidFill>
            <a:srgbClr val="B8862B"/>
          </a:solidFill>
          <a:ln/>
        </p:spPr>
      </p:sp>
      <p:sp>
        <p:nvSpPr>
          <p:cNvPr id="33" name="match-hex-label"/>
          <p:cNvSpPr txBox="1"/>
          <p:nvPr/>
        </p:nvSpPr>
        <p:spPr>
          <a:xfrm>
            <a:off x="6351880"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260830"/>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London</a:t>
            </a:r>
            <a:endParaRPr lang="en-US" sz="2200" dirty="0"/>
          </a:p>
        </p:txBody>
      </p:sp>
      <p:sp>
        <p:nvSpPr>
          <p:cNvPr id="35" name="match-card"/>
          <p:cNvSpPr/>
          <p:nvPr/>
        </p:nvSpPr>
        <p:spPr>
          <a:xfrm>
            <a:off x="777240" y="5157079"/>
            <a:ext cx="5135728" cy="804809"/>
          </a:xfrm>
          <a:prstGeom prst="roundRect">
            <a:avLst>
              <a:gd name="adj" fmla="val 9089"/>
            </a:avLst>
          </a:prstGeom>
          <a:solidFill>
            <a:srgbClr val="F5F8F6"/>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Northern Ireland</a:t>
            </a:r>
            <a:endParaRPr lang="en-US" sz="2200" dirty="0"/>
          </a:p>
        </p:txBody>
      </p:sp>
      <p:sp>
        <p:nvSpPr>
          <p:cNvPr id="39" name="match-card"/>
          <p:cNvSpPr/>
          <p:nvPr/>
        </p:nvSpPr>
        <p:spPr>
          <a:xfrm>
            <a:off x="6278728" y="5157079"/>
            <a:ext cx="5135728" cy="804809"/>
          </a:xfrm>
          <a:prstGeom prst="roundRect">
            <a:avLst>
              <a:gd name="adj" fmla="val 9089"/>
            </a:avLst>
          </a:prstGeom>
          <a:solidFill>
            <a:srgbClr val="F9F4EC"/>
          </a:solidFill>
          <a:ln/>
        </p:spPr>
      </p:sp>
      <p:sp>
        <p:nvSpPr>
          <p:cNvPr id="40" name="match-hex"/>
          <p:cNvSpPr/>
          <p:nvPr/>
        </p:nvSpPr>
        <p:spPr>
          <a:xfrm>
            <a:off x="6351880" y="5393191"/>
            <a:ext cx="384048" cy="332586"/>
          </a:xfrm>
          <a:prstGeom prst="hexagon">
            <a:avLst/>
          </a:prstGeom>
          <a:solidFill>
            <a:srgbClr val="B8862B"/>
          </a:solidFill>
          <a:ln/>
        </p:spPr>
      </p:sp>
      <p:sp>
        <p:nvSpPr>
          <p:cNvPr id="41" name="match-hex-label"/>
          <p:cNvSpPr txBox="1"/>
          <p:nvPr/>
        </p:nvSpPr>
        <p:spPr>
          <a:xfrm>
            <a:off x="6351880"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5157079"/>
            <a:ext cx="4541368"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Edinburgh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Countries and capitals</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country of the United Kingdom to its capital city.</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F5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London is the capital of England and of the whole UK.</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Edinburgh is in Scotland, in the north of Great Britain.</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Cardiff is in south Wales, in the west.</a:t>
            </a:r>
            <a:endParaRPr lang="en-US" sz="2000" dirty="0"/>
          </a:p>
          <a:p>
            <a:pPr algn="l" indent="0" marL="0">
              <a:spcAft>
                <a:spcPts val="600"/>
              </a:spcAft>
              <a:buNone/>
            </a:pPr>
            <a:r>
              <a:rPr lang="en-US" sz="20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Belfast is the only capital not on Great Britain: it is in Northern Ireland.</a:t>
            </a:r>
            <a:endParaRPr lang="en-US" sz="2000" dirty="0"/>
          </a:p>
        </p:txBody>
      </p:sp>
      <p:sp>
        <p:nvSpPr>
          <p:cNvPr id="17" name="col-Core"/>
          <p:cNvSpPr/>
          <p:nvPr/>
        </p:nvSpPr>
        <p:spPr>
          <a:xfrm>
            <a:off x="5490762" y="2578608"/>
            <a:ext cx="2938987" cy="3566160"/>
          </a:xfrm>
          <a:prstGeom prst="roundRect">
            <a:avLst>
              <a:gd name="adj" fmla="val 1867"/>
            </a:avLst>
          </a:prstGeom>
          <a:solidFill>
            <a:srgbClr val="DBE3DD"/>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32563B"/>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Clockwise from the top of the map: Edinburgh, London, Cardiff, then across the sea to Belfast.</a:t>
            </a:r>
            <a:endParaRPr lang="en-US" sz="20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the capital city is not always the biggest city, using Edinburgh and Glasgow as your example.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Comparing cities with numbers</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94612"/>
          </a:xfrm>
          <a:prstGeom prst="roundRect">
            <a:avLst>
              <a:gd name="adj" fmla="val 5734"/>
            </a:avLst>
          </a:prstGeom>
          <a:solidFill>
            <a:srgbClr val="FFFFFF"/>
          </a:solidFill>
          <a:ln w="31750">
            <a:solidFill>
              <a:srgbClr val="B8862B"/>
            </a:solidFill>
            <a:prstDash val="solid"/>
          </a:ln>
        </p:spPr>
      </p:sp>
      <p:sp>
        <p:nvSpPr>
          <p:cNvPr id="8" name="task-hex"/>
          <p:cNvSpPr/>
          <p:nvPr/>
        </p:nvSpPr>
        <p:spPr>
          <a:xfrm>
            <a:off x="777240" y="1870446"/>
            <a:ext cx="731520" cy="633496"/>
          </a:xfrm>
          <a:prstGeom prst="hexagon">
            <a:avLst/>
          </a:prstGeom>
          <a:solidFill>
            <a:srgbClr val="B8862B"/>
          </a:solidFill>
          <a:ln/>
        </p:spPr>
      </p:sp>
      <p:sp>
        <p:nvSpPr>
          <p:cNvPr id="9" name="task-hex-label"/>
          <p:cNvSpPr txBox="1"/>
          <p:nvPr/>
        </p:nvSpPr>
        <p:spPr>
          <a:xfrm>
            <a:off x="777240" y="187044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91287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41173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deck's table gives London's population as 8.25 million and Birmingham's as 1.09 million. How many million more people live in London than in Birmingham?</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million</a:t>
            </a:r>
            <a:endParaRPr lang="en-US" sz="2000" dirty="0"/>
          </a:p>
        </p:txBody>
      </p:sp>
      <p:sp>
        <p:nvSpPr>
          <p:cNvPr id="12" name="col-Support"/>
          <p:cNvSpPr/>
          <p:nvPr/>
        </p:nvSpPr>
        <p:spPr>
          <a:xfrm>
            <a:off x="548640" y="3258820"/>
            <a:ext cx="4667802" cy="2885948"/>
          </a:xfrm>
          <a:prstGeom prst="roundRect">
            <a:avLst>
              <a:gd name="adj" fmla="val 1901"/>
            </a:avLst>
          </a:prstGeom>
          <a:solidFill>
            <a:srgbClr val="F2F5F2"/>
          </a:solidFill>
          <a:ln/>
        </p:spPr>
      </p:sp>
      <p:sp>
        <p:nvSpPr>
          <p:cNvPr id="13" name="col-hex"/>
          <p:cNvSpPr/>
          <p:nvPr/>
        </p:nvSpPr>
        <p:spPr>
          <a:xfrm>
            <a:off x="658368" y="333197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9539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98900"/>
            <a:ext cx="4393482" cy="213614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two figures with their decimal points lined up: 8.25 and 1.09.</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whole numbers: 8 − 1 = 7.</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decimals: 0.25 − 0.09 = 0.16.</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Put them together: 7.16 million. Say million in your answer.</a:t>
            </a:r>
            <a:endParaRPr lang="en-US" sz="1800" dirty="0"/>
          </a:p>
        </p:txBody>
      </p:sp>
      <p:sp>
        <p:nvSpPr>
          <p:cNvPr id="17" name="col-Core"/>
          <p:cNvSpPr/>
          <p:nvPr/>
        </p:nvSpPr>
        <p:spPr>
          <a:xfrm>
            <a:off x="5490762" y="3258820"/>
            <a:ext cx="2938987" cy="2885948"/>
          </a:xfrm>
          <a:prstGeom prst="roundRect">
            <a:avLst>
              <a:gd name="adj" fmla="val 1901"/>
            </a:avLst>
          </a:prstGeom>
          <a:solidFill>
            <a:srgbClr val="DBE3DD"/>
          </a:solidFill>
          <a:ln/>
        </p:spPr>
      </p:sp>
      <p:sp>
        <p:nvSpPr>
          <p:cNvPr id="18" name="col-hex"/>
          <p:cNvSpPr/>
          <p:nvPr/>
        </p:nvSpPr>
        <p:spPr>
          <a:xfrm>
            <a:off x="5600490" y="333197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Subtract the smaller from the larger, keeping the decimal points lined up. The answer is in millions.</a:t>
            </a:r>
            <a:endParaRPr lang="en-US" sz="1800" dirty="0"/>
          </a:p>
        </p:txBody>
      </p:sp>
      <p:sp>
        <p:nvSpPr>
          <p:cNvPr id="22" name="col-Stretch"/>
          <p:cNvSpPr/>
          <p:nvPr/>
        </p:nvSpPr>
        <p:spPr>
          <a:xfrm>
            <a:off x="8704069" y="3258820"/>
            <a:ext cx="2938987" cy="2885948"/>
          </a:xfrm>
          <a:prstGeom prst="roundRect">
            <a:avLst>
              <a:gd name="adj" fmla="val 1901"/>
            </a:avLst>
          </a:prstGeom>
          <a:solidFill>
            <a:srgbClr val="3F6B4A"/>
          </a:solidFill>
          <a:ln/>
        </p:spPr>
      </p:sp>
      <p:sp>
        <p:nvSpPr>
          <p:cNvPr id="23" name="col-hex"/>
          <p:cNvSpPr/>
          <p:nvPr/>
        </p:nvSpPr>
        <p:spPr>
          <a:xfrm>
            <a:off x="8813797" y="333197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Roughly how many times bigger is London than Birmingham? Show your working and comment on what that means for jobs and transport.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UK features is a physical feature?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Bewdley town centre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Houses of Parliament in London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M25 motorway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Lulworth Cove on the Dorset coast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Countries and capitals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England  →  C  London</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Scotland  →  D  Edinburgh</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Wales  →  B  Cardiff</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Northern Ireland  →  A  Belfast</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London (England), Edinburgh (Scotland), Cardiff (Wales) and Belfast (Northern Ireland) are the four capitals. Each is where that country's parliament or assembly meets.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Comparing cities with numbers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deck's table gives London's population as 8.25 million and Birmingham's as 1.09 million. How many million more people live in London than in Birmingham?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7.16 million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8.25 − 1.09 = 7.16. Keep the decimal points lined up and remember the unit: 7.16 million people.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UK features is a physical feature?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Lulworth Cove on the Dorset coast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Lulworth Cove is a bay shaped by the sea, so it is physical. Parliament, a motorway and a town centre were all made by people, so they are human features.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Local Place and the World · Chapter 5: What is the rest of the United Kingdom like?</dc:title>
  <dc:subject>Geography · Year 7</dc:subject>
  <dc:creator>Dr Vitor Merissi de Carvalho</dc:creator>
  <cp:lastModifiedBy>Dr Vitor Merissi de Carvalho</cp:lastModifiedBy>
  <cp:revision>1</cp:revision>
  <dcterms:created xsi:type="dcterms:W3CDTF">2026-10-19T16:22:54Z</dcterms:created>
  <dcterms:modified xsi:type="dcterms:W3CDTF">2026-10-19T16:22:54Z</dcterms:modified>
</cp:coreProperties>
</file>