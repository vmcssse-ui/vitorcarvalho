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df7b8cc-b9fa-8e2d-9083-f621370c9816}">
          <p14:sldIdLst>
            <p14:sldId id="256"/>
          </p14:sldIdLst>
        </p14:section>
        <p14:section name="Gate" id="{4fc82007-20e2-dd88-34d9-a523138fdeb4}">
          <p14:sldIdLst>
            <p14:sldId id="257"/>
            <p14:sldId id="258"/>
          </p14:sldIdLst>
        </p14:section>
        <p14:section name="Pre-teach" id="{b9a2b604-ebb4-2ebb-5e6e-5abd57ac8580}">
          <p14:sldIdLst>
            <p14:sldId id="259"/>
          </p14:sldIdLst>
        </p14:section>
        <p14:section name="Read-along" id="{8c483359-8b40-729b-fadd-d1215500eb7e}">
          <p14:sldIdLst>
            <p14:sldId id="260"/>
            <p14:sldId id="261"/>
          </p14:sldIdLst>
        </p14:section>
        <p14:section name="Teach" id="{bd8a15b9-741a-263c-2f75-697f8ac97372}">
          <p14:sldIdLst>
            <p14:sldId id="262"/>
            <p14:sldId id="263"/>
            <p14:sldId id="264"/>
            <p14:sldId id="265"/>
          </p14:sldIdLst>
        </p14:section>
        <p14:section name="Routes" id="{fd2ddd98-9421-6023-cd82-040abe1fc349}">
          <p14:sldIdLst>
            <p14:sldId id="266"/>
            <p14:sldId id="267"/>
            <p14:sldId id="268"/>
            <p14:sldId id="269"/>
          </p14:sldIdLst>
        </p14:section>
        <p14:section name="Close" id="{9a0b97f0-9d8d-8cfe-36ed-55867627db24}">
          <p14:sldIdLst>
            <p14:sldId id="270"/>
          </p14:sldIdLst>
        </p14:section>
        <p14:section name="Answers" id="{c2330baa-6ae6-7fdd-750c-b15fcc2aefe7}">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Extreme weather: tropical cyclones. What a tropical cyclone is, the different names it has around the world, how one is born, grows and dies, and why geographers use a real event such as Hurricane Dorian in 2019 as a case study.
This deck covers the department's lessons: 6 (What is a tropical cyclone?: What is a tropical cyclone, how does it live and die, and what happened in Hurricane Dorian in 2019?); 7 (Extreme weather: tropical cyclones and types of clouds: What does a case study tell us, and what forms in the sky before the rain?).
Read the big question aloud: "What makes our weather, and why is the climate changing?"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Where do tropical cyclones form?  →  D   Over warm oceans in the tropics
2. A tropical cyclone that forms over the Atlantic Ocean is called a ___.  →  hurricane
3. What does the term case study mean in geography?  →  C   A real-life example of something we study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Over warm oceans in the tropics. Tropical cyclones are fed by warm, moist air rising from a warm sea surface, which is found over tropical oceans.
2. hurricane. Hurricane is the Atlantic name for a tropical cyclone. The same storm over the western Pacific is a typhoon.
3. C   A real-life example of something we study. A case study is a real event or place that gives a real example of the idea being studied, such as Hurricane Dorian in 2019 for tropical cyclones.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tropical cyclone: a huge spinning storm that forms over warm tropical oceans. Example: "A tropical cyclone brings very strong winds and heavy rain."
• hurricane: the name for a tropical cyclone in the Atlantic Ocean. Example: "Hurricane Dorian struck in 2019."
• life cycle: the stages something goes through from its start to its end. Example: "The life cycle of a cyclone ends when it reaches land."
• case study: a real-life example of something we study in geography. Example: "Our case study of a tropical cyclone is Hurricane Dorian."
• extreme weather: weather that is far more severe than usual. Example: "Tropical cyclones are a type of extreme weather."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Some weather is far more severe than usual.
2. We call it extreme weather.
3. A tropical cyclone is one example.
4. It is a huge spinning storm with very strong winds and heavy rain.
5. Tropical cyclones form over warm oceans near the tropics.
6. The same kind of storm has different names in different places.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In the Atlantic it is called a hurricane.
8. A tropical cyclone has a life cycle.
9. It is born over warm water, grows stronger, and dies when it reaches land or cold water.
10. Geographers study real storms to understand them.
11. A real-life example is called a case study.
12. Our case study is Hurricane Dorian, which happened in 2019.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a tropical cyclone?. Say it in your own words, then check understanding with a quick question: ask a pupil from the pre-teach group first, since they met these words and ideas before the lesson. Pupils try to recall before you re-explain.
Most of the weather in this unit is ordinary. Extreme weather is weather that is much more severe than usual, and a tropical cyclone is one of the most powerful kinds. A tropical cyclone is an enormous rotating storm, hundreds of kilometres across, that forms over warm oceans in the tropics. It brings winds strong enough to tear roofs off buildings, rain heavy enough to flood whole towns, and it pushes the sea up onto the land as it arrives.
The same type of storm is given different names depending on where in the world it forms, and your revision list asks you to know them. Over the Atlantic Ocean it is called a hurricane. Over the western Pacific it is called a typhoon. Over the Indian Ocean and around Australia it is simply called a cyclone. Hurricane, typhoon and cyclone are three names for one kind of storm: the tropical cyclone.
The word tropical is the clue to where they form. They need very warm sea water, which is found only near the tropics, in the belt of the Hadley cell where the sun is strongest. The UK is far too cool to make one, although the remains of Atlantic hurricanes sometimes cross the ocean and reach us as ordinary, if very windy, depressions.
Tip: Three names, one storm. Hurricane: Atlantic. Typhoon: western Pacific. Cyclone: Indian Ocean and Australia.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life cycle of a tropical cyclone. Say it in your own words, then check understanding with a quick question: ask a pupil from the pre-teach group first, since they met these words and ideas before the lesson. Pupils try to recall before you re-explain.
In class you drew the life cycle of a tropical cyclone with arrows between the stages. Like a living thing, a cyclone is born, grows, reaches full strength and dies. It is born when the sun heats the surface of a tropical ocean so strongly that huge amounts of warm, moist air rise. That rising air leaves very low pressure at the surface, and more air rushes in from all sides to replace it. Because the Earth is spinning, the inrushing air is bent into a spiral, and the storm begins to rotate.
As the storm drifts across the warm ocean it keeps feeding on warm, moist air, so it grows larger and its winds grow stronger. The rising air cools and condenses into vast towering clouds that pour out heavy rain. At full strength the storm is a spinning wheel of cloud with very fast winds near its centre.
The storm dies when its food supply is cut off. If it moves over land, or over cooler water, there is no longer a warm sea surface to feed it with warm, moist air. The winds slow, the rain eases and the cyclone fades into an ordinary storm. That is why the worst damage happens right at the coast, where the storm arrives at full strength, and why places far inland suffer much less.
Worked example — model it step by step, thinking aloud: Explain why a tropical cyclone loses its strength when it moves over land. (2 marks) (1) Say what feeds the storm: warm, moist air rising from a warm ocean surface. (2) Say what changes over land: there is no warm sea surface, so the supply of warm, moist air is cut off. (3) Link to the result: without its energy supply, the winds weaken and the storm fades. (4) Cause, change, result: two linked sentences for two marks. Answer: A tropical cyclone is fed by warm, moist air rising from a warm ocean. Over land there is no warm sea surface, so the supply of warm, moist air is cut off, the winds weaken and the storm fades..
Tip: Born over warm sea, fed by warm sea, dies without warm sea. Warm sea water is the whole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life cycle of a tropical cyclone. Say it in your own words, then check understanding with a quick question: ask a pupil from the pre-teach group first, since they met these words and ideas before the lesson. Pupils try to recall before you re-explain.
In class you drew the life cycle of a tropical cyclone with arrows between the stages. Like a living thing, a cyclone is born, grows, reaches full strength and dies. It is born when the sun heats the surface of a tropical ocean so strongly that huge amounts of warm, moist air rise. That rising air leaves very low pressure at the surface, and more air rushes in from all sides to replace it. Because the Earth is spinning, the inrushing air is bent into a spiral, and the storm begins to rotate.
As the storm drifts across the warm ocean it keeps feeding on warm, moist air, so it grows larger and its winds grow stronger. The rising air cools and condenses into vast towering clouds that pour out heavy rain. At full strength the storm is a spinning wheel of cloud with very fast winds near its centre.
The storm dies when its food supply is cut off. If it moves over land, or over cooler water, there is no longer a warm sea surface to feed it with warm, moist air. The winds slow, the rain eases and the cyclone fades into an ordinary storm. That is why the worst damage happens right at the coast, where the storm arrives at full strength, and why places far inland suffer much less.
Worked example — model it step by step, thinking aloud: Explain why a tropical cyclone loses its strength when it moves over land. (2 marks) (1) Say what feeds the storm: warm, moist air rising from a warm ocean surface. (2) Say what changes over land: there is no warm sea surface, so the supply of warm, moist air is cut off. (3) Link to the result: without its energy supply, the winds weaken and the storm fades. (4) Cause, change, result: two linked sentences for two marks. Answer: A tropical cyclone is fed by warm, moist air rising from a warm ocean. Over land there is no warm sea surface, so the supply of warm, moist air is cut off, the winds weaken and the storm fades..
Tip: Born over warm sea, fed by warm sea, dies without warm sea. Warm sea water is the whole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Case study: Hurricane Dorian, 2019. Say it in your own words, then check understanding with a quick question: ask a pupil from the pre-teach group first, since they met these words and ideas before the lesson. Pupils try to recall before you re-explain.
In geography a case study is a real-life example of the thing we are studying. It turns a general idea, such as a tropical cyclone, into a real event with a place, a date and real people, and it lets you back up an answer with evidence instead of guesswork. Whenever an exam asks you to use an example you have studied, it is asking for a case study.
Your case study for this unit is Hurricane Dorian, which happened in 2019. It was a hurricane, so it formed over the Atlantic Ocean. In the cover lesson you read the textbook account and made notes under the headings what tropical cyclones are, Hurricane Dorian 2019, and the life cycle of a tropical cyclone, and then you wrote a paragraph in your own words describing what happened. This deck does not state the figures for Dorian, so when you revise, the facts you need (where it struck, how strong it was, what it did to people and places) must come from your own notes.
When you write about a case study, follow a simple order: name it and date it, say where it happened, describe what the weather did, and then explain the effects on people and on the environment. One well-chosen fact for each is worth more than a long list.
Tip: Case study answers need a name, a date, a place and at least one specific fact. Dorian, 2019, the Atlantic, and one effect from your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Born, grows, dies.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in the life cycle of a tropical cyclone in the correct order.
Support — work through the steps with the group: (1) Every storm starts with heat and rising air over the sea. (2) Rising air leaves low pressure, which pulls in more air and starts the spin. (3) Growing comes before dying: find the stage about feeding and growing. (4) The storm cannot die until something cuts off its warm, moist air.
Parallel worked example for Support (model it, do not give the task answer): Put the stages of a campfire in order: the fire burns down to embers; a match lights dry kindling; the wood runs out; bigger logs are added and the fire grows. Lighting comes first.; Feeding the fire makes it grow.; When the fuel runs out, it dies down.. Answer: A match lights dry kindling; bigger logs are added and the fire grows; the wood runs out; the fire burns down to embers..
Core — reveal the hint only on request: Born over warm sea, starts to spin, feeds and grows, loses its food, fades. Five stages.
Stretch — no help; when finished: Explain why a coastal town suffers more from a tropical cyclone than a town 200 kilometres inland on the same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Born, grows, dies.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in the life cycle of a tropical cyclone in the correct order.
Support — work through the steps with the group: (1) Every storm starts with heat and rising air over the sea. (2) Rising air leaves low pressure, which pulls in more air and starts the spin. (3) Growing comes before dying: find the stage about feeding and growing. (4) The storm cannot die until something cuts off its warm, moist air.
Parallel worked example for Support (model it, do not give the task answer): Put the stages of a campfire in order: the fire burns down to embers; a match lights dry kindling; the wood runs out; bigger logs are added and the fire grows. Lighting comes first.; Feeding the fire makes it grow.; When the fuel runs out, it dies down.. Answer: A match lights dry kindling; bigger logs are added and the fire grows; the wood runs out; the fire burns down to embers..
Core — reveal the hint only on request: Born over warm sea, starts to spin, feeds and grows, loses its food, fades. Five stages.
Stretch — no help; when finished: Explain why a coastal town suffers more from a tropical cyclone than a town 200 kilometres inland on the same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does it die?.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hurricane crosses the coast and moves inland. Within a day its winds have dropped and it is an ordinary storm. Why?
Support — work through the steps with the group: (1) Ask what feeds a cyclone: warm, moist air rising from a warm sea. (2) Ask what land has that the sea does not, and what it lacks. Land has no warm sea surface. (3) No warm sea means no new supply of warm, moist air. (4) Without its supply the storm weakens, like a fire without fuel.
Parallel worked example for Support (model it, do not give the task answer): A hurricane drifts north over colder parts of the Atlantic and weakens. Why? The sea is still there, but it is cold.; Cold water does not give off the warm, moist air the storm needs.. Answer: Colder water cannot supply the warm, moist rising air that feeds the storm, so it weakens..
Core — reveal the hint only on request: Think of the storm as a fire. What is its fuel, and why is there none over land?
Stretch — no help; when finished: Explain why a cyclone that stalls over very warm sea for several days can become much more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does it die?.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hurricane crosses the coast and moves inland. Within a day its winds have dropped and it is an ordinary storm. Why?
Support — work through the steps with the group: (1) Ask what feeds a cyclone: warm, moist air rising from a warm sea. (2) Ask what land has that the sea does not, and what it lacks. Land has no warm sea surface. (3) No warm sea means no new supply of warm, moist air. (4) Without its supply the storm weakens, like a fire without fuel.
Parallel worked example for Support (model it, do not give the task answer): A hurricane drifts north over colder parts of the Atlantic and weakens. Why? The sea is still there, but it is cold.; Cold water does not give off the warm, moist air the storm needs.. Answer: Colder water cannot supply the warm, moist rising air that feeds the storm, so it weakens..
Core — reveal the hint only on request: Think of the storm as a fire. What is its fuel, and why is there none over land?
Stretch — no help; when finished: Explain why a cyclone that stalls over very warm sea for several days can become much more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Where do tropical cyclones form?
Answer: C   Over warm oceans in the tropics. Tropical cyclones are fed by warm, moist air rising from a warm sea surface, which is found over tropical oceans.
Source of this question: gate item 1 re-asked (options rotated) — this chapter has no third quick-check module.
The ebook also holds task 3, "Using a case study",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Born, grows, dies. Reveal the answer; pupils mark their own work in a different colour, then read the "why" together. Same destination for every lane, so one answer serves the whole class.
Answer: The sun heats a tropical ocean and huge amounts of warm, moist air rise  (A); Very low pressure forms, more air rushes in and the spinning Earth bends it into a spiral  (B); The storm feeds on more warm, moist air as it crosses the ocean, growing larger and stronger  (D); The storm reaches land or cooler water and its supply of warm, moist air is cut off  (C); The winds weaken, the rain eases and the cyclone fades away  (E)
Why: Heat over a tropical ocean makes warm, moist air rise; the low pressure draws in more air, which spirals; the storm grows as it feeds on warm sea; land or cooler water cuts off the supply; the winds weaken and the storm fades.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does it die?. Reveal the answer; pupils mark their own work in a different colour, then read the "why" together. Same destination for every lane, so one answer serves the whole class.
Answer: D   Over land it loses the warm ocean water that fed it with warm, moist air
Why: A tropical cyclone is fed by warm, moist air rising from a warm ocean. Land cannot supply that, so once the storm moves inland its energy supply is cut off and it weakens.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Over warm oceans in the tropics
Why: Tropical cyclones are fed by warm, moist air rising from a warm sea surface, which is found over tropical oceans.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Weather and Climate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Weather and Climate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Weather and Climate · AQA KS3 → 8035</a:t>
            </a:r>
            <a:endParaRPr lang="en-US" sz="1800" dirty="0"/>
          </a:p>
        </p:txBody>
      </p:sp>
      <p:sp>
        <p:nvSpPr>
          <p:cNvPr id="10" name="deck-title"/>
          <p:cNvSpPr txBox="1"/>
          <p:nvPr/>
        </p:nvSpPr>
        <p:spPr>
          <a:xfrm>
            <a:off x="548640" y="206425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Extreme weather: tropical cyclones</a:t>
            </a:r>
            <a:endParaRPr lang="en-US" sz="4000" dirty="0"/>
          </a:p>
        </p:txBody>
      </p:sp>
      <p:sp>
        <p:nvSpPr>
          <p:cNvPr id="11" name="lessons-card"/>
          <p:cNvSpPr/>
          <p:nvPr/>
        </p:nvSpPr>
        <p:spPr>
          <a:xfrm>
            <a:off x="548640" y="3740658"/>
            <a:ext cx="5287975" cy="1638300"/>
          </a:xfrm>
          <a:prstGeom prst="roundRect">
            <a:avLst>
              <a:gd name="adj" fmla="val 4465"/>
            </a:avLst>
          </a:prstGeom>
          <a:solidFill>
            <a:srgbClr val="F2F5F2"/>
          </a:solidFill>
          <a:ln/>
        </p:spPr>
      </p:sp>
      <p:sp>
        <p:nvSpPr>
          <p:cNvPr id="12" name="lessons"/>
          <p:cNvSpPr txBox="1"/>
          <p:nvPr/>
        </p:nvSpPr>
        <p:spPr>
          <a:xfrm>
            <a:off x="685800" y="38320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What is a tropical cyclone?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Extreme weather: tropical cyclones and types of clouds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makes our weather, and why is the climate changing?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Where do tropical cyclones form?</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Over the mountains of the UK</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Over cold oceans near the poles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Over hot deserts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Over warm oceans in the tropics</a:t>
            </a:r>
            <a:endParaRPr lang="en-US" sz="22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tropical cyclone that forms over the Atlantic Ocean is called a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hurricane  ·  typhoon  ·  tornado</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does the term case study mean in geography?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test at the end of a topic</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list of key words to learn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real-life example of something we study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diagram with arrows showing stages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FE4D0"/>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Over warm oceans in the tropics</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Where do tropical cyclones form?</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Tropical cyclones are fed by warm, moist air rising from a warm sea surface, which is found over tropical oceans.</a:t>
            </a:r>
            <a:endParaRPr lang="en-US" sz="20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hurricane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tropical cyclone that forms over the Atlantic Ocean is called a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Hurricane is the Atlantic name for a tropical cyclone. The same storm over the western Pacific is a typhoon.</a:t>
            </a:r>
            <a:endParaRPr lang="en-US" sz="20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FE4D0"/>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A real-life example of something we study</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does the term case study mean in geography?</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case study is a real event or place that gives a real example of the idea being studied, such as Hurricane Dorian in 2019 for tropical cyclones.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3F6B4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5F8F6"/>
          </a:solidFill>
          <a:ln/>
        </p:spPr>
      </p:sp>
      <p:sp>
        <p:nvSpPr>
          <p:cNvPr id="12" name="kw-hex"/>
          <p:cNvSpPr/>
          <p:nvPr/>
        </p:nvSpPr>
        <p:spPr>
          <a:xfrm>
            <a:off x="658368" y="2135261"/>
            <a:ext cx="411480" cy="356342"/>
          </a:xfrm>
          <a:prstGeom prst="hexagon">
            <a:avLst/>
          </a:prstGeom>
          <a:solidFill>
            <a:srgbClr val="3F6B4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tropical cyclone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huge spinning storm that forms over warm tropical oceans</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tropical cyclone brings very strong winds and heavy rain.</a:t>
            </a:r>
            <a:endParaRPr lang="en-US" sz="1800" dirty="0"/>
          </a:p>
        </p:txBody>
      </p:sp>
      <p:sp>
        <p:nvSpPr>
          <p:cNvPr id="16" name="kw-row"/>
          <p:cNvSpPr/>
          <p:nvPr/>
        </p:nvSpPr>
        <p:spPr>
          <a:xfrm>
            <a:off x="548640" y="2779776"/>
            <a:ext cx="11094415" cy="786384"/>
          </a:xfrm>
          <a:prstGeom prst="roundRect">
            <a:avLst>
              <a:gd name="adj" fmla="val 6977"/>
            </a:avLst>
          </a:prstGeom>
          <a:solidFill>
            <a:srgbClr val="F9F4EC"/>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hurricane</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name for a tropical cyclone in the Atlantic Ocean</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Hurricane Dorian struck in 2019.</a:t>
            </a:r>
            <a:endParaRPr lang="en-US" sz="1800" dirty="0"/>
          </a:p>
        </p:txBody>
      </p:sp>
      <p:sp>
        <p:nvSpPr>
          <p:cNvPr id="21" name="kw-row"/>
          <p:cNvSpPr/>
          <p:nvPr/>
        </p:nvSpPr>
        <p:spPr>
          <a:xfrm>
            <a:off x="548640" y="3639312"/>
            <a:ext cx="11094415" cy="786384"/>
          </a:xfrm>
          <a:prstGeom prst="roundRect">
            <a:avLst>
              <a:gd name="adj" fmla="val 6977"/>
            </a:avLst>
          </a:prstGeom>
          <a:solidFill>
            <a:srgbClr val="F5F8F6"/>
          </a:solidFill>
          <a:ln/>
        </p:spPr>
      </p:sp>
      <p:sp>
        <p:nvSpPr>
          <p:cNvPr id="22" name="kw-hex"/>
          <p:cNvSpPr/>
          <p:nvPr/>
        </p:nvSpPr>
        <p:spPr>
          <a:xfrm>
            <a:off x="658368" y="3854333"/>
            <a:ext cx="411480" cy="356342"/>
          </a:xfrm>
          <a:prstGeom prst="hexagon">
            <a:avLst/>
          </a:prstGeom>
          <a:solidFill>
            <a:srgbClr val="3F6B4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life cycle</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stages something goes through from its start to its end</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life cycle of a cyclone ends when it reaches land.</a:t>
            </a:r>
            <a:endParaRPr lang="en-US" sz="1800" dirty="0"/>
          </a:p>
        </p:txBody>
      </p:sp>
      <p:sp>
        <p:nvSpPr>
          <p:cNvPr id="26" name="kw-row"/>
          <p:cNvSpPr/>
          <p:nvPr/>
        </p:nvSpPr>
        <p:spPr>
          <a:xfrm>
            <a:off x="548640" y="4498848"/>
            <a:ext cx="11094415" cy="786384"/>
          </a:xfrm>
          <a:prstGeom prst="roundRect">
            <a:avLst>
              <a:gd name="adj" fmla="val 6977"/>
            </a:avLst>
          </a:prstGeom>
          <a:solidFill>
            <a:srgbClr val="F9F4EC"/>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case study</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real-life example of something we study in geography</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Our case study of a tropical cyclone is Hurricane Dorian.</a:t>
            </a:r>
            <a:endParaRPr lang="en-US" sz="1800" dirty="0"/>
          </a:p>
        </p:txBody>
      </p:sp>
      <p:sp>
        <p:nvSpPr>
          <p:cNvPr id="31" name="kw-row"/>
          <p:cNvSpPr/>
          <p:nvPr/>
        </p:nvSpPr>
        <p:spPr>
          <a:xfrm>
            <a:off x="548640" y="5358384"/>
            <a:ext cx="11094415" cy="786384"/>
          </a:xfrm>
          <a:prstGeom prst="roundRect">
            <a:avLst>
              <a:gd name="adj" fmla="val 6977"/>
            </a:avLst>
          </a:prstGeom>
          <a:solidFill>
            <a:srgbClr val="F5F8F6"/>
          </a:solidFill>
          <a:ln/>
        </p:spPr>
      </p:sp>
      <p:sp>
        <p:nvSpPr>
          <p:cNvPr id="32" name="kw-hex"/>
          <p:cNvSpPr/>
          <p:nvPr/>
        </p:nvSpPr>
        <p:spPr>
          <a:xfrm>
            <a:off x="658368" y="5573405"/>
            <a:ext cx="411480" cy="356342"/>
          </a:xfrm>
          <a:prstGeom prst="hexagon">
            <a:avLst/>
          </a:prstGeom>
          <a:solidFill>
            <a:srgbClr val="3F6B4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extreme weather</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weather that is far more severe than usual</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Tropical cyclones are a type of extreme weather.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weather is far more severe than usual.</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We call it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extreme weather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tropical cyclone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one example.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is a huge spinning storm with very strong winds and heavy rain.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Tropical cyclones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form over warm oceans near the tropics.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same kind of storm has different names in different places.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the Atlantic it is called 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hurricane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tropical cyclone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has 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life cycle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is born over warm water, grows stronger, and dies when it reaches land or cold water.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Geographers study real storms to understand them.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real-life example is called 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case study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Our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case study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Hurricane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Dorian, which happened in 2019.</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What is a tropical cyclone?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names, one storm. Hurricane: Atlantic. Typhoon: western Pacific. Cyclone: Indian Ocean and Australia.</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Most of the weather in this unit is ordinary. Extreme weather is weather that is much more severe than usual, and a tropical cyclone is one of the most powerful kinds.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same type of storm is given different names depending on where in the world it forms, and your revision list asks you to know them.</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word tropical is the clue to where they form.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life cycle of a tropical cyclone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Born over warm sea, fed by warm sea, dies without warm sea. Warm sea water is the whole story.</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class you drew the life cycle of a tropical cyclone with arrows between the stages.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As the storm drifts across the warm ocean it keeps feeding on warm, moist air, so it grows larger and its winds grow stronger.</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storm dies when its food supply is cut off.</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Worked example: The life cycle of a tropical cyclone</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2F5F2"/>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a tropical cyclone loses its strength when it moves over land. (2 marks)</a:t>
            </a:r>
            <a:endParaRPr lang="en-US" sz="2200" dirty="0"/>
          </a:p>
        </p:txBody>
      </p:sp>
      <p:sp>
        <p:nvSpPr>
          <p:cNvPr id="9" name="step-box"/>
          <p:cNvSpPr/>
          <p:nvPr/>
        </p:nvSpPr>
        <p:spPr>
          <a:xfrm>
            <a:off x="548640" y="2314956"/>
            <a:ext cx="2464994"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feeds the storm: warm, moist air rising from a warm ocean surface.</a:t>
            </a:r>
            <a:endParaRPr lang="en-US" sz="1800" dirty="0"/>
          </a:p>
        </p:txBody>
      </p:sp>
      <p:sp>
        <p:nvSpPr>
          <p:cNvPr id="13" name="arrow"/>
          <p:cNvSpPr/>
          <p:nvPr/>
        </p:nvSpPr>
        <p:spPr>
          <a:xfrm>
            <a:off x="3086786" y="3304286"/>
            <a:ext cx="274320" cy="274320"/>
          </a:xfrm>
          <a:prstGeom prst="rightArrow">
            <a:avLst/>
          </a:prstGeom>
          <a:solidFill>
            <a:srgbClr val="B8862B"/>
          </a:solidFill>
          <a:ln/>
        </p:spPr>
      </p:sp>
      <p:sp>
        <p:nvSpPr>
          <p:cNvPr id="14" name="step-box"/>
          <p:cNvSpPr/>
          <p:nvPr/>
        </p:nvSpPr>
        <p:spPr>
          <a:xfrm>
            <a:off x="3425114" y="2314956"/>
            <a:ext cx="2464994"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3562274" y="2424684"/>
            <a:ext cx="530352" cy="459285"/>
          </a:xfrm>
          <a:prstGeom prst="hexagon">
            <a:avLst/>
          </a:prstGeom>
          <a:solidFill>
            <a:srgbClr val="3F6B4A"/>
          </a:solidFill>
          <a:ln/>
        </p:spPr>
      </p:sp>
      <p:sp>
        <p:nvSpPr>
          <p:cNvPr id="16" name="step-hex-label"/>
          <p:cNvSpPr txBox="1"/>
          <p:nvPr/>
        </p:nvSpPr>
        <p:spPr>
          <a:xfrm>
            <a:off x="3562274"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changes over land: there is no warm sea surface, so the supply of warm, moist air is cut off.</a:t>
            </a:r>
            <a:endParaRPr lang="en-US" sz="1800" dirty="0"/>
          </a:p>
        </p:txBody>
      </p:sp>
      <p:sp>
        <p:nvSpPr>
          <p:cNvPr id="18" name="arrow"/>
          <p:cNvSpPr/>
          <p:nvPr/>
        </p:nvSpPr>
        <p:spPr>
          <a:xfrm>
            <a:off x="5963260" y="3304286"/>
            <a:ext cx="274320" cy="274320"/>
          </a:xfrm>
          <a:prstGeom prst="rightArrow">
            <a:avLst/>
          </a:prstGeom>
          <a:solidFill>
            <a:srgbClr val="B8862B"/>
          </a:solidFill>
          <a:ln/>
        </p:spPr>
      </p:sp>
      <p:sp>
        <p:nvSpPr>
          <p:cNvPr id="19" name="step-box"/>
          <p:cNvSpPr/>
          <p:nvPr/>
        </p:nvSpPr>
        <p:spPr>
          <a:xfrm>
            <a:off x="6301588" y="2314956"/>
            <a:ext cx="2464994"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6438748" y="2424684"/>
            <a:ext cx="530352" cy="459285"/>
          </a:xfrm>
          <a:prstGeom prst="hexagon">
            <a:avLst/>
          </a:prstGeom>
          <a:solidFill>
            <a:srgbClr val="3F6B4A"/>
          </a:solidFill>
          <a:ln/>
        </p:spPr>
      </p:sp>
      <p:sp>
        <p:nvSpPr>
          <p:cNvPr id="21"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Link to the result: without its energy supply, the winds weaken and the storm fades.</a:t>
            </a:r>
            <a:endParaRPr lang="en-US" sz="1800" dirty="0"/>
          </a:p>
        </p:txBody>
      </p:sp>
      <p:sp>
        <p:nvSpPr>
          <p:cNvPr id="23" name="arrow"/>
          <p:cNvSpPr/>
          <p:nvPr/>
        </p:nvSpPr>
        <p:spPr>
          <a:xfrm>
            <a:off x="8839733" y="3304286"/>
            <a:ext cx="274320" cy="274320"/>
          </a:xfrm>
          <a:prstGeom prst="rightArrow">
            <a:avLst/>
          </a:prstGeom>
          <a:solidFill>
            <a:srgbClr val="B8862B"/>
          </a:solidFill>
          <a:ln/>
        </p:spPr>
      </p:sp>
      <p:sp>
        <p:nvSpPr>
          <p:cNvPr id="24" name="step-box"/>
          <p:cNvSpPr/>
          <p:nvPr/>
        </p:nvSpPr>
        <p:spPr>
          <a:xfrm>
            <a:off x="9178061" y="2314956"/>
            <a:ext cx="2464994" cy="2252980"/>
          </a:xfrm>
          <a:prstGeom prst="roundRect">
            <a:avLst>
              <a:gd name="adj" fmla="val 3247"/>
            </a:avLst>
          </a:prstGeom>
          <a:solidFill>
            <a:srgbClr val="FFFFFF"/>
          </a:solidFill>
          <a:ln w="15875">
            <a:solidFill>
              <a:srgbClr val="95AE9B"/>
            </a:solidFill>
            <a:prstDash val="solid"/>
          </a:ln>
        </p:spPr>
      </p:sp>
      <p:sp>
        <p:nvSpPr>
          <p:cNvPr id="25" name="step-hex"/>
          <p:cNvSpPr/>
          <p:nvPr/>
        </p:nvSpPr>
        <p:spPr>
          <a:xfrm>
            <a:off x="9315221" y="2424684"/>
            <a:ext cx="530352" cy="459285"/>
          </a:xfrm>
          <a:prstGeom prst="hexagon">
            <a:avLst/>
          </a:prstGeom>
          <a:solidFill>
            <a:srgbClr val="3F6B4A"/>
          </a:solidFill>
          <a:ln/>
        </p:spPr>
      </p:sp>
      <p:sp>
        <p:nvSpPr>
          <p:cNvPr id="26" name="step-hex-label"/>
          <p:cNvSpPr txBox="1"/>
          <p:nvPr/>
        </p:nvSpPr>
        <p:spPr>
          <a:xfrm>
            <a:off x="9315221"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Cause, change, result: two linked sentences for two marks.</a:t>
            </a:r>
            <a:endParaRPr lang="en-US" sz="1800" dirty="0"/>
          </a:p>
        </p:txBody>
      </p:sp>
      <p:sp>
        <p:nvSpPr>
          <p:cNvPr id="28" name="worked-answer"/>
          <p:cNvSpPr/>
          <p:nvPr/>
        </p:nvSpPr>
        <p:spPr>
          <a:xfrm>
            <a:off x="1463040" y="5034788"/>
            <a:ext cx="9265615" cy="1109980"/>
          </a:xfrm>
          <a:prstGeom prst="roundRect">
            <a:avLst>
              <a:gd name="adj" fmla="val 16476"/>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 tropical cyclone is fed by warm, moist air rising from a warm ocean. Over land there is no warm sea surface, so the supply of warm, moist air is cut off, the winds weaken and the storm fades.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Case study: Hurricane Dorian, 2019</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Case study answers need a name, a date, a place and at least one specific fact. Dorian, 2019, the Atlantic, and one effect from your notes.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geography a case study is a real-life example of the thing we are studying.</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case study for this unit is Hurricane Dorian, which happened in 2019.</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When you write about a case study, follow a simple order: name it and date it, say where it happened, describe what the weather did, and then explain the effects on people and on the environment.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Born, grows, dies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 stages in the life cycle of a tropical cyclone in the correct order.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sun heats a tropical ocean and huge amounts of warm, moist air rise</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Very low pressure forms, more air rushes in and the spinning Earth bends it into a spiral</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storm reaches land or cooler water and its supply of warm, moist air is cut off</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storm feeds on more warm, moist air as it crosses the ocean, growing larger and stronger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winds weaken, the rain eases and the cyclone fades away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Born, grows, dies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in the life cycle of a tropical cyclone in the correct order.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2F5F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Every storm starts with heat and rising air over the sea.</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Rising air leaves low pressure, which pulls in more air and starts the spin.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Growing comes before dying: find the stage about feeding and growing.</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storm cannot die until something cuts off its warm, moist air.</a:t>
            </a:r>
            <a:endParaRPr lang="en-US" sz="1800" dirty="0"/>
          </a:p>
        </p:txBody>
      </p:sp>
      <p:sp>
        <p:nvSpPr>
          <p:cNvPr id="17" name="col-Core"/>
          <p:cNvSpPr/>
          <p:nvPr/>
        </p:nvSpPr>
        <p:spPr>
          <a:xfrm>
            <a:off x="5490762" y="2578608"/>
            <a:ext cx="2938987" cy="3566160"/>
          </a:xfrm>
          <a:prstGeom prst="roundRect">
            <a:avLst>
              <a:gd name="adj" fmla="val 1867"/>
            </a:avLst>
          </a:prstGeom>
          <a:solidFill>
            <a:srgbClr val="DBE3DD"/>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Born over warm sea, starts to spin, feeds and grows, loses its food, fades. Five stages.</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coastal town suffers more from a tropical cyclone than a town 200 kilometres inland on the same path.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Why does it die?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hurricane crosses the coast and moves inland. Within a day its winds have dropped and it is an ordinary storm. Why?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rain has all fallen, so there is no water left in the storm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land is warmer than the sea, so the storm overheats and breaks apart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Buildings and trees physically block the wind and stop the spinning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Over land it loses the warm ocean water that fed it with warm, moist air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Why does it die?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Why does it die?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feeds a cyclone: warm, moist air rising from a warm sea.</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land has that the sea does not, and what it lacks. Land has no warm sea surface.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 warm sea means no new supply of warm, moist air.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Without its supply the storm weakens, like a fire without fuel.</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Think of the storm as a fire. What is its fuel, and why is there none over land?</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cyclone that stalls over very warm sea for several days can become much more dangerous.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Where do tropical cyclones form?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Over cold oceans near the poles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Over hot deserts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Over warm oceans in the tropics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Over the mountains of the UK</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Born, grows, dies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sun heats a tropical ocean and huge amounts of warm, moist air rise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Very low pressure forms, more air rushes in and the spinning Earth bends it into a spiral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storm feeds on more warm, moist air as it crosses the ocean, growing larger and stronger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storm reaches land or cooler water and its supply of warm, moist air is cut off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winds weaken, the rain eases and the cyclone fades away  (E)</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Heat over a tropical ocean makes warm, moist air rise; the low pressure draws in more air, which spirals; the storm grows as it feeds on warm sea; land or cooler water cuts off the supply; the winds weaken and the storm fades.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Why does it die?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hurricane crosses the coast and moves inland. Within a day its winds have dropped and it is an ordinary storm. Why?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Over land it loses the warm ocean water that fed it with warm, moist air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tropical cyclone is fed by warm, moist air rising from a warm ocean. Land cannot supply that, so once the storm moves inland its energy supply is cut off and it weakens.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Where do tropical cyclones form?</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Over warm oceans in the tropics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Tropical cyclones are fed by warm, moist air rising from a warm sea surface, which is found over tropical oceans.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 and Climate · Chapter 5: Extreme weather: tropical cyclones</dc:title>
  <dc:subject>Geography · Year 7</dc:subject>
  <dc:creator>Dr Vitor Merissi de Carvalho</dc:creator>
  <cp:lastModifiedBy>Dr Vitor Merissi de Carvalho</cp:lastModifiedBy>
  <cp:revision>1</cp:revision>
  <dcterms:created xsi:type="dcterms:W3CDTF">2026-10-19T06:07:49Z</dcterms:created>
  <dcterms:modified xsi:type="dcterms:W3CDTF">2026-10-19T06:07:49Z</dcterms:modified>
</cp:coreProperties>
</file>