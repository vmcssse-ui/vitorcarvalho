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fcfbef0-91e2-e416-857c-3c8b4506a5f2}">
          <p14:sldIdLst>
            <p14:sldId id="256"/>
          </p14:sldIdLst>
        </p14:section>
        <p14:section name="Gate" id="{877b1581-4a89-5e91-be76-0db634c18760}">
          <p14:sldIdLst>
            <p14:sldId id="257"/>
            <p14:sldId id="258"/>
          </p14:sldIdLst>
        </p14:section>
        <p14:section name="Pre-teach" id="{b4656d2e-5dc9-3034-0827-877a36f5a801}">
          <p14:sldIdLst>
            <p14:sldId id="259"/>
            <p14:sldId id="260"/>
          </p14:sldIdLst>
        </p14:section>
        <p14:section name="Read-along" id="{acc91701-683c-9812-6f44-ffec146c15b8}">
          <p14:sldIdLst>
            <p14:sldId id="261"/>
            <p14:sldId id="262"/>
          </p14:sldIdLst>
        </p14:section>
        <p14:section name="Teach" id="{2bc3649e-f872-8a01-dd67-f549ed98c266}">
          <p14:sldIdLst>
            <p14:sldId id="263"/>
            <p14:sldId id="264"/>
            <p14:sldId id="265"/>
            <p14:sldId id="266"/>
            <p14:sldId id="267"/>
          </p14:sldIdLst>
        </p14:section>
        <p14:section name="Routes" id="{ec8666f3-bc02-7ada-81c4-645941b0d07b}">
          <p14:sldIdLst>
            <p14:sldId id="268"/>
            <p14:sldId id="269"/>
            <p14:sldId id="270"/>
            <p14:sldId id="271"/>
          </p14:sldIdLst>
        </p14:section>
        <p14:section name="Close" id="{ec938fc1-5ecd-3e38-4fbc-cd790a57f79c}">
          <p14:sldIdLst>
            <p14:sldId id="272"/>
          </p14:sldIdLst>
        </p14:section>
        <p14:section name="Answers" id="{855f94eb-3e0c-a0da-41b8-5741e930215d}">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The spark: Sarajevo and the July Crisis. The assassination of 28 June 1914, the five weeks that turned it into a world war, and the argument historians have about whether a single murder can cause anything so large.
This deck covers the department's lesson: 1 (The Causes of WW1: Why was the world at war in 1914?).
Read the big question aloud: "Was the Battle of the Somme a victory or a defeat, and why have historians changed their minds about General Haig?"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did the First World War break out?  →  1914
2. Historians often call the assassination the ___ that lit the fuse of a war Europe was already prepared for.  →  spark
3. Why did Britain declare war on Germany on 4 August 1914?  →  A   Because German soldiers invaded Belgium, a neutral country Britain had promised to protect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1914. The war broke out in the summer of 1914: the assassination was on 28 June and Britain declared war on 4 August.
2. spark. The assassination is the spark, the short-term cause. The fuse is the long-term tension built up by militarism, alliances, imperialism and nationalism.
3. A   Because German soldiers invaded Belgium, a neutral country Britain had promised to protect. Germany invaded neutral Belgium on its way to France, and Britain had promised to protect Belgian neutrality.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assassination: the killing of a person for political reasons. Example: "An assassination is not an ordinary murder, because its purpose is political."
• heir: the person next in line to a throne. Example: "Franz Ferdinand was the heir to the throne of Austria-Hungary."
• the July Crisis: the five weeks in 1914 between the assassination and the outbreak of war. Example: "During the July Crisis, one declaration of war followed another."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the Blank Cheque: Germany's promise to back Austria-Hungary whatever it decided to do. Example: "The Blank Cheque made Austria-Hungary bolder."
• neutral: taking no side in a war. Example: "Belgium was neutral and wanted to be left out of the fighting."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On 28 June 1914, Franz Ferdinand was shot in Sarajevo.
2. He was the heir to the throne of Austria-Hungary.
3. The killers were nationalists from the Balkans.
4. They wanted Austrian rule over Slavic lands to end.
5. At first this looked like a local quarrel.
6. Then the alliances began to work.
7. Germany promised to back Austria-Hungary whatever it did.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Austria-Hungary declared war on Serbia.
9. Russia began to call up its army to defend Serbia.
10. Germany declared war on Russia and then on France.
11. German soldiers marched into Belgium, which was neutral.
12. Britain declared war on Germany on 4 August 1914.
13. Five weeks had turned one killing into a world war.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spark in Sarajevo. Say it in your own words, then check understanding with a quick question: ask a pupil from the pre-teach group first, since they met these words and ideas before the lesson. Pupils try to recall before you re-explain.
On 28 June 1914, Franz Ferdinand, the heir to the throne of Austria-Hungary, was assassinated in Sarajevo. Assassination means the killing of a person for political purposes, which is what makes it different from an ordinary murder. The men responsible belonged to a nationalist group from the Balkans. They wanted the Slavic lands that Austria-Hungary ruled, including Bosnia, to be free of Austrian rule and joined to Serbia.
Austria-Hungary blamed Serbia. On its own, this was a regional dispute in the Balkans, and it had nothing much to do with France, Russia, Germany or Britain. That is the point your lesson wants you to notice. A heir to a throne had been killed, and yet within five weeks much of the world was at war.
Historians often call the assassination the spark that lit the fuse. The spark is the short-term cause. The fuse, laid over the previous thirty years, was militarism, alliances, imperialism and nationalism.
Tip: Learn the date 28 June 1914 and the date 4 August 1914. Five weeks separate them, and almost everything in this chapter happens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July Crisis: five weeks to war. Say it in your own words, then check understanding with a quick question: ask a pupil from the pre-teach group first, since they met these words and ideas before the lesson. Pupils try to recall before you re-explain.
The weeks that followed are called the July Crisis. Austria-Hungary asked Germany whether it would be supported if it punished Serbia, and Germany promised to back it whatever it chose to do. That promise is known as the Blank Cheque, and it made Austria-Hungary far bolder. Austria-Hungary then declared war on Serbia.
Now the alliances took over. Russia saw itself as the protector of the Slavic peoples and began to call up its army to defend Serbia. Germany declared war on Russia, and then on France, because France was Russia's partner. To beat France quickly, Germany followed the Schlieffen Plan and marched into neutral Belgium.
Belgium was the step that brought in Britain. Britain had promised to protect Belgian neutrality, and the invasion of a small neutral country also made the war easy to explain to the British public. Britain declared war on Germany on 4 August 1914.
Worked example — model it step by step, thinking aloud: Explain how one killing in Sarajevo led to Britain declaring war on Germany. (1) Start with the spark: Franz Ferdinand was assassinated on 28 June 1914 and Austria-Hungary blamed Serbia. (2) Add the promise: Germany gave Austria-Hungary the Blank Cheque, so Austria-Hungary declared war on Serbia. (3) Follow the alliances: Russia mobilised to defend Serbia, so Germany declared war on Russia and then on France. (4) Finish with Belgium: Germany invaded neutral Belgium to reach France, and Britain declared war on Germany on 4 August 1914. Answer: The spark, then the Blank Cheque, then the alliances pulling in Russia and France, then the invasion of neutral Belgium, which brought in Britain..
Tip: Write the chain as a sentence with so in it three times. If you can say it out loud without stopping, you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July Crisis: five weeks to war. Say it in your own words, then check understanding with a quick question: ask a pupil from the pre-teach group first, since they met these words and ideas before the lesson. Pupils try to recall before you re-explain.
The weeks that followed are called the July Crisis. Austria-Hungary asked Germany whether it would be supported if it punished Serbia, and Germany promised to back it whatever it chose to do. That promise is known as the Blank Cheque, and it made Austria-Hungary far bolder. Austria-Hungary then declared war on Serbia.
Now the alliances took over. Russia saw itself as the protector of the Slavic peoples and began to call up its army to defend Serbia. Germany declared war on Russia, and then on France, because France was Russia's partner. To beat France quickly, Germany followed the Schlieffen Plan and marched into neutral Belgium.
Belgium was the step that brought in Britain. Britain had promised to protect Belgian neutrality, and the invasion of a small neutral country also made the war easy to explain to the British public. Britain declared war on Germany on 4 August 1914.
Worked example — model it step by step, thinking aloud: Explain how one killing in Sarajevo led to Britain declaring war on Germany. (1) Start with the spark: Franz Ferdinand was assassinated on 28 June 1914 and Austria-Hungary blamed Serbia. (2) Add the promise: Germany gave Austria-Hungary the Blank Cheque, so Austria-Hungary declared war on Serbia. (3) Follow the alliances: Russia mobilised to defend Serbia, so Germany declared war on Russia and then on France. (4) Finish with Belgium: Germany invaded neutral Belgium to reach France, and Britain declared war on Germany on 4 August 1914. Answer: The spark, then the Blank Cheque, then the alliances pulling in Russia and France, then the invasion of neutral Belgium, which brought in Britain..
Tip: Write the chain as a sentence with so in it three times. If you can say it out loud without stopping, you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July Crisis: five weeks to war. Say it in your own words, then check understanding with a quick question: ask a pupil from the pre-teach group first, since they met these words and ideas before the lesson. Pupils try to recall before you re-explain.
The weeks that followed are called the July Crisis. Austria-Hungary asked Germany whether it would be supported if it punished Serbia, and Germany promised to back it whatever it chose to do. That promise is known as the Blank Cheque, and it made Austria-Hungary far bolder. Austria-Hungary then declared war on Serbia.
Now the alliances took over. Russia saw itself as the protector of the Slavic peoples and began to call up its army to defend Serbia. Germany declared war on Russia, and then on France, because France was Russia's partner. To beat France quickly, Germany followed the Schlieffen Plan and marched into neutral Belgium.
Belgium was the step that brought in Britain. Britain had promised to protect Belgian neutrality, and the invasion of a small neutral country also made the war easy to explain to the British public. Britain declared war on Germany on 4 August 1914.
Worked example — model it step by step, thinking aloud: Explain how one killing in Sarajevo led to Britain declaring war on Germany. (1) Start with the spark: Franz Ferdinand was assassinated on 28 June 1914 and Austria-Hungary blamed Serbia. (2) Add the promise: Germany gave Austria-Hungary the Blank Cheque, so Austria-Hungary declared war on Serbia. (3) Follow the alliances: Russia mobilised to defend Serbia, so Germany declared war on Russia and then on France. (4) Finish with Belgium: Germany invaded neutral Belgium to reach France, and Britain declared war on Germany on 4 August 1914. Answer: The spark, then the Blank Cheque, then the alliances pulling in Russia and France, then the invasion of neutral Belgium, which brought in Britain..
Tip: Write the chain as a sentence with so in it three times. If you can say it out loud without stopping, you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Spark or cause? What historians argue. Say it in your own words, then check understanding with a quick question: ask a pupil from the pre-teach group first, since they met these words and ideas before the lesson. Pupils try to recall before you re-explain.
Some historians argue that the assassination was responsible for the outbreak of war. Others argue that it was only the spark that lit tensions already present in Europe. Most take something from both sides, and your lesson asks you to weigh them.
The case for the long-term causes is strong. Without the alliances, Russia and France and Britain had no reason to join a quarrel in the Balkans. Without militarism, no country would have had the armies ready to march in days. Without imperialism and nationalism, the great powers would not have been so suspicious of one another. The assassination alone would not have produced a global conflict.
The case for the short-term cause is also real, though. Tensions had been high for years without war breaking out, and in June 1914 almost nobody in Britain expected a world war. It took a crisis to turn tension into fighting. The war that followed lasted until 1918 and killed millions of people across the world.
Tip: A strong answer uses both: the long-term causes made war possible, and the short-term cause made it happen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July Crisis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of the July Crisis in order, from the assassination to the British declaration of war.
Support — work through the steps with the group: (1) Two of the cards carry dates. They are the first and the last. (2) Austria-Hungary needed Germany's promise before it dared act, so the Blank Cheque comes before the declaration on Serbia. (3) Russia moves to protect Serbia, which is what brings Germany in against Russia and France. (4) Belgium is the last step before Britain, because the invasion of Belgium is Britain's reason for joining.
Parallel worked example for Support (model it, do not give the task answer): Put the stages of a fire in order: the dry grass catches; a match is struck; the fire brigade is called; the flames reach the hedge. Nothing happens until the match is struck.; The dry grass catches next.; Then the flames reach the hedge.; Only then is the brigade called.. Answer: a match is struck; the dry grass catches; the flames reach the hedge; the fire brigade is called.
Core — reveal the hint only on request: Spark, promise, first declaration, Russia, Germany, Belgium, Britain.
Stretch — no help; when finished: Pick the one step you think could most easily have been avoided, and explain how the crisis might have ended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July Crisis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of the July Crisis in order, from the assassination to the British declaration of war.
Support — work through the steps with the group: (1) Two of the cards carry dates. They are the first and the last. (2) Austria-Hungary needed Germany's promise before it dared act, so the Blank Cheque comes before the declaration on Serbia. (3) Russia moves to protect Serbia, which is what brings Germany in against Russia and France. (4) Belgium is the last step before Britain, because the invasion of Belgium is Britain's reason for joining.
Parallel worked example for Support (model it, do not give the task answer): Put the stages of a fire in order: the dry grass catches; a match is struck; the fire brigade is called; the flames reach the hedge. Nothing happens until the match is struck.; The dry grass catches next.; Then the flames reach the hedge.; Only then is the brigade called.. Answer: a match is struck; the dry grass catches; the flames reach the hedge; the fire brigade is called.
Core — reveal the hint only on request: Spark, promise, first declaration, Russia, Germany, Belgium, Britain.
Stretch — no help; when finished: Pick the one step you think could most easily have been avoided, and explain how the crisis might have ended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a murder to a world war.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the assassination of Franz Ferdinand led to the First World War. Write one paragraph of five to seven sentences.
Support — work through the steps with the group: (1) Sentence 1: The assassination of Franz Ferdinand on 28 June 1914 was the spark that led to war. (2) Sentences 2 and 3: Austria-Hungary blamed Serbia and Germany gave the Blank Cheque, so... (3) Sentences 4 and 5: Because of the alliances, Russia... so Germany... and Germany invaded neutral Belgium. (4) Last sentences: Britain declared war on 4 August 1914. Then add one sentence saying that the long-term causes were needed too.
Parallel worked example for Support (model it, do not give the task answer): Explain how one dropped catch led to a cricket team losing a match. Write four sentences linked with so or because. Start with the dropped catch itself.; Say what happened next because of it: the batter went on to score heavily.; Explain the knock-on effect: the bowlers tired and the target grew.; Finish by admitting that other weaknesses also mattered.. Answer: A chain of so and because sentences, ending with one sentence that admits other causes..
Core — reveal the hint only on request: Spark, Blank Cheque, alliances, Belgium, Britain. Then one sentence on the long-term causes.
Stretch — no help; when finished: Rewrite your last sentence as a judgement: was the assassination a cause of the war, or only the spark? Give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a murder to a world war.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the assassination of Franz Ferdinand led to the First World War. Write one paragraph of five to seven sentences.
Support — work through the steps with the group: (1) Sentence 1: The assassination of Franz Ferdinand on 28 June 1914 was the spark that led to war. (2) Sentences 2 and 3: Austria-Hungary blamed Serbia and Germany gave the Blank Cheque, so... (3) Sentences 4 and 5: Because of the alliances, Russia... so Germany... and Germany invaded neutral Belgium. (4) Last sentences: Britain declared war on 4 August 1914. Then add one sentence saying that the long-term causes were needed too.
Parallel worked example for Support (model it, do not give the task answer): Explain how one dropped catch led to a cricket team losing a match. Write four sentences linked with so or because. Start with the dropped catch itself.; Say what happened next because of it: the batter went on to score heavily.; Explain the knock-on effect: the bowlers tired and the target grew.; Finish by admitting that other weaknesses also mattered.. Answer: A chain of so and because sentences, ending with one sentence that admits other causes..
Core — reveal the hint only on request: Spark, Blank Cheque, alliances, Belgium, Britain. Then one sentence on the long-term causes.
Stretch — no help; when finished: Rewrite your last sentence as a judgement: was the assassination a cause of the war, or only the spark? Give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do many historians argue that the assassination on its own could not have caused a world war?
Answer: C   Because it was a dispute in the Balkans, and only the tensions and alliances already in place could spread it across Europe. A spark needs a fuse. The dispute between Austria-Hungary and Serbia became a world war because the alliance system pulled in Russia, Germany, France and Britain, and because militarism had already armed them all.
Source of this question: module 3 task ("Spark, or cause?")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July Crisis in order. Reveal the answer; pupils mark their own work in a different colour, then read the "why" together. Same destination for every lane, so one answer serves the whole class.
Answer: Franz Ferdinand is assassinated in Sarajevo (28 June 1914)  (B); Austria-Hungary asks Germany for support, and Germany promises the Blank Cheque  (D); Austria-Hungary declares war on Serbia  (A); Russia begins to call up its army to defend Serbia  (E); Germany declares war on Russia, and then on France  (C); German soldiers invade neutral Belgium to carry out the Schlieffen Plan  (G); Britain declares war on Germany (4 August 1914)  (F)
Why: The assassination came first; the Blank Cheque emboldened Austria-Hungary; Serbia was attacked; Russia mobilised; Germany declared war on Russia and France; Belgium was invaded; and Britain declared war on 4 August 1914.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From a murder to a world war. Reveal the answer; pupils mark their own work in a different colour, then read the "why" together. Same destination for every lane, so one answer serves the whole class.
Answer: I begin with the assassination and give its date.; I use at least three of these words correctly: the Blank Cheque, alliances, the July Crisis, the Schlieffen Plan, neutral Belgium.; I link my steps with so or because, rather than listing them.; I explain that the long-term causes were needed as well as the assassination.; I finish with Britain's declaration of war on 4 August 1914.
Why: A strong answer follows the chain with so and because: assassination, Blank Cheque, war on Serbia, Russian mobilisation, Germany against Russia and France, the invasion of Belgium, Britain. The best answers add that without the long-term causes the chain would have broken at the first link.
Model answer: The assassination of Franz Ferdinand on 28 June 1914 was the spark that led to the First World War. Austria-Hungary blamed Serbia and asked Germany for support, and Germany gave the Blank Cheque, so Austria-Hungary felt safe enough to declare war on Serbia. Because of the alliances, the quarrel could not stay in the Balkans: Russia began to call up its army to protect Serbia, so Germany declared war on Russia and then on France. To defeat France quickly, Germany followed the Schlieffen Plan and invaded neutral Belgium, and because Britain had promised to protect Belgium it declared war on Germany on 4 August 1914. None of this would have happened without the long-term causes, because militarism had filled Europe with weapons and the alliances meant that no quarrel could stay small. The assassination was therefore the spark, but the fuse had been laid over many years.
Success criteria: I begin with the assassination and give its date.; I use at least three of these words correctly: the Blank Cheque, alliances, the July Crisis, the Schlieffen Plan, neutral Belgium.; I link my steps with so or because, rather than listing them.; I explain that the long-term causes were needed as well as the assassination.; I finish with Britain's declaration of war on 4 August 1914.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From a murder to a world war. Reveal the answer; pupils mark their own work in a different colour, then read the "why" together. Same destination for every lane, so one answer serves the whole class.
Answer: I begin with the assassination and give its date.; I use at least three of these words correctly: the Blank Cheque, alliances, the July Crisis, the Schlieffen Plan, neutral Belgium.; I link my steps with so or because, rather than listing them.; I explain that the long-term causes were needed as well as the assassination.; I finish with Britain's declaration of war on 4 August 1914.
Why: A strong answer follows the chain with so and because: assassination, Blank Cheque, war on Serbia, Russian mobilisation, Germany against Russia and France, the invasion of Belgium, Britain. The best answers add that without the long-term causes the chain would have broken at the first link.
Model answer: The assassination of Franz Ferdinand on 28 June 1914 was the spark that led to the First World War. Austria-Hungary blamed Serbia and asked Germany for support, and Germany gave the Blank Cheque, so Austria-Hungary felt safe enough to declare war on Serbia. Because of the alliances, the quarrel could not stay in the Balkans: Russia began to call up its army to protect Serbia, so Germany declared war on Russia and then on France. To defeat France quickly, Germany followed the Schlieffen Plan and invaded neutral Belgium, and because Britain had promised to protect Belgium it declared war on Germany on 4 August 1914. None of this would have happened without the long-term causes, because militarism had filled Europe with weapons and the alliances meant that no quarrel could stay small. The assassination was therefore the spark, but the fuse had been laid over many years.
Success criteria: I begin with the assassination and give its date.; I use at least three of these words correctly: the Blank Cheque, alliances, the July Crisis, the Schlieffen Plan, neutral Belgium.; I link my steps with so or because, rather than listing them.; I explain that the long-term causes were needed as well as the assassination.; I finish with Britain's declaration of war on 4 August 1914.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Because it was a dispute in the Balkans, and only the tensions and alliances already in place could spread it across Europe
Why: A spark needs a fuse. The dispute between Austria-Hungary and Serbia became a world war because the alliance system pulled in Russia, Germany, France and Britain, and because militarism had already armed them all.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Battle of the Somme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Battle of the Somme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Battle of the Somme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spark: Sarajevo and the July Crisis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4F0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Causes of WW1</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Was the Battle of the Somme a victory or a defeat, and why have historians changed their minds about General Haig?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the First World War break out?</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3459404" y="1389888"/>
            <a:ext cx="2636444" cy="4754880"/>
          </a:xfrm>
          <a:prstGeom prst="roundRect">
            <a:avLst>
              <a:gd name="adj" fmla="val 2081"/>
            </a:avLst>
          </a:prstGeom>
          <a:solidFill>
            <a:srgbClr val="F8F5F3"/>
          </a:solidFill>
          <a:ln w="12700">
            <a:solidFill>
              <a:srgbClr val="D2C2B4"/>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Historians often call the assassination the ___ that lit the fuse of a war Europe was already prepared for.</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spark  ·  fuse  ·  alliance</a:t>
            </a:r>
            <a:endParaRPr lang="en-US" sz="2000" dirty="0"/>
          </a:p>
        </p:txBody>
      </p:sp>
      <p:sp>
        <p:nvSpPr>
          <p:cNvPr id="17" name="card"/>
          <p:cNvSpPr/>
          <p:nvPr/>
        </p:nvSpPr>
        <p:spPr>
          <a:xfrm>
            <a:off x="6370168" y="1389888"/>
            <a:ext cx="5272888" cy="4754880"/>
          </a:xfrm>
          <a:prstGeom prst="roundRect">
            <a:avLst>
              <a:gd name="adj" fmla="val 1154"/>
            </a:avLst>
          </a:prstGeom>
          <a:solidFill>
            <a:srgbClr val="F8F5F3"/>
          </a:solidFill>
          <a:ln w="12700">
            <a:solidFill>
              <a:srgbClr val="D2C2B4"/>
            </a:solidFill>
            <a:prstDash val="solid"/>
          </a:ln>
        </p:spPr>
      </p:sp>
      <p:sp>
        <p:nvSpPr>
          <p:cNvPr id="18" name="card-hex"/>
          <p:cNvSpPr/>
          <p:nvPr/>
        </p:nvSpPr>
        <p:spPr>
          <a:xfrm>
            <a:off x="6553048" y="1572768"/>
            <a:ext cx="640080" cy="554309"/>
          </a:xfrm>
          <a:prstGeom prst="hexagon">
            <a:avLst/>
          </a:prstGeom>
          <a:solidFill>
            <a:srgbClr val="7A4A1E"/>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did Britain declare war on Germany on 4 August 1914?</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German soldiers invaded Belgium, a neutral country Britain had promised to protect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Germany had assassinated Franz Ferdinand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Britain wanted to take control of German colonies in Africa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Germany had declared war on Britain first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1914</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which year did the First World War break out?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war broke out in the summer of 1914: the assassination was on 28 June and Britain declared war on 4 August.</a:t>
            </a:r>
            <a:endParaRPr lang="en-US" sz="1800" dirty="0"/>
          </a:p>
        </p:txBody>
      </p:sp>
      <p:sp>
        <p:nvSpPr>
          <p:cNvPr id="14" name="card"/>
          <p:cNvSpPr/>
          <p:nvPr/>
        </p:nvSpPr>
        <p:spPr>
          <a:xfrm>
            <a:off x="3459404" y="1389888"/>
            <a:ext cx="2636444" cy="4754880"/>
          </a:xfrm>
          <a:prstGeom prst="roundRect">
            <a:avLst>
              <a:gd name="adj" fmla="val 2081"/>
            </a:avLst>
          </a:prstGeom>
          <a:solidFill>
            <a:srgbClr val="F8F5F3"/>
          </a:solidFill>
          <a:ln w="12700">
            <a:solidFill>
              <a:srgbClr val="D2C2B4"/>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spark</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assassination is the spark, the short-term cause. The fuse is the long-term tension built up by militarism, alliances, imperialism and nationalism.</a:t>
            </a:r>
            <a:endParaRPr lang="en-US" sz="1800" dirty="0"/>
          </a:p>
        </p:txBody>
      </p:sp>
      <p:sp>
        <p:nvSpPr>
          <p:cNvPr id="21" name="card"/>
          <p:cNvSpPr/>
          <p:nvPr/>
        </p:nvSpPr>
        <p:spPr>
          <a:xfrm>
            <a:off x="6370168" y="1389888"/>
            <a:ext cx="5272888" cy="4754880"/>
          </a:xfrm>
          <a:prstGeom prst="roundRect">
            <a:avLst>
              <a:gd name="adj" fmla="val 1154"/>
            </a:avLst>
          </a:prstGeom>
          <a:solidFill>
            <a:srgbClr val="F8F5F3"/>
          </a:solidFill>
          <a:ln w="12700">
            <a:solidFill>
              <a:srgbClr val="D2C2B4"/>
            </a:solidFill>
            <a:prstDash val="solid"/>
          </a:ln>
        </p:spPr>
      </p:sp>
      <p:sp>
        <p:nvSpPr>
          <p:cNvPr id="22" name="card-hex"/>
          <p:cNvSpPr/>
          <p:nvPr/>
        </p:nvSpPr>
        <p:spPr>
          <a:xfrm>
            <a:off x="6553048" y="1572768"/>
            <a:ext cx="640080" cy="554309"/>
          </a:xfrm>
          <a:prstGeom prst="hexagon">
            <a:avLst/>
          </a:prstGeom>
          <a:solidFill>
            <a:srgbClr val="7A4A1E"/>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1295908"/>
          </a:xfrm>
          <a:prstGeom prst="roundRect">
            <a:avLst>
              <a:gd name="adj" fmla="val 8467"/>
            </a:avLst>
          </a:prstGeom>
          <a:solidFill>
            <a:srgbClr val="EEE3CD"/>
          </a:solidFill>
          <a:ln w="19050">
            <a:solidFill>
              <a:srgbClr val="B8862B"/>
            </a:solidFill>
            <a:prstDash val="solid"/>
          </a:ln>
        </p:spPr>
      </p:sp>
      <p:sp>
        <p:nvSpPr>
          <p:cNvPr id="26" name="answer"/>
          <p:cNvSpPr txBox="1"/>
          <p:nvPr/>
        </p:nvSpPr>
        <p:spPr>
          <a:xfrm>
            <a:off x="6644488"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Because German soldiers invaded Belgium, a neutral country Britain had promised to protect</a:t>
            </a:r>
            <a:endParaRPr lang="en-US" sz="2200" dirty="0"/>
          </a:p>
        </p:txBody>
      </p:sp>
      <p:sp>
        <p:nvSpPr>
          <p:cNvPr id="27" name="card-body"/>
          <p:cNvSpPr txBox="1"/>
          <p:nvPr/>
        </p:nvSpPr>
        <p:spPr>
          <a:xfrm>
            <a:off x="6553048"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Why did Britain declare war on Germany on 4 August 1914?</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Germany invaded neutral Belgium on its way to France, and Britain had promised to protect Belgian neutrality.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assassination</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killing of a person for political reasons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assassination is not an ordinary murder, because its purpose is political.</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heir</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person next in line to a throne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Franz Ferdinand was the heir to the throne of Austria-Hungary.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the July Crisis</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five weeks in 1914 between the assassination and the outbreak of war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During the July Crisis, one declaration of war followed another.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the Blank Cheque</a:t>
            </a:r>
            <a:endParaRPr lang="en-US" sz="2600" dirty="0"/>
          </a:p>
        </p:txBody>
      </p:sp>
      <p:sp>
        <p:nvSpPr>
          <p:cNvPr id="11" name="word-rule"/>
          <p:cNvSpPr/>
          <p:nvPr/>
        </p:nvSpPr>
        <p:spPr>
          <a:xfrm>
            <a:off x="731520" y="2129028"/>
            <a:ext cx="5044288" cy="0"/>
          </a:xfrm>
          <a:prstGeom prst="line">
            <a:avLst/>
          </a:prstGeom>
          <a:ln w="12700">
            <a:solidFill>
              <a:srgbClr val="CCB9A8"/>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Germany's promise to back Austria-Hungary whatever it decided to do</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Blank Cheque made Austria-Hungary bolder.</a:t>
            </a:r>
            <a:endParaRPr lang="en-US" sz="2200" dirty="0"/>
          </a:p>
        </p:txBody>
      </p:sp>
      <p:sp>
        <p:nvSpPr>
          <p:cNvPr id="13" name="word-card"/>
          <p:cNvSpPr/>
          <p:nvPr/>
        </p:nvSpPr>
        <p:spPr>
          <a:xfrm>
            <a:off x="6233008" y="1389888"/>
            <a:ext cx="5410048" cy="4754880"/>
          </a:xfrm>
          <a:prstGeom prst="roundRect">
            <a:avLst>
              <a:gd name="adj" fmla="val 1154"/>
            </a:avLst>
          </a:prstGeom>
          <a:solidFill>
            <a:srgbClr val="F6F3F0"/>
          </a:solidFill>
          <a:ln w="12700">
            <a:solidFill>
              <a:srgbClr val="CCB9A8"/>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neutral</a:t>
            </a:r>
            <a:endParaRPr lang="en-US" sz="2600" dirty="0"/>
          </a:p>
        </p:txBody>
      </p:sp>
      <p:sp>
        <p:nvSpPr>
          <p:cNvPr id="17" name="word-rule"/>
          <p:cNvSpPr/>
          <p:nvPr/>
        </p:nvSpPr>
        <p:spPr>
          <a:xfrm>
            <a:off x="6415888" y="2129028"/>
            <a:ext cx="5044288" cy="0"/>
          </a:xfrm>
          <a:prstGeom prst="line">
            <a:avLst/>
          </a:prstGeom>
          <a:ln w="12700">
            <a:solidFill>
              <a:srgbClr val="CCB9A8"/>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taking no side in a war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Belgium was neutral and wanted to be left out of the fighting.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 28 June 1914, Franz Ferdinand was shot in Sarajevo.</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was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heir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to the throne of Austria-Hungary.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killers were nationalists from the Balkans.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wanted Austrian rule over Slavic lands to end.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first this looked like a local quarrel.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the alliances began to work.</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Germany promised to back Austria-Hungary whatever it did.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Austria-Hungary declared war on Serbia.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Russia began to call up its army to defend Serbia.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Germany declared war on Russia and then on France.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German soldiers marched into Belgium, which was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neutral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Britain declared war on Germany on 4 August 1914.</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Five weeks had turned one killing into a world war.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spark in Sarajevo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date 28 June 1914 and the date 4 August 1914. Five weeks separate them, and almost everything in this chapter happens in between.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 28 June 1914, Franz Ferdinand, the heir to the throne of Austria-Hungary, was assassinated in Sarajevo.</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Austria-Hungary blamed Serbia. On its own, this was a regional dispute in the Balkans, and it had nothing much to do with France, Russia, Germany or Britain.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Historians often call the assassination the spark that lit the fuse.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July Crisis: five weeks to war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the chain as a sentence with so in it three times. If you can say it out loud without stopping, you know it.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weeks that followed are called the July Crisis. Austria-Hungary asked Germany whether it would be supported if it punished Serbia, and Germany promised to back it whatever it chose to do.</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Now the alliances took over. Russia saw itself as the protector of the Slavic peoples and began to call up its army to defend Serbia.</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Belgium was the step that brought in Britain. Britain had promised to protect Belgian neutrality, and the invasion of a small neutral country also made the war easy to explain to the British public.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The July Crisis: five weeks to war</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4F0EC"/>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one killing in Sarajevo led to Britain declaring war on Germany.</a:t>
            </a:r>
            <a:endParaRPr lang="en-US" sz="2200" dirty="0"/>
          </a:p>
        </p:txBody>
      </p:sp>
      <p:sp>
        <p:nvSpPr>
          <p:cNvPr id="9" name="step-box"/>
          <p:cNvSpPr/>
          <p:nvPr/>
        </p:nvSpPr>
        <p:spPr>
          <a:xfrm>
            <a:off x="548640" y="2314956"/>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Start with the spark: Franz Ferdinand was assassinated on 28 June 1914 and Austria-Hungary blamed Serbia.</a:t>
            </a:r>
            <a:endParaRPr lang="en-US" sz="1800" dirty="0"/>
          </a:p>
        </p:txBody>
      </p:sp>
      <p:sp>
        <p:nvSpPr>
          <p:cNvPr id="13" name="arrow"/>
          <p:cNvSpPr/>
          <p:nvPr/>
        </p:nvSpPr>
        <p:spPr>
          <a:xfrm>
            <a:off x="5963260" y="3025394"/>
            <a:ext cx="274320" cy="274320"/>
          </a:xfrm>
          <a:prstGeom prst="rightArrow">
            <a:avLst/>
          </a:prstGeom>
          <a:solidFill>
            <a:srgbClr val="B8862B"/>
          </a:solidFill>
          <a:ln/>
        </p:spPr>
      </p:sp>
      <p:sp>
        <p:nvSpPr>
          <p:cNvPr id="14" name="step-box"/>
          <p:cNvSpPr/>
          <p:nvPr/>
        </p:nvSpPr>
        <p:spPr>
          <a:xfrm>
            <a:off x="6301588" y="2314956"/>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Add the promise: Germany gave Austria-Hungary the Blank Cheque, so Austria-Hungary declared war on Serbia.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The July Crisis: five weeks to war</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4F0EC"/>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one killing in Sarajevo led to Britain declaring war on Germany.</a:t>
            </a:r>
            <a:endParaRPr lang="en-US" sz="2200" dirty="0"/>
          </a:p>
        </p:txBody>
      </p:sp>
      <p:sp>
        <p:nvSpPr>
          <p:cNvPr id="9" name="step-box"/>
          <p:cNvSpPr/>
          <p:nvPr/>
        </p:nvSpPr>
        <p:spPr>
          <a:xfrm>
            <a:off x="548640" y="2314956"/>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Follow the alliances: Russia mobilised to defend Serbia, so Germany declared war on Russia and then on France.</a:t>
            </a:r>
            <a:endParaRPr lang="en-US" sz="1800" dirty="0"/>
          </a:p>
        </p:txBody>
      </p:sp>
      <p:sp>
        <p:nvSpPr>
          <p:cNvPr id="13" name="arrow"/>
          <p:cNvSpPr/>
          <p:nvPr/>
        </p:nvSpPr>
        <p:spPr>
          <a:xfrm>
            <a:off x="5963260" y="3025394"/>
            <a:ext cx="274320" cy="274320"/>
          </a:xfrm>
          <a:prstGeom prst="rightArrow">
            <a:avLst/>
          </a:prstGeom>
          <a:solidFill>
            <a:srgbClr val="B8862B"/>
          </a:solidFill>
          <a:ln/>
        </p:spPr>
      </p:sp>
      <p:sp>
        <p:nvSpPr>
          <p:cNvPr id="14" name="step-box"/>
          <p:cNvSpPr/>
          <p:nvPr/>
        </p:nvSpPr>
        <p:spPr>
          <a:xfrm>
            <a:off x="6301588" y="2314956"/>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with Belgium: Germany invaded neutral Belgium to reach France, and Britain declared war on Germany on 4 August 1914.</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spark, then the Blank Cheque, then the alliances pulling in Russia and France, then the invasion of neutral Belgium, which brought in Britain.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Spark or cause? What historians argue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strong answer uses both: the long-term causes made war possible, and the short-term cause made it happen now.</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Some historians argue that the assassination was responsible for the outbreak of war.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case for the long-term causes is strong. Without the alliances, Russia and France and Britain had no reason to join a quarrel in the Balkans.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case for the short-term cause is also real, though.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July Crisis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 events of the July Crisis in order, from the assassination to the British declaration of war.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Austria-Hungary declares war on Serbia</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Franz Ferdinand is assassinated in Sarajevo (28 June 1914)</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Germany declares war on Russia, and then on France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Austria-Hungary asks Germany for support, and Germany promises the Blank Cheque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Russia begins to call up its army to defend Serbia</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Britain declares war on Germany (4 August 1914)</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G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German soldiers invade neutral Belgium to carry out the Schlieffen Plan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The July Crisis in order</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July Crisis in order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 cards carry dates. They are the first and the last.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Austria-Hungary needed Germany's promise before it dared act, so the Blank Cheque comes before the declaration on Serbia.</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Russia moves to protect Serbia, which is what brings Germany in against Russia and France.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Belgium is the last step before Britain, because the invasion of Belgium is Britain's reason for joining.</a:t>
            </a:r>
            <a:endParaRPr lang="en-US" sz="1800" dirty="0"/>
          </a:p>
        </p:txBody>
      </p:sp>
      <p:sp>
        <p:nvSpPr>
          <p:cNvPr id="17" name="col-Core"/>
          <p:cNvSpPr/>
          <p:nvPr/>
        </p:nvSpPr>
        <p:spPr>
          <a:xfrm>
            <a:off x="6425403" y="2395728"/>
            <a:ext cx="2471666" cy="3749040"/>
          </a:xfrm>
          <a:prstGeom prst="roundRect">
            <a:avLst>
              <a:gd name="adj" fmla="val 2220"/>
            </a:avLst>
          </a:prstGeom>
          <a:solidFill>
            <a:srgbClr val="E4DAD1"/>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Spark, promise, first declaration, Russia, Germany, Belgium, Britain.</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Pick the one step you think could most easily have been avoided, and explain how the crisis might have ended differently.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From a murder to a world war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how the assassination of Franz Ferdinand led to the First World War. Write one paragraph of five to seven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From a murder to a world war</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From a murder to a world war</a:t>
            </a:r>
            <a:endParaRPr lang="en-US" sz="2000" dirty="0"/>
          </a:p>
        </p:txBody>
      </p:sp>
      <p:sp>
        <p:nvSpPr>
          <p:cNvPr id="12" name="col-Support"/>
          <p:cNvSpPr/>
          <p:nvPr/>
        </p:nvSpPr>
        <p:spPr>
          <a:xfrm>
            <a:off x="548640" y="2395728"/>
            <a:ext cx="6327465"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559594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6053145"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The assassination of Franz Ferdinand on 28 June 1914 was the spark that led to war.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2 and 3: Austria-Hungary blamed Serbia and Germany gave the Blank Cheque, so...</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4 and 5: Because of the alliances, Russia... so Germany... and Germany invaded neutral Belgium.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Last sentences: Britain declared war on 4 August 1914. Then add one sentence saying that the long-term causes were needed too.</a:t>
            </a:r>
            <a:endParaRPr lang="en-US" sz="1800" dirty="0"/>
          </a:p>
        </p:txBody>
      </p:sp>
      <p:sp>
        <p:nvSpPr>
          <p:cNvPr id="17" name="col-Core"/>
          <p:cNvSpPr/>
          <p:nvPr/>
        </p:nvSpPr>
        <p:spPr>
          <a:xfrm>
            <a:off x="7150425" y="2395728"/>
            <a:ext cx="2109155" cy="3749040"/>
          </a:xfrm>
          <a:prstGeom prst="roundRect">
            <a:avLst>
              <a:gd name="adj" fmla="val 2601"/>
            </a:avLst>
          </a:prstGeom>
          <a:solidFill>
            <a:srgbClr val="E4DAD1"/>
          </a:solidFill>
          <a:ln/>
        </p:spPr>
      </p:sp>
      <p:sp>
        <p:nvSpPr>
          <p:cNvPr id="18" name="col-hex"/>
          <p:cNvSpPr/>
          <p:nvPr/>
        </p:nvSpPr>
        <p:spPr>
          <a:xfrm>
            <a:off x="7260153"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7260153"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790505"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7287585"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Spark, Blank Cheque, alliances, Belgium, Britain. Then one sentence on the long-term causes.</a:t>
            </a:r>
            <a:endParaRPr lang="en-US" sz="1800" dirty="0"/>
          </a:p>
        </p:txBody>
      </p:sp>
      <p:sp>
        <p:nvSpPr>
          <p:cNvPr id="22" name="col-Stretch"/>
          <p:cNvSpPr/>
          <p:nvPr/>
        </p:nvSpPr>
        <p:spPr>
          <a:xfrm>
            <a:off x="9533900" y="2395728"/>
            <a:ext cx="2109155" cy="3749040"/>
          </a:xfrm>
          <a:prstGeom prst="roundRect">
            <a:avLst>
              <a:gd name="adj" fmla="val 2601"/>
            </a:avLst>
          </a:prstGeom>
          <a:solidFill>
            <a:srgbClr val="7A4A1E"/>
          </a:solidFill>
          <a:ln/>
        </p:spPr>
      </p:sp>
      <p:sp>
        <p:nvSpPr>
          <p:cNvPr id="23" name="col-hex"/>
          <p:cNvSpPr/>
          <p:nvPr/>
        </p:nvSpPr>
        <p:spPr>
          <a:xfrm>
            <a:off x="9643628"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64362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10173980"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671060"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Rewrite your last sentence as a judgement: was the assassination a cause of the war, or only the spark? Give a reason.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801112"/>
          </a:xfrm>
          <a:prstGeom prst="rect">
            <a:avLst/>
          </a:prstGeom>
          <a:noFill/>
          <a:ln/>
        </p:spPr>
        <p:txBody>
          <a:bodyPr wrap="square" lIns="63500" tIns="63500" rIns="63500" bIns="63500" rtlCol="0" anchor="t"/>
          <a:lstStyle/>
          <a:p>
            <a:pPr algn="l" indent="0" marL="0">
              <a:spcAft>
                <a:spcPts val="1200"/>
              </a:spcAft>
              <a:buNone/>
            </a:pPr>
            <a:r>
              <a:rPr lang="en-US" sz="2000" b="1" dirty="0">
                <a:solidFill>
                  <a:srgbClr val="1E2229"/>
                </a:solidFill>
                <a:latin typeface="Calibri" pitchFamily="34" charset="0"/>
                <a:ea typeface="Calibri" pitchFamily="34" charset="-122"/>
                <a:cs typeface="Calibri" pitchFamily="34" charset="-120"/>
              </a:rPr>
              <a:t>Why do many historians argue that the assassination on its own could not have caused a world war?</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the assassination happened too long before August 1914 to matter</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Franz Ferdinand was not an important person in Austria-Hungary</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it was a dispute in the Balkans, and only the tensions and alliances already in place could spread it across Europe</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nobody in Europe heard about the assassination until the war had begun</a:t>
            </a:r>
            <a:endParaRPr lang="en-US" sz="20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July Crisis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Franz Ferdinand is assassinated in Sarajevo (28 June 1914)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Austria-Hungary asks Germany for support, and Germany promises the Blank Cheque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Austria-Hungary declares war on Serbia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Russia begins to call up its army to defend Serbia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Germany declares war on Russia, and then on France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German soldiers invade neutral Belgium to carry out the Schlieffen Plan  (G)</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7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Britain declares war on Germany (4 August 1914)  (F)</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assassination came first; the Blank Cheque emboldened Austria-Hungary; Serbia was attacked; Russia mobilised; Germany declared war on Russia and France; Belgium was invaded; and Britain declared war on 4 August 1914.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From a murder to a world war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72490"/>
          </a:xfrm>
          <a:prstGeom prst="roundRect">
            <a:avLst>
              <a:gd name="adj" fmla="val 13597"/>
            </a:avLst>
          </a:prstGeom>
          <a:solidFill>
            <a:srgbClr val="F6F3F0"/>
          </a:solidFill>
          <a:ln/>
        </p:spPr>
      </p:sp>
      <p:sp>
        <p:nvSpPr>
          <p:cNvPr id="9" name="tickbox"/>
          <p:cNvSpPr/>
          <p:nvPr/>
        </p:nvSpPr>
        <p:spPr>
          <a:xfrm>
            <a:off x="713232" y="2174189"/>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begin with the assassination and give its date.</a:t>
            </a:r>
            <a:endParaRPr lang="en-US" sz="2200" dirty="0"/>
          </a:p>
        </p:txBody>
      </p:sp>
      <p:sp>
        <p:nvSpPr>
          <p:cNvPr id="11" name="crit-box"/>
          <p:cNvSpPr/>
          <p:nvPr/>
        </p:nvSpPr>
        <p:spPr>
          <a:xfrm>
            <a:off x="548640" y="2748178"/>
            <a:ext cx="11094415" cy="1013358"/>
          </a:xfrm>
          <a:prstGeom prst="roundRect">
            <a:avLst>
              <a:gd name="adj" fmla="val 9023"/>
            </a:avLst>
          </a:prstGeom>
          <a:solidFill>
            <a:srgbClr val="F6F3F0"/>
          </a:solidFill>
          <a:ln/>
        </p:spPr>
      </p:sp>
      <p:sp>
        <p:nvSpPr>
          <p:cNvPr id="12" name="tickbox"/>
          <p:cNvSpPr/>
          <p:nvPr/>
        </p:nvSpPr>
        <p:spPr>
          <a:xfrm>
            <a:off x="713232" y="3108554"/>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748178"/>
            <a:ext cx="10317175" cy="10133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at least three of these words correctly: the Blank Cheque, alliances, the July Crisis, the Schlieffen Plan, neutral Belgium.</a:t>
            </a:r>
            <a:endParaRPr lang="en-US" sz="2200" dirty="0"/>
          </a:p>
        </p:txBody>
      </p:sp>
      <p:sp>
        <p:nvSpPr>
          <p:cNvPr id="14" name="crit-box"/>
          <p:cNvSpPr/>
          <p:nvPr/>
        </p:nvSpPr>
        <p:spPr>
          <a:xfrm>
            <a:off x="548640" y="3852977"/>
            <a:ext cx="11094415" cy="672490"/>
          </a:xfrm>
          <a:prstGeom prst="roundRect">
            <a:avLst>
              <a:gd name="adj" fmla="val 13597"/>
            </a:avLst>
          </a:prstGeom>
          <a:solidFill>
            <a:srgbClr val="F6F3F0"/>
          </a:solidFill>
          <a:ln/>
        </p:spPr>
      </p:sp>
      <p:sp>
        <p:nvSpPr>
          <p:cNvPr id="15" name="tickbox"/>
          <p:cNvSpPr/>
          <p:nvPr/>
        </p:nvSpPr>
        <p:spPr>
          <a:xfrm>
            <a:off x="713232" y="4042918"/>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852977"/>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link my steps with so or because, rather than listing them.</a:t>
            </a:r>
            <a:endParaRPr lang="en-US" sz="2200" dirty="0"/>
          </a:p>
        </p:txBody>
      </p:sp>
      <p:sp>
        <p:nvSpPr>
          <p:cNvPr id="17" name="crit-box"/>
          <p:cNvSpPr/>
          <p:nvPr/>
        </p:nvSpPr>
        <p:spPr>
          <a:xfrm>
            <a:off x="548640" y="4616907"/>
            <a:ext cx="11094415" cy="672490"/>
          </a:xfrm>
          <a:prstGeom prst="roundRect">
            <a:avLst>
              <a:gd name="adj" fmla="val 13597"/>
            </a:avLst>
          </a:prstGeom>
          <a:solidFill>
            <a:srgbClr val="F6F3F0"/>
          </a:solidFill>
          <a:ln/>
        </p:spPr>
      </p:sp>
      <p:sp>
        <p:nvSpPr>
          <p:cNvPr id="18" name="tickbox"/>
          <p:cNvSpPr/>
          <p:nvPr/>
        </p:nvSpPr>
        <p:spPr>
          <a:xfrm>
            <a:off x="713232" y="4806848"/>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616907"/>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that the long-term causes were needed as well as the assassination.</a:t>
            </a:r>
            <a:endParaRPr lang="en-US" sz="2200" dirty="0"/>
          </a:p>
        </p:txBody>
      </p:sp>
      <p:sp>
        <p:nvSpPr>
          <p:cNvPr id="20" name="crit-box"/>
          <p:cNvSpPr/>
          <p:nvPr/>
        </p:nvSpPr>
        <p:spPr>
          <a:xfrm>
            <a:off x="548640" y="5380838"/>
            <a:ext cx="11094415" cy="672490"/>
          </a:xfrm>
          <a:prstGeom prst="roundRect">
            <a:avLst>
              <a:gd name="adj" fmla="val 13597"/>
            </a:avLst>
          </a:prstGeom>
          <a:solidFill>
            <a:srgbClr val="F6F3F0"/>
          </a:solidFill>
          <a:ln/>
        </p:spPr>
      </p:sp>
      <p:sp>
        <p:nvSpPr>
          <p:cNvPr id="21" name="tickbox"/>
          <p:cNvSpPr/>
          <p:nvPr/>
        </p:nvSpPr>
        <p:spPr>
          <a:xfrm>
            <a:off x="713232" y="5570779"/>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38083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finish with Britain's declaration of war on 4 August 1914.</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Model answer: From a murder to a world war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8F2E9"/>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assassination of Franz Ferdinand on 28 June 1914 was the spark that led to the First World War. Austria-Hungary blamed Serbia and asked Germany for support, and Germany gave the Blank Cheque, so Austria-Hungary felt safe enough to declare war on Serbia. Because of the alliances, the quarrel could not stay in the Balkans: Russia began to call up its army to protect Serbia, so Germany declared war on Russia and then on France. To defeat France quickly, Germany followed the Schlieffen Plan and invaded neutral Belgium, and because Britain had promised to protect Belgium it declared war on Germany on 4 August 1914. None of this would have happened without the long-term causes, because militarism had filled Europe with weapons and the alliances meant that no quarrel could stay small. The assassination was therefore the spark, but the fuse had been laid over many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do many historians argue that the assassination on its own could not have caused a world war?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Because it was a dispute in the Balkans, and only the tensions and alliances already in place could spread it across Europe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spark needs a fuse. The dispute between Austria-Hungary and Serbia became a world war because the alliance system pulled in Russia, Germany, France and Britain, and because militarism had already armed them all.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the Somme · Chapter 2: The spark: Sarajevo and the July Crisis</dc:title>
  <dc:subject>History · Year 8</dc:subject>
  <dc:creator>Dr Vitor Merissi de Carvalho</dc:creator>
  <cp:lastModifiedBy>Dr Vitor Merissi de Carvalho</cp:lastModifiedBy>
  <cp:revision>1</cp:revision>
  <dcterms:created xsi:type="dcterms:W3CDTF">2026-10-19T16:23:14Z</dcterms:created>
  <dcterms:modified xsi:type="dcterms:W3CDTF">2026-10-19T16:23:14Z</dcterms:modified>
</cp:coreProperties>
</file>