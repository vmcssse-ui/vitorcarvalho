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dc17c0-cc93-4a05-29b0-eb2a93fbdb78}">
          <p14:sldIdLst>
            <p14:sldId id="256"/>
          </p14:sldIdLst>
        </p14:section>
        <p14:section name="Gate" id="{8a544026-41cb-cc89-6a4b-09e710c08ffd}">
          <p14:sldIdLst>
            <p14:sldId id="257"/>
            <p14:sldId id="258"/>
          </p14:sldIdLst>
        </p14:section>
        <p14:section name="Pre-teach" id="{272c85b2-b711-2f53-a5de-b2293c2ff427}">
          <p14:sldIdLst>
            <p14:sldId id="259"/>
            <p14:sldId id="260"/>
          </p14:sldIdLst>
        </p14:section>
        <p14:section name="Read-along" id="{e2c855f3-e782-261d-4c09-137291d2dfd4}">
          <p14:sldIdLst>
            <p14:sldId id="261"/>
            <p14:sldId id="262"/>
          </p14:sldIdLst>
        </p14:section>
        <p14:section name="Teach" id="{5ff98fed-3076-be9d-371c-a9c8291c275b}">
          <p14:sldIdLst>
            <p14:sldId id="263"/>
            <p14:sldId id="264"/>
            <p14:sldId id="265"/>
            <p14:sldId id="266"/>
            <p14:sldId id="267"/>
          </p14:sldIdLst>
        </p14:section>
        <p14:section name="Routes" id="{dd961c50-a94b-4892-ae2a-0707ab23cdd6}">
          <p14:sldIdLst>
            <p14:sldId id="268"/>
            <p14:sldId id="269"/>
            <p14:sldId id="270"/>
          </p14:sldIdLst>
        </p14:section>
        <p14:section name="Close" id="{a0b130ed-d8e4-19f4-2fd3-272aee560d2c}">
          <p14:sldIdLst>
            <p14:sldId id="271"/>
          </p14:sldIdLst>
        </p14:section>
        <p14:section name="Answers" id="{e618a37e-0dfa-df7d-bf91-224ac34c877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 restless planet: the Earth's structure and moving plates. How old the Earth is and how we know, the layers inside it, why its plates move, and the jigsaw clue that made Alfred Wegener suggest the continents had drifted apart.
This deck covers the department's lesson: 3 (Plate tectonics: the age and structure of the Earth and plate tectonic theory: How old is the Earth, what is it made of, and what did Alfred Wegener notice about the continents?).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causes the Earth's tectonic plates to move?  →  B   Convection currents in the mantle
2. In which year did Alfred Wegener first put forward his theory that the continents had moved?  →  1912
3. Oceanic plates are ___ than continental plates, so they sink beneath them when the two meet.  →  denser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Convection currents in the mantle. Heat from inside the Earth sets up convection currents in the mantle: hot material rises, spreads out, cools and sinks, dragging the plates above it.
2. 1912. Wegener proposed the theory in 1912, but it was not accepted until the 1950s.
3. denser. Oceanic plates are made of denser rock than continental plates, so at a destructive boundary the oceanic plate is the one forced down into the mantle.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crust: the thin, solid outer layer of the Earth that we live on. Example: "The crust is broken into pieces called plates."
• mantle: the thick layer of very hot rock under the crust. Example: "Hot rock in the mantle moves very slowly."
• convection current: the slow circling movement of hot material rising and cooler material sinking. Example: "Convection currents in the mantle drag the plates along."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tectonic plate: one of the huge slabs of crust and upper mantle that fit together like a jigsaw. Example: "The Pacific plate is the largest tectonic plate."
• oceanic plate: a plate with ocean on top, made of denser rock. Example: "An oceanic plate sinks under a continental plate when they meet."
• continental plate: a plate with land on top, made of lighter rock. Example: "The Eurasian plate is a continental plate."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Earth is about 4.54 billion years old.
2. Scientists worked this out by studying rocks.
3. The Earth has layers.
4. The thin outer layer is the crust.
5. Under it is the mantle, a thick layer of very hot rock.
6. At the centre are the outer core and the inner core.
7. The crust and the top of the mantle are broken into huge pieces called tectonic plates.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fit together like an uneven jigsaw.
9. Hot rock in the mantle rises, spreads out, cools and sinks.
10. These convection currents move the plates very slowly.
11. Oceanic plates are denser than continental plates.
12. In 1912 Alfred Wegener said the continents had once been joined together.
13. Few people believed him until the 1950s.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old is the Earth?. Say it in your own words, then check understanding with a quick question: ask a pupil from the pre-teach group first, since they met these words and ideas before the lesson. Pupils try to recall before you re-explain.
Your lesson began with a question that sits beside the biggest questions people ask: how old is the Earth, and what evidence can you use to support your answer? Until quite recently, people could only guess. Scientists now put the Earth's age at approximately 4.54 billion years. That is 4,540 million years, a number so large that the whole of human history is a thin line at the very end of it.
The evidence comes from rocks. By studying how rock layers formed on top of one another and how the minerals in them have changed over time, geologists have built a geological timescale, a calendar of the Earth's past. The same rocks hold the clue to how the surface has changed: the continents have not always been where they are now.
A number this large is a maths skill as well as a fact. One billion is a thousand million, so 4.54 billion is 4.54 × 1000 million = 4540 million. Being able to move between billions and millions matters when you compare the age of the Earth with the time since the plates last moved a continent.
Worked example — model it step by step, thinking aloud: The Earth is about 4.54 billion years old. Write this age in millions of years, and as a full number. (1) One billion is one thousand million, so multiply the billions by 1000 to get millions: 4.54 × 1000 = 4540 million years. (2) One million is 1,000,000 (six zeros), so 4540 million is 4540 followed by six zeros: 4,540,000,000. (3) Check the sense: a billion has nine zeros, and 4,540,000,000 has nine digits after the 4. It matches 4.54 billion. Answer: 4540 million years, or 4,540,000,000 years..
Tip: Billion to million: multiply by 1000. Million to billion: divide by 1000. Write the units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old is the Earth?. Say it in your own words, then check understanding with a quick question: ask a pupil from the pre-teach group first, since they met these words and ideas before the lesson. Pupils try to recall before you re-explain.
Your lesson began with a question that sits beside the biggest questions people ask: how old is the Earth, and what evidence can you use to support your answer? Until quite recently, people could only guess. Scientists now put the Earth's age at approximately 4.54 billion years. That is 4,540 million years, a number so large that the whole of human history is a thin line at the very end of it.
The evidence comes from rocks. By studying how rock layers formed on top of one another and how the minerals in them have changed over time, geologists have built a geological timescale, a calendar of the Earth's past. The same rocks hold the clue to how the surface has changed: the continents have not always been where they are now.
A number this large is a maths skill as well as a fact. One billion is a thousand million, so 4.54 billion is 4.54 × 1000 million = 4540 million. Being able to move between billions and millions matters when you compare the age of the Earth with the time since the plates last moved a continent.
Worked example — model it step by step, thinking aloud: The Earth is about 4.54 billion years old. Write this age in millions of years, and as a full number. (1) One billion is one thousand million, so multiply the billions by 1000 to get millions: 4.54 × 1000 = 4540 million years. (2) One million is 1,000,000 (six zeros), so 4540 million is 4540 followed by six zeros: 4,540,000,000. (3) Check the sense: a billion has nine zeros, and 4,540,000,000 has nine digits after the 4. It matches 4.54 billion. Answer: 4540 million years, or 4,540,000,000 years..
Tip: Billion to million: multiply by 1000. Million to billion: divide by 1000. Write the units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Inside the Earth. Say it in your own words, then check understanding with a quick question: ask a pupil from the pre-teach group first, since they met these words and ideas before the lesson. Pupils try to recall before you re-explain.
The Earth is built in layers. On the outside is the crust, the thin solid shell we live on. Under it is the mantle, a very thick layer of hot rock that can flow extremely slowly. Beneath that is the outer core, and at the centre the inner core, the hottest part of the planet. Every tectonic hazard begins with processes deep inside the Earth, so you need the layers in order from the surface inwards: crust, mantle, outer core, inner core.
A tectonic plate is the crust plus the upper part of the mantle, moving as one slab. What moves it is convection: heat from deep inside the Earth makes material in the mantle rise, spread out beneath the plates, cool and sink again. This slow circling drags the plates along a few centimetres a year. Your deck puts these currents in the core; in fact they are in the mantle, the layer directly beneath the plates, which the core heats from below.
Everything tectonic comes from this movement. Plates move towards each other, away from each other or side by side, and each kind of movement makes its own hazards and landforms. That is the subject of the next chapter.
Tip: Learn the layers as a journey inwards: crust, mantle, outer core, inner core. The plates are crust plus upper mantle, not crust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Wegener's jigsaw. Say it in your own words, then check understanding with a quick question: ask a pupil from the pre-teach group first, since they met these words and ideas before the lesson. Pupils try to recall before you re-explain.
Plate tectonic theory says that the huge pieces of rock that make up the Earth's surface are moving: apart, towards or against one another. The first person to put the idea forward was Alfred Wegener, in 1912. Hardly anyone believed him, and the theory was not accepted until the 1950s, long after his death.
Wegener's evidence was simple to see and hard to explain any other way. The shapes of the continents seem to fit together like a jigsaw: the east coast of South America tucks into the west coast of Africa. And the same species of plants and animals, including fossils, are found on continents now separated by thousands of kilometres of ocean. The simplest explanation was that the continents were once joined in a single landmass, which your video called Pangaea, and have drifted apart since.
Why the long wait? Wegener could not explain what force could move a continent. Once scientists understood convection currents in the mantle and found the new crust forming along ocean ridges, the mechanism was there and the theory was accepted.
Tip: For Wegener, learn one date (1912), one decade of acceptance (the 1950s) and two pieces of evidence (the jigsaw fit and matching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Plates and where the hazards are. Say it in your own words, then check understanding with a quick question: ask a pupil from the pre-teach group first, since they met these words and ideas before the lesson. Pupils try to recall before you re-explain.
The Earth's crust is divided into plates that fit together like an uneven jigsaw. There are two types. Oceanic plates have ocean on top and are made of denser rock. Continental plates carry the land and are made of lighter, less dense rock. The difference in density decides what happens when two plates meet: the denser oceanic plate is the one that sinks.
In class you named the seven major plates on a globe. The ones that run through this unit are the Pacific, North American, South American, Eurasian, African, Nazca and Indo-Australian plates. The place where two plates meet is called a plate boundary or plate margin. Look at a map of the world's volcanoes and nearly all the red dots sit along these boundaries; earthquakes cluster along them too. How the plates are moving at a boundary decides which hazard occurs there.
Tip: On a blank map, draw the plate boundaries first. The volcanoes and earthquakes will almost all fall on your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journey to the centre.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Earth's layers in order, starting at the surface and travelling inwards.
Support — work through the steps with the group: (1) Start where you are standing: the layer under your feet is the first one. (2) Next comes the thick hot layer that the plates ride on. (3) The core is in the middle and has two parts. Outer means further from the centre, so it comes before inner. (4) The last one is the hottest point, right at the centre.
Parallel worked example for Support (model it, do not give the task answer): Put these parts of an apple in order from the outside to the middle: core, skin, flesh. The skin is the outside.; The flesh is under the skin.; The core is in the middle.. Answer: Skin, flesh, core..
Core — reveal the hint only on request: Thin and cold on the outside, hot and heavy in the middle. Outer before inner.
Stretch — no help; when finished: Explain which two layers make up a tectonic plate, and why the layer beneath them is the one that moves the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journey to the centre.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Earth's layers in order, starting at the surface and travelling inwards.
Support — work through the steps with the group: (1) Start where you are standing: the layer under your feet is the first one. (2) Next comes the thick hot layer that the plates ride on. (3) The core is in the middle and has two parts. Outer means further from the centre, so it comes before inner. (4) The last one is the hottest point, right at the centre.
Parallel worked example for Support (model it, do not give the task answer): Put these parts of an apple in order from the outside to the middle: core, skin, flesh. The skin is the outside.; The flesh is under the skin.; The core is in the middle.. Answer: Skin, flesh, core..
Core — reveal the hint only on request: Thin and cold on the outside, hot and heavy in the middle. Outer before inner.
Stretch — no help; when finished: Explain which two layers make up a tectonic plate, and why the layer beneath them is the one that moves the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long wait for Wegener.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Alfred Wegener put forward his theory in 1912. It was not accepted until the 1950s. Taking 1950 as the earliest year of acceptance, how many years did the world take to believe him?
Support — work through the steps with the group: (1) Write the later year first: 1950. (2) Subtract the earlier year: 1950 − 1912. (3) Do it in steps: 1950 − 1900 = 50, then 50 − 12 = 38. (4) Check by adding back: 1912 + 38 = 1950.
Parallel worked example for Support (model it, do not give the task answer): An idea proposed in 1859 was accepted in 1900. How many years did that take? Later year minus earlier year: 1900 − 1859.; 1900 − 1800 = 100, then 100 − 59 = 41.. Answer: 41 years.
Core — reveal the hint only on request: Later year minus earlier year. The 1950s starts at 1950.
Stretch — no help; when finished: Explain what evidence, found after Wegener's death, finally convinced scientists that the plates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causes the Earth's tectonic plates to move?
Answer: A   Convection currents in the mantle. Heat from inside the Earth sets up convection currents in the mantle: hot material rises, spreads out, cools and sinks, dragging the plates above it.
Source of this question: gate item 1 re-asked (options rotated) — this chapter has no third quick-check module.
The ebook also holds task 3, "Words for a moving planet",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journey to the centre. Reveal the answer; pupils mark their own work in a different colour, then read the "why" together. Same destination for every lane, so one answer serves the whole class.
Answer: The crust: the thin, solid outer layer we live on  (A); The mantle: a very thick layer of hot rock that moves slowly  (C); The outer core  (B); The inner core: the hottest part, at the very centre  (D)
Why: From the surface inwards: crust, mantle, outer core, inner core. The plates are crust plus upper mantle, carried along by convection currents in the mantle.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long wait for Wegener. Reveal the answer; pupils mark their own work in a different colour, then read the "why" together. Same destination for every lane, so one answer serves the whole class.
Answer: 38 years
Why: 1950 − 1912 = 38 years. Wegener had the evidence (the jigsaw fit and matching species) but not the mechanism; convection currents in the mantle supplied it later.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Convection currents in the mantle
Why: Heat from inside the Earth sets up convection currents in the mantle: hot material rises, spreads out, cools and sinks, dragging the plates above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 restless planet: the Earth's structure and moving plates</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E2E9E4"/>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Plate tectonics: the age and structure of the Earth and plate tectonic theory</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causes the Earth's tectonic plates to move?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Rivers eroding the crust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Convection currents in the mantle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pull of the Moon on the oceans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Winds in the atmosphere</a:t>
            </a:r>
            <a:endParaRPr lang="en-US" sz="20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Alfred Wegener first put forward his theory that the continents had moved?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Oceanic plates are ___ than continental plates, so they sink beneath them when the two meet.</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denser  ·  lighter  ·  thicker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ADBBF"/>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Convection currents in the mantle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causes the Earth's tectonic plates to move?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Heat from inside the Earth sets up convection currents in the mantle: hot material rises, spreads out, cools and sinks, dragging the plates above it.</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1912</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which year did Alfred Wegener first put forward his theory that the continents had moved?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Wegener proposed the theory in 1912, but it was not accepted until the 1950s.</a:t>
            </a:r>
            <a:endParaRPr lang="en-US" sz="20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denser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Oceanic plates are made of denser rock than continental plates, so at a destructive boundary the oceanic plate is the one forced down into the mantle.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crust</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thin, solid outer layer of the Earth that we live 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crust is broken into pieces called plates.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mantle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thick layer of very hot rock under the crust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Hot rock in the mantle moves very slowly.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convection current</a:t>
            </a:r>
            <a:endParaRPr lang="en-US" sz="2600" dirty="0"/>
          </a:p>
        </p:txBody>
      </p:sp>
      <p:sp>
        <p:nvSpPr>
          <p:cNvPr id="23" name="word-rule"/>
          <p:cNvSpPr/>
          <p:nvPr/>
        </p:nvSpPr>
        <p:spPr>
          <a:xfrm>
            <a:off x="8310677" y="2558288"/>
            <a:ext cx="3149498" cy="0"/>
          </a:xfrm>
          <a:prstGeom prst="line">
            <a:avLst/>
          </a:prstGeom>
          <a:ln w="12700">
            <a:solidFill>
              <a:srgbClr val="A9BCAE"/>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slow circling movement of hot material rising and cooler material sinking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Convection currents in the mantle drag the plates along.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tectonic plate</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huge slabs of crust and upper mantle that fit together like a jigsaw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Pacific plate is the largest tectonic plate.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oceanic plate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plate with ocean on top, made of denser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oceanic plate sinks under a continental plate when they meet.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continental plate</a:t>
            </a:r>
            <a:endParaRPr lang="en-US" sz="2600" dirty="0"/>
          </a:p>
        </p:txBody>
      </p:sp>
      <p:sp>
        <p:nvSpPr>
          <p:cNvPr id="23" name="word-rule"/>
          <p:cNvSpPr/>
          <p:nvPr/>
        </p:nvSpPr>
        <p:spPr>
          <a:xfrm>
            <a:off x="8310677" y="2558288"/>
            <a:ext cx="3149498" cy="0"/>
          </a:xfrm>
          <a:prstGeom prst="line">
            <a:avLst/>
          </a:prstGeom>
          <a:ln w="12700">
            <a:solidFill>
              <a:srgbClr val="A9BCAE"/>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plate with land on top, made of lighter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Eurasian plate is a continental plate.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Earth is about 4.54 billion years old.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Scientists worked this out by studying rocks.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Earth has layers.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thin outer layer is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crust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 it is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mantle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thick layer of very hot rock.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the centre are the outer core and the inner core.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crust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the top of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mantle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broken into huge pieces called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tectonic plates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fit together like an uneven jigsaw.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Hot rock in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mantle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rises, spreads out, cools and sinks.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These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convection currents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move the plates very slowly.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Oceanic plates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denser than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continental plates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1912 Alfred Wegener said the continents had once been joined together.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Few people believed him until the 1950s.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old is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Billion to million: multiply by 1000. Million to billion: divide by 1000. Write the units every time.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began with a question that sits beside the biggest questions people ask: how old is the Earth, and what evidence can you use to support your answer?</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evidence comes from rocks. By studying how rock layers formed on top of one another and how the minerals in them have changed over time, geologists have built a geological timescale, a calendar of the Earth's past.</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number this large is a maths skill as well as a fact.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How old is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Earth is about 4.54 billion years old. Write this age in millions of years, and as a full number.</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billion is one thousand million, so multiply the billions by 1000 to get millions: 4.54 × 1000 = 4540 million years.</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million is 1,000,000 (six zeros), so 4540 million is 4540 followed by six zeros: 4,540,000,000.</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a billion has nine zeros, and 4,540,000,000 has nine digits after the 4. It matches 4.54 billion.</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4540 million years, or 4,540,000,000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Inside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layers as a journey inwards: crust, mantle, outer core, inner core. The plates are crust plus upper mantle, not crust alone.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Earth is built in layers. On the outside is the crust, the thin solid shell we live 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tectonic plate is the crust plus the upper part of the mantle, moving as one slab.</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Everything tectonic comes from this movement. Plates move towards each other, away from each other or side by side, and each kind of movement makes its own hazards and landforms.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Wegener's jigsaw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Wegener, learn one date (1912), one decade of acceptance (the 1950s) and two pieces of evidence (the jigsaw fit and matching species).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Plate tectonic theory says that the huge pieces of rock that make up the Earth's surface are moving: apart, towards or against one another.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Wegener's evidence was simple to see and hard to explain any other way.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Why the long wait? Wegener could not explain what force could move a continent.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Plates and where the hazards are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 a blank map, draw the plate boundaries first. The volcanoes and earthquakes will almost all fall on your lines.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Earth's crust is divided into plates that fit together like an uneven jigsaw.</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class you named the seven major plates on a globe.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A journey to the centre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Earth's layers in order, starting at the surface and travelling inwards.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crust: the thin, solid outer layer we live 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outer core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mantle: a very thick layer of hot rock that moves slowly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inner core: the hottest part, at the very centre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A journey to the centre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A journey to the centre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where you are standing: the layer under your feet is the first one.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thick hot layer that the plates ride 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core is in the middle and has two parts. Outer means further from the centre, so it comes before inner.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one is the hottest point, right at the centre.</a:t>
            </a:r>
            <a:endParaRPr lang="en-US" sz="1800" dirty="0"/>
          </a:p>
        </p:txBody>
      </p:sp>
      <p:sp>
        <p:nvSpPr>
          <p:cNvPr id="17" name="col-Core"/>
          <p:cNvSpPr/>
          <p:nvPr/>
        </p:nvSpPr>
        <p:spPr>
          <a:xfrm>
            <a:off x="5490762" y="2395728"/>
            <a:ext cx="2938987" cy="3749040"/>
          </a:xfrm>
          <a:prstGeom prst="roundRect">
            <a:avLst>
              <a:gd name="adj" fmla="val 1867"/>
            </a:avLst>
          </a:prstGeom>
          <a:solidFill>
            <a:srgbClr val="CB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 and cold on the outside, hot and heavy in the middle. Outer before inner.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two layers make up a tectonic plate, and why the layer beneath them is the one that moves the plates.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The long wait for Wegener</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Alfred Wegener put forward his theory in 1912. It was not accepted until the 1950s. Taking 1950 as the earliest year of acceptance, how many years did the world take to believe him?</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2E9E4"/>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year first: 1950.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year: 1950 − 1912.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it in steps: 1950 − 1900 = 50, then 50 − 12 = 38.</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by adding back: 1912 + 38 = 1950.</a:t>
            </a:r>
            <a:endParaRPr lang="en-US" sz="1800" dirty="0"/>
          </a:p>
        </p:txBody>
      </p:sp>
      <p:sp>
        <p:nvSpPr>
          <p:cNvPr id="17" name="col-Core"/>
          <p:cNvSpPr/>
          <p:nvPr/>
        </p:nvSpPr>
        <p:spPr>
          <a:xfrm>
            <a:off x="5490762" y="3258820"/>
            <a:ext cx="2938987" cy="2885948"/>
          </a:xfrm>
          <a:prstGeom prst="roundRect">
            <a:avLst>
              <a:gd name="adj" fmla="val 1901"/>
            </a:avLst>
          </a:prstGeom>
          <a:solidFill>
            <a:srgbClr val="CBD7CE"/>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The 1950s starts at 1950.</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evidence, found after Wegener's death, finally convinced scientists that the plates move.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causes the Earth's tectonic plates to move?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Convection currents in the mantle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pull of the Moon on the oceans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Winds in the atmosphere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Rivers eroding the crust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 journey to the centre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crust: the thin, solid outer layer we live on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mantle: a very thick layer of hot rock that moves slowly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outer core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inner core: the hottest part, at the very centre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the surface inwards: crust, mantle, outer core, inner core. The plates are crust plus upper mantle, carried along by convection currents in the mantle.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long wait for Wegener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Alfred Wegener put forward his theory in 1912. It was not accepted until the 1950s. Taking 1950 as the earliest year of acceptance, how many years did the world take to believe him?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38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1950 − 1912 = 38 years. Wegener had the evidence (the jigsaw fit and matching species) but not the mechanism; convection currents in the mantle supplied it later.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causes the Earth's tectonic plates to move?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Convection currents in the mantle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Heat from inside the Earth sets up convection currents in the mantle: hot material rises, spreads out, cools and sinks, dragging the plates above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2: A restless planet: the Earth's structure and moving plates</dc:title>
  <dc:subject>Geography · Year 11</dc:subject>
  <dc:creator>Dr Vitor Merissi de Carvalho</dc:creator>
  <cp:lastModifiedBy>Dr Vitor Merissi de Carvalho</cp:lastModifiedBy>
  <cp:revision>1</cp:revision>
  <dcterms:created xsi:type="dcterms:W3CDTF">2026-10-19T06:07:45Z</dcterms:created>
  <dcterms:modified xsi:type="dcterms:W3CDTF">2026-10-19T06:07:45Z</dcterms:modified>
</cp:coreProperties>
</file>