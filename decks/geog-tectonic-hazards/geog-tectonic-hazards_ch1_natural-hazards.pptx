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bb55f3-b133-9dd4-82bd-229273fc4995}">
          <p14:sldIdLst>
            <p14:sldId id="256"/>
          </p14:sldIdLst>
        </p14:section>
        <p14:section name="Gate" id="{becdf634-4c19-2d3e-f195-6ce48d99adcf}">
          <p14:sldIdLst>
            <p14:sldId id="257"/>
            <p14:sldId id="258"/>
          </p14:sldIdLst>
        </p14:section>
        <p14:section name="Pre-teach" id="{42b9e0ab-693b-6c68-d402-834b3e253097}">
          <p14:sldIdLst>
            <p14:sldId id="259"/>
            <p14:sldId id="260"/>
          </p14:sldIdLst>
        </p14:section>
        <p14:section name="Read-along" id="{398b8c82-6863-24c1-840d-01c4a309d64d}">
          <p14:sldIdLst>
            <p14:sldId id="261"/>
            <p14:sldId id="262"/>
          </p14:sldIdLst>
        </p14:section>
        <p14:section name="Teach" id="{04113fb0-c34d-9582-dd81-05f41a19d0ce}">
          <p14:sldIdLst>
            <p14:sldId id="263"/>
            <p14:sldId id="264"/>
            <p14:sldId id="265"/>
            <p14:sldId id="266"/>
            <p14:sldId id="267"/>
            <p14:sldId id="268"/>
          </p14:sldIdLst>
        </p14:section>
        <p14:section name="Routes" id="{aa4209fb-9343-52a1-2bce-9022d2027cea}">
          <p14:sldIdLst>
            <p14:sldId id="269"/>
            <p14:sldId id="270"/>
            <p14:sldId id="271"/>
            <p14:sldId id="272"/>
          </p14:sldIdLst>
        </p14:section>
        <p14:section name="Close" id="{16b720f7-6b0c-64a5-b61d-4a06afd15853}">
          <p14:sldIdLst>
            <p14:sldId id="273"/>
          </p14:sldIdLst>
        </p14:section>
        <p14:section name="Answers" id="{1f4d9942-464f-ffc4-3512-6f3b9b89638a}">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When does a natural event become a hazard?. The definition of a natural hazard, the three groups of hazard and what drives each, what hazard risk means, and why the number of people at risk keeps rising.
This deck covers the department's lessons: 1 (Natural hazards: what they are and the three main groups: What is a natural hazard, when does a natural event become one, and what are the three main groups of natural hazard?); 2 (Hazard risk and the factors that increase it: What is hazard risk, and which human developments make people more likely to be affected by a natural hazard?).
Read the big question aloud: "Why do tectonic hazards hurt some places far more than others, and how far can people reduce the risk?"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geological (geophysical) natural hazard?  →  D   A volcanic eruption
2. A natural event becomes a natural hazard when it poses a risk to ___.  →  people and property
3. What does hazard risk mean?  →  A   The probability of being affected by a natural event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volcanic eruption. Geological hazards are driven by the Earth's own internal energy: plate tectonics, volcanoes and earthquakes. Storms and drought are atmospheric; floods are hydrological.
2. people and property. A natural hazard is a naturally occurring event that poses a risk to humans and property. Without people in its way, it is only a natural event.
3. A   The probability of being affected by a natural event. Hazard risk is the probability (chance) of being affected by a natural event. People weigh this chance against the benefits of living in a place.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natural event: something that happens in nature, such as an earthquake or a flood. Example: "An earthquake in an empty desert is a natural event, not a hazard."
• natural hazard: a natural event that puts people and property at risk. Example: "The same earthquake under a city is a natural hazard."
• hazard risk: the chance of being affected by a natural event. Example: "People who live near the coast accept a higher hazard risk."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geological: driven by energy from inside the Earth. Example: "Earthquakes and volcanoes are geological hazards."
• atmospheric: driven by processes in the air around the Earth. Example: "Tropical storms and droughts are atmospheric hazards."
• hydrological: driven by water, mainly the oceans. Example: "Floods and tsunamis are hydrological hazards."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natural event is something that happens in nature.
2. An earthquake, a flood or a storm is a natural event.
3. If no one lives nearby, it harms no one.
4. It becomes a natural hazard when it puts people and property at risk.
5. There are three main groups of natural hazard.
6. Geological hazards are driven by energy from inside the Earth, like earthquakes and volcanoes.
7. Atmospheric hazards are driven by the air, like tropical storms and droughts.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Hydrological hazards are driven by water, like floods and tsunamis.
9. Hazard risk is the chance of being affected by a natural event.
10. People often accept the risk because the benefits of a place are great.
11. Some people have little choice about where they live.
12. As cities grow, more people live in risky places.
13. So the number of people at risk keeps rising.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Event or hazard?. Say it in your own words, then check understanding with a quick question: ask a pupil from the pre-teach group first, since they met these words and ideas before the lesson. Pupils try to recall before you re-explain.
Your class started with a photograph of a road torn apart by the Alaska earthquake of 1964 and one question: what is the difference between a natural event and a natural hazard? The answer is people. A natural hazard is a naturally occurring event that poses a risk to humans and property. The Earth shakes, rivers rise and storms spin whether or not anyone is there. If that happens in a remote area, far from people and property, geographers call it a natural event. It only counts as a hazard when it will have an impact on society.
The diagram you drew in your book shows this as two paths. Path one: a natural event, no people or property in the way, no hazard. Path two: the same natural event, but people and property are in its way, so it is a natural hazard and a possible disaster. The definition your class used goes one step further: a natural hazard officially becomes a natural disaster when it causes more than 10 deaths, injures more than 100 people, or does more than 16 million US dollars of damage.
Keep this idea for the whole unit. Later you will meet the idea that tectonic events are natural physical processes that nobody causes, yet they only become hazards when people and property are affected. Where people live, and how well protected they are, decides how severe the effects will be.
Tip: In a definition question, write both halves: a naturally occurring event AND the risk to people and property. Without the people, it is just an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groups of natural hazard. Say it in your own words, then check understanding with a quick question: ask a pupil from the pre-teach group first, since they met these words and ideas before the lesson. Pupils try to recall before you re-explain.
Natural hazards are sorted by what drives them. Geological hazards, also called geophysical hazards, are driven by the Earth's own internal energy: plate tectonics, volcanoes and seismic activity (earthquakes). Atmospheric hazards are driven by processes at work in the atmosphere: tropical storms and droughts. Hydrological hazards are driven by water bodies, mainly the oceans: floods, storm surges and tsunamis. Notice where a tsunami sits. It is set off by an undersea earthquake, which is geological, but the hazard that arrives on the coast is a wall of water, so it is classed as hydrological.
Your class looked at data on deaths from natural hazards in 2014. Hydrological hazards such as floods caused 66 % of the deaths, meteorological hazards such as storms 17 %, geophysical hazards such as earthquakes 11 % and climatological hazards such as drought 6 %. The data source splits the atmospheric group into two: meteorological (short-lived weather events) and climatological (long-lasting ones such as drought). Put together, atmospheric hazards caused 23 % of deaths that year, still well behind water.
This matters for exam answers. The deadliest hazards are not always the most dramatic ones. In 2014 far more people died in floods than in earthquakes, partly because flooding happens in more places, more often, and in the lowland areas where most people live.
Worked example — model it step by step, thinking aloud: The 2014 data gives deaths by hazard group as hydrological 66 %, meteorological 17 %, geophysical 11 % and climatological 6 %. Check that the data is complete, and find the share of deaths caused by atmospheric hazards. (1) Add the four percentages: 66 + 17 + 11 + 6 = 100. The data covers all deaths, so a pie chart or divided bar would be complete. (2) Atmospheric hazards are the meteorological and climatological groups together: 17 + 6 = 23 %. (3) Compare: hydrological 66 % is almost three times the atmospheric 23 %, and six times the geophysical 11 %. (4) In a divided bar chart of 10 cm, each 1 % is 1 mm, so the hydrological section is 66 mm long. Answer: The percentages total 100, so the data is complete. Atmospheric hazards caused 23 % of deaths in 2014..
Tip: When you present percentage data, check it adds to 100 before you draw anything. Geographers always check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groups of natural hazard. Say it in your own words, then check understanding with a quick question: ask a pupil from the pre-teach group first, since they met these words and ideas before the lesson. Pupils try to recall before you re-explain.
Natural hazards are sorted by what drives them. Geological hazards, also called geophysical hazards, are driven by the Earth's own internal energy: plate tectonics, volcanoes and seismic activity (earthquakes). Atmospheric hazards are driven by processes at work in the atmosphere: tropical storms and droughts. Hydrological hazards are driven by water bodies, mainly the oceans: floods, storm surges and tsunamis. Notice where a tsunami sits. It is set off by an undersea earthquake, which is geological, but the hazard that arrives on the coast is a wall of water, so it is classed as hydrological.
Your class looked at data on deaths from natural hazards in 2014. Hydrological hazards such as floods caused 66 % of the deaths, meteorological hazards such as storms 17 %, geophysical hazards such as earthquakes 11 % and climatological hazards such as drought 6 %. The data source splits the atmospheric group into two: meteorological (short-lived weather events) and climatological (long-lasting ones such as drought). Put together, atmospheric hazards caused 23 % of deaths that year, still well behind water.
This matters for exam answers. The deadliest hazards are not always the most dramatic ones. In 2014 far more people died in floods than in earthquakes, partly because flooding happens in more places, more often, and in the lowland areas where most people live.
Worked example — model it step by step, thinking aloud: The 2014 data gives deaths by hazard group as hydrological 66 %, meteorological 17 %, geophysical 11 % and climatological 6 %. Check that the data is complete, and find the share of deaths caused by atmospheric hazards. (1) Add the four percentages: 66 + 17 + 11 + 6 = 100. The data covers all deaths, so a pie chart or divided bar would be complete. (2) Atmospheric hazards are the meteorological and climatological groups together: 17 + 6 = 23 %. (3) Compare: hydrological 66 % is almost three times the atmospheric 23 %, and six times the geophysical 11 %. (4) In a divided bar chart of 10 cm, each 1 % is 1 mm, so the hydrological section is 66 mm long. Answer: The percentages total 100, so the data is complete. Atmospheric hazards caused 23 % of deaths in 2014..
Tip: When you present percentage data, check it adds to 100 before you draw anything. Geographers always check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groups of natural hazard. Say it in your own words, then check understanding with a quick question: ask a pupil from the pre-teach group first, since they met these words and ideas before the lesson. Pupils try to recall before you re-explain.
Natural hazards are sorted by what drives them. Geological hazards, also called geophysical hazards, are driven by the Earth's own internal energy: plate tectonics, volcanoes and seismic activity (earthquakes). Atmospheric hazards are driven by processes at work in the atmosphere: tropical storms and droughts. Hydrological hazards are driven by water bodies, mainly the oceans: floods, storm surges and tsunamis. Notice where a tsunami sits. It is set off by an undersea earthquake, which is geological, but the hazard that arrives on the coast is a wall of water, so it is classed as hydrological.
Your class looked at data on deaths from natural hazards in 2014. Hydrological hazards such as floods caused 66 % of the deaths, meteorological hazards such as storms 17 %, geophysical hazards such as earthquakes 11 % and climatological hazards such as drought 6 %. The data source splits the atmospheric group into two: meteorological (short-lived weather events) and climatological (long-lasting ones such as drought). Put together, atmospheric hazards caused 23 % of deaths that year, still well behind water.
This matters for exam answers. The deadliest hazards are not always the most dramatic ones. In 2014 far more people died in floods than in earthquakes, partly because flooding happens in more places, more often, and in the lowland areas where most people live.
Worked example — model it step by step, thinking aloud: The 2014 data gives deaths by hazard group as hydrological 66 %, meteorological 17 %, geophysical 11 % and climatological 6 %. Check that the data is complete, and find the share of deaths caused by atmospheric hazards. (1) Add the four percentages: 66 + 17 + 11 + 6 = 100. The data covers all deaths, so a pie chart or divided bar would be complete. (2) Atmospheric hazards are the meteorological and climatological groups together: 17 + 6 = 23 %. (3) Compare: hydrological 66 % is almost three times the atmospheric 23 %, and six times the geophysical 11 %. (4) In a divided bar chart of 10 cm, each 1 % is 1 mm, so the hydrological section is 66 mm long. Answer: The percentages total 100, so the data is complete. Atmospheric hazards caused 23 % of deaths in 2014..
Tip: When you present percentage data, check it adds to 100 before you draw anything. Geographers always check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Hazard risk, and why people accept it. Say it in your own words, then check understanding with a quick question: ask a pupil from the pre-teach group first, since they met these words and ideas before the lesson. Pupils try to recall before you re-explain.
Hazard risk is the probability of being affected by a natural event. It is not the same as the event itself: a huge volcano with nobody near it is a low risk, while a small flood through a crowded city is a high one. People raise their own hazard risk by living near rivers, on coasts or beside volcanoes. Why? Because they weigh up the costs and the benefits. The soil is fertile, the land is cheap, the jobs are there, the view is good, and because big events do not happen often, people decide to accept the risk. Some people have little choice: they live where they can afford to live.
Your class sorted the reasons people are exposed to hazards into factors, and then studied an exam-style question about human developments that increase the risk. The developments the model answer used were these. Cities grow onto floodplains to meet the demand for homes, which raises the flood risk. In poorer countries, informal housing is built on steep slopes, where heavy rain can bring mudflows that destroy houses. In Indonesia, farmers work the fertile slopes of active volcanoes, so an eruption can wipe out people and livelihoods. And pressure on land pushes settlement onto coasts, which brings tsunami risk, as around the Indian Ocean.
The stretch question asked why more people will be at risk in future. Build your answer from the same ideas: the world's population is growing, cities are growing fastest in the lowlands and on the coasts where hazards strike, and poverty pushes people onto the most dangerous land.
Tip: An explain question about human developments needs two specific developments and a clear link from each to the risk. A general point such as a bigger population scores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an exam question. Say it in your own words, then check understanding with a quick question: ask a pupil from the pre-teach group first, since they met these words and ideas before the lesson. Pupils try to recall before you re-explain.
Before you write, deconstruct the question. Find the command word: describe means say what is there; explain means give reasons, make clear how or why; assess or evaluate means weigh up and reach a judgement. Count the marks and work out how many minutes the question deserves, as your exam-question sheet asks you to do. Then list the five things your answer must include: key words, concepts, knowledge, examples and, for the high-tariff questions, a conclusion.
The four assessment objectives tell you what the examiner is looking for. AO1 is your knowledge of locations, places, processes and environments at different scales. AO2 is your understanding of concepts and how they link to that knowledge. AO3 is applying your knowledge and understanding to interpret, analyse and evaluate. AO4 is selecting and using skills and techniques, such as reading a map or a graph. A four-mark explain question is mostly AO1 and AO2; a nine-mark assess question leans on AO3.
Tip: Explain two developments (4 marks) is not a list. Two developments, each with a because, is the whole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groups, three drivers.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of natural hazards to what drives it.
Support — work through the steps with the group: (1) Look inside each group name. Geo means Earth, so geological hazards come from the Earth itself. (2) Atmosphere is the air around the planet, so atmospheric hazards are weather and climate events. (3) Hydro means water, so hydrological hazards are floods, surges and tsunamis. (4) Check the examples in each description against the group name before you confirm.
Parallel worked example for Support (model it, do not give the task answer): Match: a wildfire sweeping through dry forest; a hailstorm damaging crops. Choices: an atmospheric event; an event driven by heat and drought conditions on the land surface. A hailstorm forms in the atmosphere.; A wildfire needs dry conditions on the ground, so it is driven by what happens on the land surface.. Answer: Hailstorm: an atmospheric event. Wildfire: an event driven by heat and drought conditions on the land surface..
Core — reveal the hint only on request: Earth, air, water. Each group name tells you where the energy comes from.
Stretch — no help; when finished: A tsunami is triggered by an earthquake but classed as a hydrological hazard. Explain why geographers class it by the hazard that arrives, not by its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groups, three drivers.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of natural hazards to what drives it.
Support — work through the steps with the group: (1) Look inside each group name. Geo means Earth, so geological hazards come from the Earth itself. (2) Atmosphere is the air around the planet, so atmospheric hazards are weather and climate events. (3) Hydro means water, so hydrological hazards are floods, surges and tsunamis. (4) Check the examples in each description against the group name before you confirm.
Parallel worked example for Support (model it, do not give the task answer): Match: a wildfire sweeping through dry forest; a hailstorm damaging crops. Choices: an atmospheric event; an event driven by heat and drought conditions on the land surface. A hailstorm forms in the atmosphere.; A wildfire needs dry conditions on the ground, so it is driven by what happens on the land surface.. Answer: Hailstorm: an atmospheric event. Wildfire: an event driven by heat and drought conditions on the land surface..
Core — reveal the hint only on request: Earth, air, water. Each group name tells you where the energy comes from.
Stretch — no help; when finished: A tsunami is triggered by an earthquake but classed as a hydrological hazard. Explain why geographers class it by the hazard that arrives, not by its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2014 deaths data.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2014, hydrological hazards such as floods caused 66 % of all deaths from natural hazards. What percentage of deaths were caused by all the other groups together?
Support — work through the steps with the group: (1) Percentages of a whole always add to 100. (2) You know one part: hydrological is 66 %. (3) Everything else is the whole minus that part: 100 − 66. (4) Check against the data: meteorological 17 + geophysical 11 + climatological 6 should give the same answer.
Parallel worked example for Support (model it, do not give the task answer): In another year, atmospheric hazards caused 40 % of deaths. What percentage was caused by all the other groups together? The whole is 100 %.; Subtract the known part: 100 − 40 = 60.. Answer: 60 %.
Core — reveal the hint only on request: The four groups make the whole. Take the hydrological share away from 100.
Stretch — no help; when finished: Explain why floods killed far more people than earthquakes in 2014, using the ideas of frequency, where people live and hazard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2014 deaths data.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2014, hydrological hazards such as floods caused 66 % of all deaths from natural hazards. What percentage of deaths were caused by all the other groups together?
Support — work through the steps with the group: (1) Percentages of a whole always add to 100. (2) You know one part: hydrological is 66 %. (3) Everything else is the whole minus that part: 100 − 66. (4) Check against the data: meteorological 17 + geophysical 11 + climatological 6 should give the same answer.
Parallel worked example for Support (model it, do not give the task answer): In another year, atmospheric hazards caused 40 % of deaths. What percentage was caused by all the other groups together? The whole is 100 %.; Subtract the known part: 100 − 40 = 60.. Answer: 60 %.
Core — reveal the hint only on request: The four groups make the whole. Take the hydrological share away from 100.
Stretch — no help; when finished: Explain why floods killed far more people than earthquakes in 2014, using the ideas of frequency, where people live and hazard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geological (geophysical) natural hazard?
Answer: C   A volcanic eruption. Geological hazards are driven by the Earth's own internal energy: plate tectonics, volcanoes and earthquakes. Storms and drought are atmospheric; floods are hydrological.
Source of this question: gate item 1 re-asked (options rotated) — this chapter has no third quick-check module.
The ebook also holds task 3, "Why more people are at risk",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groups, three drivers. Reveal the answer; pupils mark their own work in a different colour, then read the "why" together. Same destination for every lane, so one answer serves the whole class.
Answer: Geological  →  B  Driven by energy from inside the Earth: plate tectonics, volcanoes and earthquakes; Atmospheric  →  C  Driven by processes at work in the atmosphere: tropical storms and droughts; Hydrological  →  A  Driven by water bodies, mainly the oceans: floods, storm surges and tsunamis
Why: Geological hazards are driven by the Earth's internal energy (earthquakes, volcanoes); atmospheric hazards by processes in the atmosphere (storms, droughts); hydrological hazards by water, mainly the oceans (floods, storm surges, tsunamis).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Reading the 2014 deaths data. Reveal the answer; pupils mark their own work in a different colour, then read the "why" together. Same destination for every lane, so one answer serves the whole class.
Answer: 34 %
Why: The four groups make up 100 % of deaths. Taking away the hydrological 66 % leaves 34 % for the rest, which matches 17 + 11 + 6.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A volcanic eruption
Why: Geological hazards are driven by the Earth's own internal energy: plate tectonics, volcanoes and earthquakes. Storms and drought are atmospheric; floods are hydrological.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Tectonic Hazards · AQA 8035</a:t>
            </a:r>
            <a:endParaRPr lang="en-US" sz="1800" dirty="0"/>
          </a:p>
        </p:txBody>
      </p:sp>
      <p:sp>
        <p:nvSpPr>
          <p:cNvPr id="10" name="deck-title"/>
          <p:cNvSpPr txBox="1"/>
          <p:nvPr/>
        </p:nvSpPr>
        <p:spPr>
          <a:xfrm>
            <a:off x="548640" y="213029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When does a natural event become a hazard?</a:t>
            </a:r>
            <a:endParaRPr lang="en-US" sz="3600" dirty="0"/>
          </a:p>
        </p:txBody>
      </p:sp>
      <p:sp>
        <p:nvSpPr>
          <p:cNvPr id="11" name="lessons-card"/>
          <p:cNvSpPr/>
          <p:nvPr/>
        </p:nvSpPr>
        <p:spPr>
          <a:xfrm>
            <a:off x="548640" y="3674618"/>
            <a:ext cx="5287975" cy="1638300"/>
          </a:xfrm>
          <a:prstGeom prst="roundRect">
            <a:avLst>
              <a:gd name="adj" fmla="val 4465"/>
            </a:avLst>
          </a:prstGeom>
          <a:solidFill>
            <a:srgbClr val="E2E9E4"/>
          </a:solidFill>
          <a:ln/>
        </p:spPr>
      </p:sp>
      <p:sp>
        <p:nvSpPr>
          <p:cNvPr id="12" name="lessons"/>
          <p:cNvSpPr txBox="1"/>
          <p:nvPr/>
        </p:nvSpPr>
        <p:spPr>
          <a:xfrm>
            <a:off x="685800" y="376605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Natural hazards: what they are and the three main groups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Hazard risk and the factors that increase it</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Why do tectonic hazards hurt some places far more than others, and how far can people reduce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geological (geophysical) natural hazard?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tropical storm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drought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river flood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volcanic eruption</a:t>
            </a:r>
            <a:endParaRPr lang="en-US" sz="24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natural event becomes a natural hazard when it poses a risk to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people and property  ·  the environment  ·  other natural events</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does hazard risk mean?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probability of being affected by a natural event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number of people killed by a natural event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cost of repairing damage after a natural event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size of a natural event on the Richter scale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volcanic eruption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 geological (geophysical) natural hazard?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Geological hazards are driven by the Earth's own internal energy: plate tectonics, volcanoes and earthquakes. Storms and drought are atmospheric; floods are hydrological.</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people and property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natural event becomes a natural hazard when it poses a risk to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natural hazard is a naturally occurring event that poses a risk to humans and property. Without people in its way, it is only a natural event.</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ADBBF"/>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probability of being affected by a natural event</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hazard risk mean?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Hazard risk is the probability (chance) of being affected by a natural event. People weigh this chance against the benefits of living in a place.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natural event</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happens in nature, such as an earthquake or a flood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earthquake in an empty desert is a natural event, not a hazard.</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natural hazard</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natural event that puts people and property at risk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same earthquake under a city is a natural hazard.</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hazard risk</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chance of being affected by a natural event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People who live near the coast accept a higher hazard risk.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geological</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driven by energy from inside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Earthquakes and volcanoes are geological hazards.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atmospheric</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driven by processes in the air around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Tropical storms and droughts are atmospheric hazards.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hydrological</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driven by water, mainly the oceans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Floods and tsunamis are hydrological hazards.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natural event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something that happens in nature.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earthquake, a flood or a storm is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natural event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no one lives nearby, it harms no 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becomes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natural hazard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when it puts people and property at risk.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three main groups of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natural hazard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Geological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hazards are driven by energy from inside the Earth, like earthquakes and volcanoes.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Atmospheric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hazards are driven by the air, like tropical storms and droughts.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Hydrological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hazards are driven by water, like floods and tsunamis.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Hazard risk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chance of being affected by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natural event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often accept the risk because the benefits of a place are great.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people have little choice about where they live.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As cities grow, more people live in risky places.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number of people at risk keeps rising.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Event or hazard?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a definition question, write both halves: a naturally occurring event AND the risk to people and property. Without the people, it is just an event.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class started with a photograph of a road torn apart by the Alaska earthquake of 1964 and one question: what is the difference between a natural event and a natural hazard?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diagram you drew in your book shows this as two paths.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Keep this idea for the whole unit. Later you will meet the idea that tectonic events are natural physical processes that nobody causes, yet they only become hazards when people and property are affected.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Three groups of natural hazard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present percentage data, check it adds to 100 before you draw anything. Geographers always check the total.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Natural hazards are sorted by what drives them. Geological hazards, also called geophysical hazards, are driven by the Earth's own internal energy: plate tectonics, volcanoes and seismic activity (earthquakes).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class looked at data on deaths from natural hazards in 2014.</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This matters for exam answers. The deadliest hazards are not always the most dramatic ones.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(1 of 2): Three groups of natural hazard</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2E9E4"/>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2014 data gives deaths by hazard group as hydrological 66 %, meteorological 17 %, geophysical 11 % and climatological 6 %. Check that the data is complete, and find the share of deaths caused by atmospheric hazards.</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the four percentages: 66 + 17 + 11 + 6 = 100. The data covers all deaths, so a pie chart or divided bar would be complete.</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106420"/>
            <a:ext cx="530352" cy="459285"/>
          </a:xfrm>
          <a:prstGeom prst="hexagon">
            <a:avLst/>
          </a:prstGeom>
          <a:solidFill>
            <a:srgbClr val="3F6B4A"/>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Atmospheric hazards are the meteorological and climatological groups together: 17 + 6 = 23 %.</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(2 of 2): Three groups of natural hazard</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2E9E4"/>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2014 data gives deaths by hazard group as hydrological 66 %, meteorological 17 %, geophysical 11 % and climatological 6 %. Check that the data is complete, and find the share of deaths caused by atmospheric hazards.</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hydrological 66 % is almost three times the atmospheric 23 %, and six times the geophysical 11 %.</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106420"/>
            <a:ext cx="530352" cy="459285"/>
          </a:xfrm>
          <a:prstGeom prst="hexagon">
            <a:avLst/>
          </a:prstGeom>
          <a:solidFill>
            <a:srgbClr val="3F6B4A"/>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a divided bar chart of 10 cm, each 1 % is 1 mm, so the hydrological section is 66 mm long.</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percentages total 100, so the data is complete. Atmospheric hazards caused 23 % of deaths in 2014.</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Hazard risk, and why people accept 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explain question about human developments needs two specific developments and a clear link from each to the risk. A general point such as a bigger population scores low.</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Hazard risk is the probability of being affected by a natural event.</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class sorted the reasons people are exposed to hazards into factors, and then studied an exam-style question about human developments that increase the risk.</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stretch question asked why more people will be at risk in future.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an exam question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Explain two developments (4 marks) is not a list. Two developments, each with a because, is the whole answer.</a:t>
            </a:r>
            <a:endParaRPr lang="en-US" sz="1800" dirty="0"/>
          </a:p>
        </p:txBody>
      </p:sp>
      <p:sp>
        <p:nvSpPr>
          <p:cNvPr id="11" name="point-card"/>
          <p:cNvSpPr/>
          <p:nvPr/>
        </p:nvSpPr>
        <p:spPr>
          <a:xfrm>
            <a:off x="548640" y="1389888"/>
            <a:ext cx="5410048" cy="3686048"/>
          </a:xfrm>
          <a:prstGeom prst="roundRect">
            <a:avLst>
              <a:gd name="adj" fmla="val 1488"/>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Before you write, deconstruct the question. Find the command word: describe means say what is there; explain means give reasons, make clear how or why; assess or evaluate means weigh up and reach a judgement.</a:t>
            </a:r>
            <a:endParaRPr lang="en-US" sz="2200" dirty="0"/>
          </a:p>
        </p:txBody>
      </p:sp>
      <p:sp>
        <p:nvSpPr>
          <p:cNvPr id="15" name="point-card"/>
          <p:cNvSpPr/>
          <p:nvPr/>
        </p:nvSpPr>
        <p:spPr>
          <a:xfrm>
            <a:off x="6233008" y="1389888"/>
            <a:ext cx="5410048" cy="3686048"/>
          </a:xfrm>
          <a:prstGeom prst="roundRect">
            <a:avLst>
              <a:gd name="adj" fmla="val 1488"/>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four assessment objectives tell you what the examiner is looking for.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Three groups, three drivers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group of natural hazards to what drives it.</a:t>
            </a:r>
            <a:endParaRPr lang="en-US" sz="2400" dirty="0"/>
          </a:p>
        </p:txBody>
      </p:sp>
      <p:sp>
        <p:nvSpPr>
          <p:cNvPr id="11" name="match-card"/>
          <p:cNvSpPr/>
          <p:nvPr/>
        </p:nvSpPr>
        <p:spPr>
          <a:xfrm>
            <a:off x="777240" y="2468331"/>
            <a:ext cx="3081437" cy="1103559"/>
          </a:xfrm>
          <a:prstGeom prst="roundRect">
            <a:avLst>
              <a:gd name="adj" fmla="val 6629"/>
            </a:avLst>
          </a:prstGeom>
          <a:solidFill>
            <a:srgbClr val="E6ECE7"/>
          </a:solidFill>
          <a:ln/>
        </p:spPr>
      </p:sp>
      <p:sp>
        <p:nvSpPr>
          <p:cNvPr id="12" name="match-hex"/>
          <p:cNvSpPr/>
          <p:nvPr/>
        </p:nvSpPr>
        <p:spPr>
          <a:xfrm>
            <a:off x="850392" y="2853818"/>
            <a:ext cx="384048" cy="332586"/>
          </a:xfrm>
          <a:prstGeom prst="hexagon">
            <a:avLst/>
          </a:prstGeom>
          <a:solidFill>
            <a:srgbClr val="3F6B4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Geological</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3EADB"/>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Driven by water bodies, mainly the oceans: floods, storm surges and tsunamis</a:t>
            </a:r>
            <a:endParaRPr lang="en-US" sz="2200" dirty="0"/>
          </a:p>
        </p:txBody>
      </p:sp>
      <p:sp>
        <p:nvSpPr>
          <p:cNvPr id="19" name="match-card"/>
          <p:cNvSpPr/>
          <p:nvPr/>
        </p:nvSpPr>
        <p:spPr>
          <a:xfrm>
            <a:off x="777240" y="3663330"/>
            <a:ext cx="3081437" cy="1103559"/>
          </a:xfrm>
          <a:prstGeom prst="roundRect">
            <a:avLst>
              <a:gd name="adj" fmla="val 6629"/>
            </a:avLst>
          </a:prstGeom>
          <a:solidFill>
            <a:srgbClr val="E6ECE7"/>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Atmospheric</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3EADB"/>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Driven by energy from inside the Earth: plate tectonics, volcanoes and earthquakes</a:t>
            </a:r>
            <a:endParaRPr lang="en-US" sz="2200" dirty="0"/>
          </a:p>
        </p:txBody>
      </p:sp>
      <p:sp>
        <p:nvSpPr>
          <p:cNvPr id="27" name="match-card"/>
          <p:cNvSpPr/>
          <p:nvPr/>
        </p:nvSpPr>
        <p:spPr>
          <a:xfrm>
            <a:off x="777240" y="4858329"/>
            <a:ext cx="3081437" cy="1103559"/>
          </a:xfrm>
          <a:prstGeom prst="roundRect">
            <a:avLst>
              <a:gd name="adj" fmla="val 6629"/>
            </a:avLst>
          </a:prstGeom>
          <a:solidFill>
            <a:srgbClr val="E6ECE7"/>
          </a:solidFill>
          <a:ln/>
        </p:spPr>
      </p:sp>
      <p:sp>
        <p:nvSpPr>
          <p:cNvPr id="28" name="match-hex"/>
          <p:cNvSpPr/>
          <p:nvPr/>
        </p:nvSpPr>
        <p:spPr>
          <a:xfrm>
            <a:off x="850392" y="5243816"/>
            <a:ext cx="384048" cy="332586"/>
          </a:xfrm>
          <a:prstGeom prst="hexagon">
            <a:avLst/>
          </a:prstGeom>
          <a:solidFill>
            <a:srgbClr val="3F6B4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Hydrological</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3EADB"/>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Driven by processes at work in the atmosphere: tropical storms and droughts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Three groups, three drivers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Three groups, three drivers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inside each group name. Geo means Earth, so geological hazards come from the Earth itself.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Atmosphere is the air around the planet, so atmospheric hazards are weather and climate events.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Hydro means water, so hydrological hazards are floods, surges and tsunamis.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examples in each description against the group name before you confirm.</a:t>
            </a:r>
            <a:endParaRPr lang="en-US" sz="18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Earth, air, water. Each group name tells you where the energy comes from.</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tsunami is triggered by an earthquake but classed as a hydrological hazard. Explain why geographers class it by the hazard that arrives, not by its trigger.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Reading the 2014 deaths data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In 2014, hydrological hazards such as floods caused 66 % of all deaths from natural hazards. What percentage of deaths were caused by all the other groups together?</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Reading the 2014 deaths data</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Reading the 2014 deaths data</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Percentages of a whole always add to 100.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know one part: hydrological is 66 %.</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Everything else is the whole minus that part: 100 − 66.</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against the data: meteorological 17 + geophysical 11 + climatological 6 should give the same answer.</a:t>
            </a:r>
            <a:endParaRPr lang="en-US" sz="1800" dirty="0"/>
          </a:p>
        </p:txBody>
      </p:sp>
      <p:sp>
        <p:nvSpPr>
          <p:cNvPr id="17" name="col-Core"/>
          <p:cNvSpPr/>
          <p:nvPr/>
        </p:nvSpPr>
        <p:spPr>
          <a:xfrm>
            <a:off x="5490762" y="2395728"/>
            <a:ext cx="2938987" cy="3749040"/>
          </a:xfrm>
          <a:prstGeom prst="roundRect">
            <a:avLst>
              <a:gd name="adj" fmla="val 1867"/>
            </a:avLst>
          </a:prstGeom>
          <a:solidFill>
            <a:srgbClr val="CB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four groups make the whole. Take the hydrological share away from 100.</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floods killed far more people than earthquakes in 2014, using the ideas of frequency, where people live and hazard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geological (geophysical) natural hazard?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drought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river flood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volcanic eruption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tropical storm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Three groups, three drivers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Geological  →  B  Driven by energy from inside the Earth: plate tectonics, volcanoes and earthquakes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Atmospheric  →  C  Driven by processes at work in the atmosphere: tropical storms and droughts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Hydrological  →  A  Driven by water bodies, mainly the oceans: floods, storm surges and tsunamis</a:t>
            </a:r>
            <a:endParaRPr lang="en-US" sz="24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Geological hazards are driven by the Earth's internal energy (earthquakes, volcanoes); atmospheric hazards by processes in the atmosphere (storms, droughts); hydrological hazards by water, mainly the oceans (floods, storm surges, tsunamis).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Reading the 2014 deaths data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2014, hydrological hazards such as floods caused 66 % of all deaths from natural hazards. What percentage of deaths were caused by all the other groups together?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34 %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four groups make up 100 % of deaths. Taking away the hydrological 66 % leaves 34 % for the rest, which matches 17 + 11 + 6.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geological (geophysical) natural hazard?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volcanic eruption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Geological hazards are driven by the Earth's own internal energy: plate tectonics, volcanoes and earthquakes. Storms and drought are atmospheric; floods are hydrological.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Tectonic Hazards · Chapter 1: When does a natural event become a hazard?</dc:title>
  <dc:subject>Geography · Year 11</dc:subject>
  <dc:creator>Dr Vitor Merissi de Carvalho</dc:creator>
  <cp:lastModifiedBy>Dr Vitor Merissi de Carvalho</cp:lastModifiedBy>
  <cp:revision>1</cp:revision>
  <dcterms:created xsi:type="dcterms:W3CDTF">2026-10-19T16:22:57Z</dcterms:created>
  <dcterms:modified xsi:type="dcterms:W3CDTF">2026-10-19T16:22:57Z</dcterms:modified>
</cp:coreProperties>
</file>