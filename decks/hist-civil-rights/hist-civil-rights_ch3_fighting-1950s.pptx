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c37980-31bd-32d7-afec-c2c85efe1679}">
          <p14:sldIdLst>
            <p14:sldId id="256"/>
          </p14:sldIdLst>
        </p14:section>
        <p14:section name="Gate" id="{b684abe0-d572-50d6-876f-54a9d40c7a2b}">
          <p14:sldIdLst>
            <p14:sldId id="257"/>
            <p14:sldId id="258"/>
          </p14:sldIdLst>
        </p14:section>
        <p14:section name="Pre-teach" id="{b2f85d80-cf7d-a0a5-1cee-cf25ca636c61}">
          <p14:sldIdLst>
            <p14:sldId id="259"/>
            <p14:sldId id="260"/>
          </p14:sldIdLst>
        </p14:section>
        <p14:section name="Read-along" id="{0e3fe6a3-20e6-3bc7-d98e-e8ddaefff823}">
          <p14:sldIdLst>
            <p14:sldId id="261"/>
            <p14:sldId id="262"/>
          </p14:sldIdLst>
        </p14:section>
        <p14:section name="Teach" id="{fdc6630d-3d73-1013-6510-0613c2a8b6fc}">
          <p14:sldIdLst>
            <p14:sldId id="263"/>
            <p14:sldId id="264"/>
            <p14:sldId id="265"/>
            <p14:sldId id="266"/>
            <p14:sldId id="267"/>
            <p14:sldId id="268"/>
          </p14:sldIdLst>
        </p14:section>
        <p14:section name="Routes" id="{47f8a7b0-cccc-05f5-3833-3faa553c4a35}">
          <p14:sldIdLst>
            <p14:sldId id="269"/>
            <p14:sldId id="270"/>
            <p14:sldId id="271"/>
            <p14:sldId id="272"/>
            <p14:sldId id="273"/>
          </p14:sldIdLst>
        </p14:section>
        <p14:section name="Close" id="{2522a00c-4c80-460f-72d3-d3f2fdc20983}">
          <p14:sldIdLst>
            <p14:sldId id="274"/>
          </p14:sldIdLst>
        </p14:section>
        <p14:section name="Answers" id="{4bf98a03-0dc7-6850-3183-8c4d7dc41578}">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Fighting segregation in the 1950s: the Brown case, Rosa Parks and the Little Rock Nine. How Black families used the Supreme Court to break separate but equal, how Montgomery's Black residents emptied the buses for a year, and how nine students walked into a white high school.
This deck covers the department's lesson: 2 (Fighting Against Segregation in the 1950s: How did Rosa Parks and the Little Rock Nine try to end segregation, and how significant were they?).
Read the big question aloud: "How did Black Americans win their civil rights, and which campaigns and leaders mattered most?"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the people of Montgomery do in the bus boycott of 1955 and 1956?  →  D   Black residents refused to ride the buses until segregation on them ended
2. In 1954 the Supreme Court ruled that ___ but equal schools were illegal.  →  separate
3. In which year did nine Black students enter the white high school at Little Rock, Arkansas?  →  1957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Black residents refused to ride the buses until segregation on them ended. A boycott means refusing to use something in order to force a change. Montgomery's Black residents stopped riding the buses altogether until segregation on them ended.
2. separate. Separate but equal was the 1896 rule that let states run segregated schools. In 1954 the Supreme Court ruled it illegal.
3. 1957. The Supreme Court ruling came in 1954; Little Rock integrated three years later, in 1957, and the President had to send the Army.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Supreme Court: the highest court in America, which decides what the law is. Example: "The Supreme Court can rule that a law passed by a state is illegal."
• separate but equal: the rule that segregation was legal if both races got the same facilities. Example: "Separate but equal was the excuse, but Black schools were never given equal money."
• boycott: refusing to buy or use something in order to force a change. Example: "A boycott works best when the people refusing are the business's biggest customers."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integration: bringing people of different races together in the same place. Example: "Integration of the high school at Little Rock needed soldiers to protect nine students."
• NAACP: the National Association for the Advancement of Coloured People. Example: "The NAACP found lawyers and money so that ordinary families could take segregation to court."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 1896 the Supreme Court ruled that segregation was legal.
2. It only had to be separate but equal.
3. In practice, Black schools were far worse than white schools.
4. In 1951 Oliver Brown tried to enrol his daughter at a nearby school.
5. She was sent to a segregated school miles from home instead.
6. Twelve other families joined the Browns and took the case to court.
7. The NAACP chose a Black lawyer, Thurgood Marshall, to argue for them.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 May 1954 the Supreme Court ruled separate but equal illegal.
9. In December 1955 Rosa Parks refused to give up her bus seat.
10. She was arrested, and Montgomery's Black residents stopped using the buses.
11. They stayed off for over a year, and the bus companies nearly failed.
12. In 1957 nine Black students entered a white high school in Arkansas.
13. Soldiers had to be sent so that they could reach their lessons.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Separate but equal, and the family that broke it. Say it in your own words, then check understanding with a quick question: ask a pupil from the pre-teach group first, since they met these words and ideas before the lesson. Pupils try to recall before you re-explain.
In 1950s America, schools were supposed to be separate but equal. Black and white children would be taught in different schools, but each school was supposed to offer the same level of education and the same facilities. The idea came from the Supreme Court, the court with the highest authority in America, which decides what the law is. In the case of Plessy vs Ferguson in 1896, the Supreme Court ruled that segregation was legal so long as the separate facilities and the treatment of white and Black people were the same. That ruling is what made segregated schools lawful for the next fifty-eight years.
It never worked as written. Black schools received very poor levels of education, as you saw in the last chapter, because white schools were given far more public money. In 1951 a man named Oliver Brown tried to enrol his daughter at a primary school in Kansas, and she was refused and sent instead to a segregated school for Black children miles from their home. The Brown family and twelve other Black families from Kansas appealed against the decision, arguing that it was illegal.
They did not do it alone. The NAACP, the National Association for the Advancement of Coloured People, represented the families and took the appeal to the Supreme Court, and chose a Black lawyer, Thurgood Marshall, to argue it. In May 1954 the Supreme Court ruled that the Browns and the other twelve families could not lawfully be denied access to white schools. With that ruling, separate but equal schooling became illegal, and the way was open for schools to integrate. Marshall himself made history again in 1967, when he became the first Black person appointed to the Supreme Court.
Tip: Hold the two Supreme Court cases as a pair: Plessy vs Ferguson in 1896 made segregation legal; Brown vs Board of Education in 1954 made segregated schooling illegal. Same court, opposite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Rosa Parks and the Montgomery Bus Boycott. Say it in your own words, then check understanding with a quick question: ask a pupil from the pre-teach group first, since they met these words and ideas before the lesson. Pupils try to recall before you re-explain.
Rosa Parks lived in Alabama, a Southern state whose laws promoted segregation. In Montgomery, the front seats on the buses were reserved for white passengers. Parks was not a bystander who happened to be tired: she had been active in the Civil Rights movement since 1943, when she became the secretary of her local NAACP branch.
On 1 December 1955 she refused to give up her seat, and she was arrested. The Civil Rights movement in Montgomery answered on 5 December 1955 by starting a bus boycott: Black residents refused to ride the buses at all until segregation on them ended. Because Black passengers paid a large share of the bus companies' income, the boycott bit hard, and the companies came close to bankruptcy. It held for more than a year, until 20 December 1956, with people walking, sharing cars and organising lifts the whole time.
Two things came out of it besides desegregated buses. Rosa Parks is often called the mother of the Civil Rights movement, and she became a role model for African Americans. And a young local minister, Martin Luther King, became a national leader during the campaign. The boycott is also usually counted as the start of non-violent direct action: Black Americans doing something themselves, peacefully, to secure their civil rights.
Worked example — model it step by step, thinking aloud: How significant was the Montgomery Bus Boycott? Write the opening of a PEE paragraph. (1) Point: the Montgomery Bus Boycott, from 1955 to 1956, was a significant moment in the Civil Rights movement. (2) Evidence: Black residents stayed off the buses for over a year, the companies nearly went bankrupt, and segregation on Montgomery's buses was ended. (3) Explain: this shows the boycott was significant because it proved that organised, peaceful action by Black Americans could force a change in the law. (4) Now add the other side, because the question says how significant: however, the win was local, and it changed only the buses in one city. Answer: Point, evidence, explain, then the counter-argument: an organised year-long boycott desegregated Montgomery's buses and proved non-violent direct action worked, but the victory itself covered only one city's buses..
Tip: In a significance question, never write only the strong side. Give your judgement, the evidence for it, and then the strongest argument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Rosa Parks and the Montgomery Bus Boycott. Say it in your own words, then check understanding with a quick question: ask a pupil from the pre-teach group first, since they met these words and ideas before the lesson. Pupils try to recall before you re-explain.
Rosa Parks lived in Alabama, a Southern state whose laws promoted segregation. In Montgomery, the front seats on the buses were reserved for white passengers. Parks was not a bystander who happened to be tired: she had been active in the Civil Rights movement since 1943, when she became the secretary of her local NAACP branch.
On 1 December 1955 she refused to give up her seat, and she was arrested. The Civil Rights movement in Montgomery answered on 5 December 1955 by starting a bus boycott: Black residents refused to ride the buses at all until segregation on them ended. Because Black passengers paid a large share of the bus companies' income, the boycott bit hard, and the companies came close to bankruptcy. It held for more than a year, until 20 December 1956, with people walking, sharing cars and organising lifts the whole time.
Two things came out of it besides desegregated buses. Rosa Parks is often called the mother of the Civil Rights movement, and she became a role model for African Americans. And a young local minister, Martin Luther King, became a national leader during the campaign. The boycott is also usually counted as the start of non-violent direct action: Black Americans doing something themselves, peacefully, to secure their civil rights.
Worked example — model it step by step, thinking aloud: How significant was the Montgomery Bus Boycott? Write the opening of a PEE paragraph. (1) Point: the Montgomery Bus Boycott, from 1955 to 1956, was a significant moment in the Civil Rights movement. (2) Evidence: Black residents stayed off the buses for over a year, the companies nearly went bankrupt, and segregation on Montgomery's buses was ended. (3) Explain: this shows the boycott was significant because it proved that organised, peaceful action by Black Americans could force a change in the law. (4) Now add the other side, because the question says how significant: however, the win was local, and it changed only the buses in one city. Answer: Point, evidence, explain, then the counter-argument: an organised year-long boycott desegregated Montgomery's buses and proved non-violent direct action worked, but the victory itself covered only one city's buses..
Tip: In a significance question, never write only the strong side. Give your judgement, the evidence for it, and then the strongest argument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Rosa Parks and the Montgomery Bus Boycott. Say it in your own words, then check understanding with a quick question: ask a pupil from the pre-teach group first, since they met these words and ideas before the lesson. Pupils try to recall before you re-explain.
Rosa Parks lived in Alabama, a Southern state whose laws promoted segregation. In Montgomery, the front seats on the buses were reserved for white passengers. Parks was not a bystander who happened to be tired: she had been active in the Civil Rights movement since 1943, when she became the secretary of her local NAACP branch.
On 1 December 1955 she refused to give up her seat, and she was arrested. The Civil Rights movement in Montgomery answered on 5 December 1955 by starting a bus boycott: Black residents refused to ride the buses at all until segregation on them ended. Because Black passengers paid a large share of the bus companies' income, the boycott bit hard, and the companies came close to bankruptcy. It held for more than a year, until 20 December 1956, with people walking, sharing cars and organising lifts the whole time.
Two things came out of it besides desegregated buses. Rosa Parks is often called the mother of the Civil Rights movement, and she became a role model for African Americans. And a young local minister, Martin Luther King, became a national leader during the campaign. The boycott is also usually counted as the start of non-violent direct action: Black Americans doing something themselves, peacefully, to secure their civil rights.
Worked example — model it step by step, thinking aloud: How significant was the Montgomery Bus Boycott? Write the opening of a PEE paragraph. (1) Point: the Montgomery Bus Boycott, from 1955 to 1956, was a significant moment in the Civil Rights movement. (2) Evidence: Black residents stayed off the buses for over a year, the companies nearly went bankrupt, and segregation on Montgomery's buses was ended. (3) Explain: this shows the boycott was significant because it proved that organised, peaceful action by Black Americans could force a change in the law. (4) Now add the other side, because the question says how significant: however, the win was local, and it changed only the buses in one city. Answer: Point, evidence, explain, then the counter-argument: an organised year-long boycott desegregated Montgomery's buses and proved non-violent direct action worked, but the victory itself covered only one city's buses..
Tip: In a significance question, never write only the strong side. Give your judgement, the evidence for it, and then the strongest argument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significant was the boycott? Both sides. Say it in your own words, then check understanding with a quick question: ask a pupil from the pre-teach group first, since they met these words and ideas before the lesson. Pupils try to recall before you re-explain.
Your lesson gives you a set of statements to sort into significant and not significant, and the exercise is worth doing carefully, because the evidence really does point both ways. On the significant side: it was one of the first major wins of the movement and it inspired mass protests elsewhere; the bus companies nearly went bankrupt, which showed how important Black customers were to the American economy; it was the start of non-violent direct action; Martin Luther King became a national leader during it; and Rosa Parks became a role model across the country.
On the other side: it was a local campaign that affected only the bus companies of Montgomery, Alabama. Only the buses were desegregated; segregation continued in every other part of American life. It was not even the NAACP's first victory, since the Brown vs Board decision of 1954 had already ruled segregated education unlawful. And it did not change the economic position of Black Americans, who remained the poorest group in American society right through the twentieth century.
There was also a backlash, which belongs on the not-significant side of the ledger but tells you something on its own. When the boycott ended, stones were thrown at the buses and snipers shot at them. Some white residents refused to sit next to or behind Black passengers, and some went as far as setting up a private club to transport white citizens. A law can be changed faster than the people who have to live under it.
Tip: A good significance answer weighs the two sides and then decides. Pick the one argument on each side you find most convincing, and say why it convinces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Little Rock Nine. Say it in your own words, then check understanding with a quick question: ask a pupil from the pre-teach group first, since they met these words and ideas before the lesson. Pupils try to recall before you re-explain.
The Little Rock Nine were nine students trying to go to high school in Arkansas, another Southern state. Segregation had existed in Southern schools for many years under separate but equal, and in practice Black schools received very poor levels of education. The 1954 Supreme Court ruling changed the law, but changing the law is not the same as opening the door.
In 1957 the local NAACP and the Little Rock Board of Education agreed at last to integrate the city's white high school, teaching white and Black pupils together. It was not a straightforward task. The local government and local people did not welcome the students, and in the end the President had to send in the Army so that nine teenagers could get into their lessons.
That is why the Little Rock Nine matter twice over. What they achieved was the first integration of a Southern high school. What they represented was proof that Black Americans would use the new law, and that the federal government could be made to enforce it against a state that refused.
Tip: When you compare Rosa Parks with the Little Rock Nine, compare like with like: what each achieved, who each forced to act, and how far the win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1950s,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moments of the 1950s fight against segregation in order.
Support — work through the steps with the group: (1) Two of these are about schools and two are about buses. Sort them into those two pairs first. (2) Within the bus pair, the refusal must come before the boycott it started. (3) Within the school pair, the court ruling must come before any school opened its doors. (4) Now interleave: the ruling, then the refusal, then the end of the boycott, then the school.
Parallel worked example for Support (model it, do not give the task answer): Put these steps of a school trip in order: the trip takes place; a letter goes home; the coach is booked; parents return their permission slips. Nothing starts until the letter goes home.; Then parents return the slips.; Then the coach can be booked for the right number.; Then the trip takes place.. Answer: a letter goes home; parents return their permission slips; the coach is booked; the trip takes place.
Core — reveal the hint only on request: A court ruling comes before the schools that use it; an arrest comes before the boycott it sets off.
Stretch — no help; when finished: Explain why the Little Rock integration happened three years after the ruling that made it legal, and what that gap shows about how change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1950s,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moments of the 1950s fight against segregation in order.
Support — work through the steps with the group: (1) Two of these are about schools and two are about buses. Sort them into those two pairs first. (2) Within the bus pair, the refusal must come before the boycott it started. (3) Within the school pair, the court ruling must come before any school opened its doors. (4) Now interleave: the ruling, then the refusal, then the end of the boycott, then the school.
Parallel worked example for Support (model it, do not give the task answer): Put these steps of a school trip in order: the trip takes place; a letter goes home; the coach is booked; parents return their permission slips. Nothing starts until the letter goes home.; Then parents return the slips.; Then the coach can be booked for the right number.; Then the trip takes place.. Answer: a letter goes home; parents return their permission slips; the coach is booked; the trip takes place.
Core — reveal the hint only on request: A court ruling comes before the schools that use it; an arrest comes before the boycott it sets off.
Stretch — no help; when finished: Explain why the Little Rock integration happened three years after the ruling that made it legal, and what that gap shows about how change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significant was the Montgomery Bus Boycott?.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significant was the Montgomery Bus Boycott? Give your judgement, the evidence for it, and the strongest argument against it. Write one paragraph of five to seven sentences.
Support — work through the steps with the group: (1) Decide first: significant, or not significant? You can say significant in some ways and not others. (2) Sentence 1: The Montgomery Bus Boycott was [significant / not significant] because... (3) Sentences 2 and 3: two pieces of evidence. Choose from the year-long boycott, the near-bankruptcy, the end of bus segregation, King becoming a national leader, Parks as a role model. (4) Sentence 4: start with However and give the strongest argument against: the campaign was local, and only the buses changed. (5) Last sentence: return to your judgement and say why the evidence still points that way.
Parallel worked example for Support (model it, do not give the task answer): How significant was the Brown vs Board ruling of 1954? Write a three-sentence judgement. Judgement: it was highly significant, because it removed the legal basis of school segregation.; Evidence: separate but equal had stood since 1896, and the ruling struck it down for every state at once.; Counter-argument and return: however, Little Rock in 1957 showed that states would still resist, so the ruling was a necessary beginning rather than the end.. Answer: Highly significant, because it struck down a rule that had stood since 1896 for every state at once, even though states still had to be forced to obey it..
Core — reveal the hint only on request: Judgement, two pieces of evidence, one However, then back to your judgement. Explain what the evidence shows; do not just list it.
Stretch — no help; when finished: Your lesson asks you to rate the boycott's impact from 1 to 5. Give it a rating, and defend it against the rating you think a classmate would most likely choose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significant was the Montgomery Bus Boycott?.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significant was the Montgomery Bus Boycott? Give your judgement, the evidence for it, and the strongest argument against it. Write one paragraph of five to seven sentences.
Support — work through the steps with the group: (1) Decide first: significant, or not significant? You can say significant in some ways and not others. (2) Sentence 1: The Montgomery Bus Boycott was [significant / not significant] because... (3) Sentences 2 and 3: two pieces of evidence. Choose from the year-long boycott, the near-bankruptcy, the end of bus segregation, King becoming a national leader, Parks as a role model. (4) Sentence 4: start with However and give the strongest argument against: the campaign was local, and only the buses changed. (5) Last sentence: return to your judgement and say why the evidence still points that way.
Parallel worked example for Support (model it, do not give the task answer): How significant was the Brown vs Board ruling of 1954? Write a three-sentence judgement. Judgement: it was highly significant, because it removed the legal basis of school segregation.; Evidence: separate but equal had stood since 1896, and the ruling struck it down for every state at once.; Counter-argument and return: however, Little Rock in 1957 showed that states would still resist, so the ruling was a necessary beginning rather than the end.. Answer: Highly significant, because it struck down a rule that had stood since 1896 for every state at once, even though states still had to be forced to obey it..
Core — reveal the hint only on request: Judgement, two pieces of evidence, one However, then back to your judgement. Explain what the evidence shows; do not just list it.
Stretch — no help; when finished: Your lesson asks you to rate the boycott's impact from 1 to 5. Give it a rating, and defend it against the rating you think a classmate would most likely choose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significant was the Montgomery Bus Boycott?.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significant was the Montgomery Bus Boycott? Give your judgement, the evidence for it, and the strongest argument against it. Write one paragraph of five to seven sentences.
Support — work through the steps with the group: (1) Decide first: significant, or not significant? You can say significant in some ways and not others. (2) Sentence 1: The Montgomery Bus Boycott was [significant / not significant] because... (3) Sentences 2 and 3: two pieces of evidence. Choose from the year-long boycott, the near-bankruptcy, the end of bus segregation, King becoming a national leader, Parks as a role model. (4) Sentence 4: start with However and give the strongest argument against: the campaign was local, and only the buses changed. (5) Last sentence: return to your judgement and say why the evidence still points that way.
Parallel worked example for Support (model it, do not give the task answer): How significant was the Brown vs Board ruling of 1954? Write a three-sentence judgement. Judgement: it was highly significant, because it removed the legal basis of school segregation.; Evidence: separate but equal had stood since 1896, and the ruling struck it down for every state at once.; Counter-argument and return: however, Little Rock in 1957 showed that states would still resist, so the ruling was a necessary beginning rather than the end.. Answer: Highly significant, because it struck down a rule that had stood since 1896 for every state at once, even though states still had to be forced to obey it..
Core — reveal the hint only on request: Judgement, two pieces of evidence, one However, then back to your judgement. Explain what the evidence shows; do not just list it.
Stretch — no help; when finished: Your lesson asks you to rate the boycott's impact from 1 to 5. Give it a rating, and defend it against the rating you think a classmate would most likely choose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Supreme Court made separate but equal lawful in 1896 and ruled it illegal in 1954. For how many years did that rule stand?
Answer: 58 years. 1954 − 1896 = 58. Separate but equal was settled law for fifty-eight years, so the NAACP was not asking the court to fill a gap but to reverse itself, which is why the Brown case took years of preparation.
Source of this question: module 3 task ("How long did separate but equal last?")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1950s, in order. Reveal the answer; pupils mark their own work in a different colour, then read the "why" together. Same destination for every lane, so one answer serves the whole class.
Answer: The Supreme Court rules that separate but equal schools are illegal (1954)  (D); Rosa Parks refuses to give up her seat on a bus in Montgomery (1955)  (C); The Montgomery Bus Boycott ends after more than a year (1956)  (B); Nine Black students enter the white high school at Little Rock, Arkansas (1957)  (A)
Why: Brown vs Board in 1954 made segregated schooling illegal; Rosa Parks's refusal in December 1955 set off the boycott; the boycott ended in December 1956; and in 1957 nine students used the 1954 ruling to enter the high school at Little Rock, with the Army sent in to make it possible.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significant was the Montgomery Bus Boycott?. Reveal the answer; pupils mark their own work in a different colour, then read the "why" together. Same destination for every lane, so one answer serves the whole class.
Answer: I state a clear judgement about how significant the boycott was.; I give at least two pieces of evidence from the chapter to support it.; I give the strongest argument on the other side, using however or although.; I explain what my evidence shows, rather than only listing it.; I end by returning to my judgement and saying why I still hold it.
Why: The strongest case for significance is not the buses but the method: a year of organised non-violent direct action that worked, and that gave the movement a template and a national leader. The strongest case against is scale: one city, one service, with segregation untouched everywhere else.
Model answer: The Montgomery Bus Boycott was a significant moment in the Civil Rights movement, although its direct result was small. Black residents of Montgomery stayed off the buses from December 1955 to December 1956, and because they paid a large share of the fares the companies came close to bankruptcy, which forced the end of segregation on those buses. This shows it was significant because it proved that organised, peaceful action by Black Americans could change a law, and it was that proof, rather than the buses themselves, that inspired protests elsewhere. It also made Martin Luther King a national leader and Rosa Parks a role model across the country. However, the campaign was local: only the buses of one city in Alabama were desegregated, and segregation continued everywhere else, while Black Americans remained the poorest group in American society through the whole twentieth century. I still judge it significant, because it gave the movement a method that worked and a leader who could use it, and both mattered far beyond Montgomery.
Success criteria: I state a clear judgement about how significant the boycott was.; I give at least two pieces of evidence from the chapter to support it.; I give the strongest argument on the other side, using however or although.; I explain what my evidence shows, rather than only listing it.; I end by returning to my judgement and saying why I still hold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significant was the Montgomery Bus Boycott?. Reveal the answer; pupils mark their own work in a different colour, then read the "why" together. Same destination for every lane, so one answer serves the whole class.
Answer: I state a clear judgement about how significant the boycott was.; I give at least two pieces of evidence from the chapter to support it.; I give the strongest argument on the other side, using however or although.; I explain what my evidence shows, rather than only listing it.; I end by returning to my judgement and saying why I still hold it.
Why: The strongest case for significance is not the buses but the method: a year of organised non-violent direct action that worked, and that gave the movement a template and a national leader. The strongest case against is scale: one city, one service, with segregation untouched everywhere else.
Model answer: The Montgomery Bus Boycott was a significant moment in the Civil Rights movement, although its direct result was small. Black residents of Montgomery stayed off the buses from December 1955 to December 1956, and because they paid a large share of the fares the companies came close to bankruptcy, which forced the end of segregation on those buses. This shows it was significant because it proved that organised, peaceful action by Black Americans could change a law, and it was that proof, rather than the buses themselves, that inspired protests elsewhere. It also made Martin Luther King a national leader and Rosa Parks a role model across the country. However, the campaign was local: only the buses of one city in Alabama were desegregated, and segregation continued everywhere else, while Black Americans remained the poorest group in American society through the whole twentieth century. I still judge it significant, because it gave the movement a method that worked and a leader who could use it, and both mattered far beyond Montgomery.
Success criteria: I state a clear judgement about how significant the boycott was.; I give at least two pieces of evidence from the chapter to support it.; I give the strongest argument on the other side, using however or although.; I explain what my evidence shows, rather than only listing it.; I end by returning to my judgement and saying why I still hold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58 years
Why: 1954 − 1896 = 58. Separate but equal was settled law for fifty-eight years, so the NAACP was not asking the court to fill a gap but to reverse itself, which is why the Brown case took years of preparation.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US Civil Rights · AQA KS3 → 8145</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Fighting segregation in the 1950s: the Brown case, Rosa Parks and the Little Rock Nine</a:t>
            </a:r>
            <a:endParaRPr lang="en-US" sz="2800" dirty="0"/>
          </a:p>
        </p:txBody>
      </p:sp>
      <p:sp>
        <p:nvSpPr>
          <p:cNvPr id="11" name="lessons-card"/>
          <p:cNvSpPr/>
          <p:nvPr/>
        </p:nvSpPr>
        <p:spPr>
          <a:xfrm>
            <a:off x="548640" y="4102608"/>
            <a:ext cx="5287975" cy="980440"/>
          </a:xfrm>
          <a:prstGeom prst="roundRect">
            <a:avLst>
              <a:gd name="adj" fmla="val 7461"/>
            </a:avLst>
          </a:prstGeom>
          <a:solidFill>
            <a:srgbClr val="F2EDE9"/>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Fighting Against Segregation in the 1950s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did Black Americans win their civil rights, and which campaigns and leaders mattered most?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did the people of Montgomery do in the bus boycott of 1955 and 1956?</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took the bus company to the Supreme Court instead of protesting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refused to pay the fares but kept travelling on the buses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asked white passengers to give up the front seats voluntarily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Black residents refused to ride the buses until segregation on them ended</a:t>
            </a:r>
            <a:endParaRPr lang="en-US" sz="1800" dirty="0"/>
          </a:p>
        </p:txBody>
      </p:sp>
      <p:sp>
        <p:nvSpPr>
          <p:cNvPr id="12" name="card"/>
          <p:cNvSpPr/>
          <p:nvPr/>
        </p:nvSpPr>
        <p:spPr>
          <a:xfrm>
            <a:off x="6095848"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1954 the Supreme Court ruled that ___ but equal schools were illegal.</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separate  ·  private  ·  distant</a:t>
            </a:r>
            <a:endParaRPr lang="en-US" sz="2200" dirty="0"/>
          </a:p>
        </p:txBody>
      </p:sp>
      <p:sp>
        <p:nvSpPr>
          <p:cNvPr id="17"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nine Black students enter the white high school at Little Rock, Arkansas?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Black residents refused to ride the buses until segregation on them ended</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did the people of Montgomery do in the bus boycott of 1955 and 1956?</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boycott means refusing to use something in order to force a change. Montgomery's Black residents stopped riding the buses altogether until segregation on them ended.</a:t>
            </a:r>
            <a:endParaRPr lang="en-US" sz="2000" dirty="0"/>
          </a:p>
        </p:txBody>
      </p:sp>
      <p:sp>
        <p:nvSpPr>
          <p:cNvPr id="14" name="card"/>
          <p:cNvSpPr/>
          <p:nvPr/>
        </p:nvSpPr>
        <p:spPr>
          <a:xfrm>
            <a:off x="6095848"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separate</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Separate but equal was the 1896 rule that let states run segregated schools. In 1954 the Supreme Court ruled it illegal.</a:t>
            </a:r>
            <a:endParaRPr lang="en-US" sz="1800" dirty="0"/>
          </a:p>
        </p:txBody>
      </p:sp>
      <p:sp>
        <p:nvSpPr>
          <p:cNvPr id="21"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1957</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Supreme Court ruling came in 1954; Little Rock integrated three years later, in 1957, and the President had to send the Army.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Supreme Court</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highest court in America, which decides what the law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Supreme Court can rule that a law passed by a state is illegal.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separate but equal</a:t>
            </a:r>
            <a:endParaRPr lang="en-US" sz="2600" dirty="0"/>
          </a:p>
        </p:txBody>
      </p:sp>
      <p:sp>
        <p:nvSpPr>
          <p:cNvPr id="17" name="word-rule"/>
          <p:cNvSpPr/>
          <p:nvPr/>
        </p:nvSpPr>
        <p:spPr>
          <a:xfrm>
            <a:off x="4521098" y="2558288"/>
            <a:ext cx="3149498" cy="0"/>
          </a:xfrm>
          <a:prstGeom prst="line">
            <a:avLst/>
          </a:prstGeom>
          <a:ln w="12700">
            <a:solidFill>
              <a:srgbClr val="CAB7A5"/>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rule that segregation was legal if both races got the same facilities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Separate but equal was the excuse, but Black schools were never given equal money.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boycott</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refusing to buy or use something in order to force a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boycott works best when the people refusing are the business's biggest customers.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integration</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bringing people of different races together in the same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Integration of the high school at Little Rock needed soldiers to protect nine students.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NAACP</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National Association for the Advancement of Coloured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NAACP found lawyers and money so that ordinary families could take segregation to court.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1896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Supreme Court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ruled that segregation was legal.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only had to be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separate but equal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practice, Black schools were far worse than white schools.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1951 Oliver Brown tried to enrol his daughter at a nearby school.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 was sent to a segregated school miles from home instead.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Twelve other families joined the Browns and took the case to court.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NAACP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chose a Black lawyer, Thurgood Marshall, to argue for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May 1954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Supreme Court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ruled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separate but equal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illegal.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December 1955 Rosa Parks refused to give up her bus seat.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 was arrested, and Montgomery's Black residents stopped using the buses.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stayed off for over a year, and the bus companies nearly failed.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1957 nine Black students entered a white high school in Arkansas.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Soldiers had to be sent so that they could reach their lessons.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Separate but equal, and the family that broke it</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Hold the two Supreme Court cases as a pair: Plessy vs Ferguson in 1896 made segregation legal; Brown vs Board of Education in 1954 made segregated schooling illegal. Same court, opposite answers.</a:t>
            </a:r>
            <a:endParaRPr lang="en-US" sz="1800" dirty="0"/>
          </a:p>
        </p:txBody>
      </p:sp>
      <p:sp>
        <p:nvSpPr>
          <p:cNvPr id="11" name="bullet-card"/>
          <p:cNvSpPr/>
          <p:nvPr/>
        </p:nvSpPr>
        <p:spPr>
          <a:xfrm>
            <a:off x="548640" y="1389888"/>
            <a:ext cx="11094415" cy="856319"/>
          </a:xfrm>
          <a:prstGeom prst="roundRect">
            <a:avLst>
              <a:gd name="adj" fmla="val 8543"/>
            </a:avLst>
          </a:prstGeom>
          <a:solidFill>
            <a:srgbClr val="F4F1ED"/>
          </a:solidFill>
          <a:ln/>
        </p:spPr>
      </p:sp>
      <p:sp>
        <p:nvSpPr>
          <p:cNvPr id="12" name="bullet-hex"/>
          <p:cNvSpPr/>
          <p:nvPr/>
        </p:nvSpPr>
        <p:spPr>
          <a:xfrm>
            <a:off x="676656" y="1651755"/>
            <a:ext cx="384048" cy="332586"/>
          </a:xfrm>
          <a:prstGeom prst="hexagon">
            <a:avLst/>
          </a:prstGeom>
          <a:solidFill>
            <a:srgbClr val="7A4A1E"/>
          </a:solidFill>
          <a:ln/>
        </p:spPr>
      </p:sp>
      <p:sp>
        <p:nvSpPr>
          <p:cNvPr id="13" name="bullet"/>
          <p:cNvSpPr txBox="1"/>
          <p:nvPr/>
        </p:nvSpPr>
        <p:spPr>
          <a:xfrm>
            <a:off x="1143000" y="1389888"/>
            <a:ext cx="10408615" cy="8563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1950s America, schools were supposed to be separate but equal.</a:t>
            </a:r>
            <a:endParaRPr lang="en-US" sz="2200" dirty="0"/>
          </a:p>
        </p:txBody>
      </p:sp>
      <p:sp>
        <p:nvSpPr>
          <p:cNvPr id="14" name="bullet-card"/>
          <p:cNvSpPr/>
          <p:nvPr/>
        </p:nvSpPr>
        <p:spPr>
          <a:xfrm>
            <a:off x="548640" y="2392511"/>
            <a:ext cx="11094415" cy="1098127"/>
          </a:xfrm>
          <a:prstGeom prst="roundRect">
            <a:avLst>
              <a:gd name="adj" fmla="val 6662"/>
            </a:avLst>
          </a:prstGeom>
          <a:solidFill>
            <a:srgbClr val="F4F1ED"/>
          </a:solidFill>
          <a:ln/>
        </p:spPr>
      </p:sp>
      <p:sp>
        <p:nvSpPr>
          <p:cNvPr id="15" name="bullet-hex"/>
          <p:cNvSpPr/>
          <p:nvPr/>
        </p:nvSpPr>
        <p:spPr>
          <a:xfrm>
            <a:off x="676656" y="2775281"/>
            <a:ext cx="384048" cy="332586"/>
          </a:xfrm>
          <a:prstGeom prst="hexagon">
            <a:avLst/>
          </a:prstGeom>
          <a:solidFill>
            <a:srgbClr val="B8862B"/>
          </a:solidFill>
          <a:ln/>
        </p:spPr>
      </p:sp>
      <p:sp>
        <p:nvSpPr>
          <p:cNvPr id="16" name="bullet"/>
          <p:cNvSpPr txBox="1"/>
          <p:nvPr/>
        </p:nvSpPr>
        <p:spPr>
          <a:xfrm>
            <a:off x="1143000" y="2392511"/>
            <a:ext cx="10408615" cy="10981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It never worked as written. Black schools received very poor levels of education, as you saw in the last chapter, because white schools were given far more public money.</a:t>
            </a:r>
            <a:endParaRPr lang="en-US" sz="2200" dirty="0"/>
          </a:p>
        </p:txBody>
      </p:sp>
      <p:sp>
        <p:nvSpPr>
          <p:cNvPr id="17" name="bullet-card"/>
          <p:cNvSpPr/>
          <p:nvPr/>
        </p:nvSpPr>
        <p:spPr>
          <a:xfrm>
            <a:off x="548640" y="3636941"/>
            <a:ext cx="11094415" cy="1438995"/>
          </a:xfrm>
          <a:prstGeom prst="roundRect">
            <a:avLst>
              <a:gd name="adj" fmla="val 5084"/>
            </a:avLst>
          </a:prstGeom>
          <a:solidFill>
            <a:srgbClr val="F4F1ED"/>
          </a:solidFill>
          <a:ln/>
        </p:spPr>
      </p:sp>
      <p:sp>
        <p:nvSpPr>
          <p:cNvPr id="18" name="bullet-hex"/>
          <p:cNvSpPr/>
          <p:nvPr/>
        </p:nvSpPr>
        <p:spPr>
          <a:xfrm>
            <a:off x="676656" y="4190146"/>
            <a:ext cx="384048" cy="332586"/>
          </a:xfrm>
          <a:prstGeom prst="hexagon">
            <a:avLst/>
          </a:prstGeom>
          <a:solidFill>
            <a:srgbClr val="7A4A1E"/>
          </a:solidFill>
          <a:ln/>
        </p:spPr>
      </p:sp>
      <p:sp>
        <p:nvSpPr>
          <p:cNvPr id="19" name="bullet"/>
          <p:cNvSpPr txBox="1"/>
          <p:nvPr/>
        </p:nvSpPr>
        <p:spPr>
          <a:xfrm>
            <a:off x="1143000" y="3636941"/>
            <a:ext cx="10408615" cy="143899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They did not do it alone. The NAACP, the National Association for the Advancement of Coloured People, represented the families and took the appeal to the Supreme Court, and chose a Black lawyer, Thurgood Marshall, to argue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Rosa Parks and the Montgomery Bus Boycott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a significance question, never write only the strong side. Give your judgement, the evidence for it, and then the strongest argument against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Rosa Parks lived in Alabama, a Southern state whose laws promoted segregation.</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On 1 December 1955 she refused to give up her seat, and she was arrested.</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Two things came out of it besides desegregated buses. Rosa Parks is often called the mother of the Civil Rights movement, and she became a role model for African Americans.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Rosa Parks and the Montgomery Bus Boycott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How significant was the Montgomery Bus Boycott? Write the opening of a PEE paragraph.</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the Montgomery Bus Boycott, from 1955 to 1956, was a significant moment in the Civil Rights movement.</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Black residents stayed off the buses for over a year, the companies nearly went bankrupt, and segregation on Montgomery's buses was ended.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Rosa Parks and the Montgomery Bus Boycott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How significant was the Montgomery Bus Boycott? Write the opening of a PEE paragraph.</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this shows the boycott was significant because it proved that organised, peaceful action by Black Americans could force a change in the law.</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Now add the other side, because the question says how significant: however, the win was local, and it changed only the buses in one city.</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then the counter-argument: an organised year-long boycott desegregated Montgomery's buses and proved non-violent direct action worked, but the victory itself covered only one city's buses.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significant was the boycott? Both sides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good significance answer weighs the two sides and then decides. Pick the one argument on each side you find most convincing, and say why it convinces you.</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gives you a set of statements to sort into significant and not significant, and the exercise is worth doing carefully, because the evidence really does point both ways.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On the other side: it was a local campaign that affected only the bus companies of Montgomery, Alabama.</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There was also a backlash, which belongs on the not-significant side of the ledger but tells you something on its own.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Little Rock Nine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compare Rosa Parks with the Little Rock Nine, compare like with like: what each achieved, who each forced to act, and how far the win reached.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Little Rock Nine were nine students trying to go to high school in Arkansas, another Southern state.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1957 the local NAACP and the Little Rock Board of Education agreed at last to integrate the city's white high school, teaching white and Black pupils together.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is why the Little Rock Nine matter twice over.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1950s,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four moments of the 1950s fight against segregation in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Nine Black students enter the white high school at Little Rock, Arkansas (1957)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Montgomery Bus Boycott ends after more than a year (1956)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Rosa Parks refuses to give up her seat on a bus in Montgomery (1955)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Supreme Court rules that separate but equal schools are illegal (1954)</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The 1950s,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1950s,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these are about schools and two are about buses. Sort them into those two pairs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Within the bus pair, the refusal must come before the boycott it started.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Within the school pair, the court ruling must come before any school opened its doors.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Now interleave: the ruling, then the refusal, then the end of the boycott, then the school.</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court ruling comes before the schools that use it; an arrest comes before the boycott it sets off.</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Little Rock integration happened three years after the ruling that made it legal, and what that gap shows about how change actually happened.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task: How significant was the Montgomery Bus Boycott?</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significant was the Montgomery Bus Boycott? Give your judgement, the evidence for it, and the strongest argument against it.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How significant was the Montgomery Bus Boycott?</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significant was the Montgomery Bus Boycott? Give your judgement, the evidence for it, and the strongest argument against it. Write one paragraph of five to seven sentences.</a:t>
            </a:r>
            <a:endParaRPr lang="en-US" sz="2000" dirty="0"/>
          </a:p>
        </p:txBody>
      </p:sp>
      <p:sp>
        <p:nvSpPr>
          <p:cNvPr id="12" name="col-Support"/>
          <p:cNvSpPr/>
          <p:nvPr/>
        </p:nvSpPr>
        <p:spPr>
          <a:xfrm>
            <a:off x="548640" y="2903728"/>
            <a:ext cx="11094415" cy="3241040"/>
          </a:xfrm>
          <a:prstGeom prst="roundRect">
            <a:avLst>
              <a:gd name="adj" fmla="val 1693"/>
            </a:avLst>
          </a:prstGeom>
          <a:solidFill>
            <a:srgbClr val="F2EDE9"/>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10820095"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first: significant, or not significant? You can say significant in some ways and not others.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Montgomery Bus Boycott was [significant / not significant]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two pieces of evidence. Choose from the year-long boycott, the near-bankruptcy, the end of bus segregation, King becoming a national leader, Parks as a role model.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start with However and give the strongest argument against: the campaign was local, and only the buses changed.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return to your judgement and say why the evidence still points that 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How significant was the Montgomery Bus Boycott?</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significant was the Montgomery Bus Boycott? Give your judgement, the evidence for it, and the strongest argument against it. Write one paragraph of five to seven sentences.</a:t>
            </a:r>
            <a:endParaRPr lang="en-US" sz="2000" dirty="0"/>
          </a:p>
        </p:txBody>
      </p:sp>
      <p:sp>
        <p:nvSpPr>
          <p:cNvPr id="12" name="col-Core"/>
          <p:cNvSpPr/>
          <p:nvPr/>
        </p:nvSpPr>
        <p:spPr>
          <a:xfrm>
            <a:off x="548640" y="2903728"/>
            <a:ext cx="5410048" cy="3241040"/>
          </a:xfrm>
          <a:prstGeom prst="roundRect">
            <a:avLst>
              <a:gd name="adj" fmla="val 1693"/>
            </a:avLst>
          </a:prstGeom>
          <a:solidFill>
            <a:srgbClr val="E2D7CE"/>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Judgement, two pieces of evidence, one However, then back to your judgement. Explain what the evidence shows; do not just list it.</a:t>
            </a:r>
            <a:endParaRPr lang="en-US" sz="2200" dirty="0"/>
          </a:p>
        </p:txBody>
      </p:sp>
      <p:sp>
        <p:nvSpPr>
          <p:cNvPr id="17" name="col-Stretch"/>
          <p:cNvSpPr/>
          <p:nvPr/>
        </p:nvSpPr>
        <p:spPr>
          <a:xfrm>
            <a:off x="6233008" y="2903728"/>
            <a:ext cx="5410048" cy="3241040"/>
          </a:xfrm>
          <a:prstGeom prst="roundRect">
            <a:avLst>
              <a:gd name="adj" fmla="val 1693"/>
            </a:avLst>
          </a:prstGeom>
          <a:solidFill>
            <a:srgbClr val="7A4A1E"/>
          </a:solidFill>
          <a:ln/>
        </p:spPr>
      </p:sp>
      <p:sp>
        <p:nvSpPr>
          <p:cNvPr id="18" name="col-hex"/>
          <p:cNvSpPr/>
          <p:nvPr/>
        </p:nvSpPr>
        <p:spPr>
          <a:xfrm>
            <a:off x="634273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Your lesson asks you to rate the boycott's impact from 1 to 5. Give it a rating, and defend it against the rating you think a classmate would most likely choose instead.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Supreme Court made separate but equal lawful in 1896 and ruled it illegal in 1954. For how many years did that rule stand?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1950s,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Supreme Court rules that separate but equal schools are illegal (1954)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Rosa Parks refuses to give up her seat on a bus in Montgomery (1955)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Montgomery Bus Boycott ends after more than a year (1956)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Nine Black students enter the white high school at Little Rock, Arkansas (1957)  (A)</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Brown vs Board in 1954 made segregated schooling illegal; Rosa Parks's refusal in December 1955 set off the boycott; the boycott ended in December 1956; and in 1957 nine students used the 1954 ruling to enter the high school at Little Rock, with the Army sent in to make it possible.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Answers: How significant was the Montgomery Bus Boycott?</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0664"/>
          </a:xfrm>
          <a:prstGeom prst="roundRect">
            <a:avLst>
              <a:gd name="adj" fmla="val 12346"/>
            </a:avLst>
          </a:prstGeom>
          <a:solidFill>
            <a:srgbClr val="F4F1ED"/>
          </a:solidFill>
          <a:ln/>
        </p:spPr>
      </p:sp>
      <p:sp>
        <p:nvSpPr>
          <p:cNvPr id="9" name="tickbox"/>
          <p:cNvSpPr/>
          <p:nvPr/>
        </p:nvSpPr>
        <p:spPr>
          <a:xfrm>
            <a:off x="713232" y="2208276"/>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state a clear judgement about how significant the boycott was.</a:t>
            </a:r>
            <a:endParaRPr lang="en-US" sz="2200" dirty="0"/>
          </a:p>
        </p:txBody>
      </p:sp>
      <p:sp>
        <p:nvSpPr>
          <p:cNvPr id="11" name="crit-box"/>
          <p:cNvSpPr/>
          <p:nvPr/>
        </p:nvSpPr>
        <p:spPr>
          <a:xfrm>
            <a:off x="548640" y="2816352"/>
            <a:ext cx="11094415" cy="740664"/>
          </a:xfrm>
          <a:prstGeom prst="roundRect">
            <a:avLst>
              <a:gd name="adj" fmla="val 12346"/>
            </a:avLst>
          </a:prstGeom>
          <a:solidFill>
            <a:srgbClr val="F4F1ED"/>
          </a:solidFill>
          <a:ln/>
        </p:spPr>
      </p:sp>
      <p:sp>
        <p:nvSpPr>
          <p:cNvPr id="12" name="tickbox"/>
          <p:cNvSpPr/>
          <p:nvPr/>
        </p:nvSpPr>
        <p:spPr>
          <a:xfrm>
            <a:off x="713232" y="304038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6352"/>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at least two pieces of evidence from the chapter to support it.</a:t>
            </a:r>
            <a:endParaRPr lang="en-US" sz="2200" dirty="0"/>
          </a:p>
        </p:txBody>
      </p:sp>
      <p:sp>
        <p:nvSpPr>
          <p:cNvPr id="14" name="crit-box"/>
          <p:cNvSpPr/>
          <p:nvPr/>
        </p:nvSpPr>
        <p:spPr>
          <a:xfrm>
            <a:off x="548640" y="3648456"/>
            <a:ext cx="11094415" cy="740664"/>
          </a:xfrm>
          <a:prstGeom prst="roundRect">
            <a:avLst>
              <a:gd name="adj" fmla="val 12346"/>
            </a:avLst>
          </a:prstGeom>
          <a:solidFill>
            <a:srgbClr val="F4F1ED"/>
          </a:solidFill>
          <a:ln/>
        </p:spPr>
      </p:sp>
      <p:sp>
        <p:nvSpPr>
          <p:cNvPr id="15" name="tickbox"/>
          <p:cNvSpPr/>
          <p:nvPr/>
        </p:nvSpPr>
        <p:spPr>
          <a:xfrm>
            <a:off x="713232" y="387248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648456"/>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the strongest argument on the other side, using however or although.</a:t>
            </a:r>
            <a:endParaRPr lang="en-US" sz="2200" dirty="0"/>
          </a:p>
        </p:txBody>
      </p:sp>
      <p:sp>
        <p:nvSpPr>
          <p:cNvPr id="17" name="crit-box"/>
          <p:cNvSpPr/>
          <p:nvPr/>
        </p:nvSpPr>
        <p:spPr>
          <a:xfrm>
            <a:off x="548640" y="4480560"/>
            <a:ext cx="11094415" cy="740664"/>
          </a:xfrm>
          <a:prstGeom prst="roundRect">
            <a:avLst>
              <a:gd name="adj" fmla="val 12346"/>
            </a:avLst>
          </a:prstGeom>
          <a:solidFill>
            <a:srgbClr val="F4F1ED"/>
          </a:solidFill>
          <a:ln/>
        </p:spPr>
      </p:sp>
      <p:sp>
        <p:nvSpPr>
          <p:cNvPr id="18" name="tickbox"/>
          <p:cNvSpPr/>
          <p:nvPr/>
        </p:nvSpPr>
        <p:spPr>
          <a:xfrm>
            <a:off x="713232" y="470458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80560"/>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what my evidence shows, rather than only listing it.</a:t>
            </a:r>
            <a:endParaRPr lang="en-US" sz="2200" dirty="0"/>
          </a:p>
        </p:txBody>
      </p:sp>
      <p:sp>
        <p:nvSpPr>
          <p:cNvPr id="20" name="crit-box"/>
          <p:cNvSpPr/>
          <p:nvPr/>
        </p:nvSpPr>
        <p:spPr>
          <a:xfrm>
            <a:off x="548640" y="5312664"/>
            <a:ext cx="11094415" cy="740664"/>
          </a:xfrm>
          <a:prstGeom prst="roundRect">
            <a:avLst>
              <a:gd name="adj" fmla="val 12346"/>
            </a:avLst>
          </a:prstGeom>
          <a:solidFill>
            <a:srgbClr val="F4F1ED"/>
          </a:solidFill>
          <a:ln/>
        </p:spPr>
      </p:sp>
      <p:sp>
        <p:nvSpPr>
          <p:cNvPr id="21" name="tickbox"/>
          <p:cNvSpPr/>
          <p:nvPr/>
        </p:nvSpPr>
        <p:spPr>
          <a:xfrm>
            <a:off x="713232" y="5536692"/>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312664"/>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end by returning to my judgement and saying why I still hold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Model answer: How significant was the Montgomery Bus Boycott?</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Montgomery Bus Boycott was a significant moment in the Civil Rights movement, although its direct result was small. Black residents of Montgomery stayed off the buses from December 1955 to December 1956, and because they paid a large share of the fares the companies came close to bankruptcy, which forced the end of segregation on those buses. This shows it was significant because it proved that organised, peaceful action by Black Americans could change a law, and it was that proof, rather than the buses themselves, that inspired protests elsewhere. It also made Martin Luther King a national leader and Rosa Parks a role model across the country. However, the campaign was local: only the buses of one city in Alabama were desegregated, and segregation continued everywhere else, while Black Americans remained the poorest group in American society through the whole twentieth century. I still judge it significant, because it gave the movement a method that worked and a leader who could use it, and both mattered far beyond Montgomery.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Supreme Court made separate but equal lawful in 1896 and ruled it illegal in 1954. For how many years did that rule stand?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58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1954 − 1896 = 58. Separate but equal was settled law for fifty-eight years, so the NAACP was not asking the court to fill a gap but to reverse itself, which is why the Brown case took years of preparation.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Civil Rights · Chapter 3: Fighting segregation in the 1950s: the Brown case, Rosa Parks and the Little Rock Nine</dc:title>
  <dc:subject>History · Year 9</dc:subject>
  <dc:creator>Dr Vitor Merissi de Carvalho</dc:creator>
  <cp:lastModifiedBy>Dr Vitor Merissi de Carvalho</cp:lastModifiedBy>
  <cp:revision>1</cp:revision>
  <dcterms:created xsi:type="dcterms:W3CDTF">2026-10-19T16:23:04Z</dcterms:created>
  <dcterms:modified xsi:type="dcterms:W3CDTF">2026-10-19T16:23:04Z</dcterms:modified>
</cp:coreProperties>
</file>