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61a51a-4016-35e0-6065-2b7e40bca345}">
          <p14:sldIdLst>
            <p14:sldId id="256"/>
          </p14:sldIdLst>
        </p14:section>
        <p14:section name="Gate" id="{978f2d4c-4964-d468-f702-df62286243df}">
          <p14:sldIdLst>
            <p14:sldId id="257"/>
            <p14:sldId id="258"/>
            <p14:sldId id="259"/>
          </p14:sldIdLst>
        </p14:section>
        <p14:section name="Pre-teach" id="{9166648d-1c25-51a5-b1ae-ac376ef7ceea}">
          <p14:sldIdLst>
            <p14:sldId id="260"/>
            <p14:sldId id="261"/>
          </p14:sldIdLst>
        </p14:section>
        <p14:section name="Read-along" id="{65124093-32da-7086-483e-1f559a391068}">
          <p14:sldIdLst>
            <p14:sldId id="262"/>
            <p14:sldId id="263"/>
          </p14:sldIdLst>
        </p14:section>
        <p14:section name="Teach" id="{9f2af793-5aeb-5e36-b495-1fb82975fbdf}">
          <p14:sldIdLst>
            <p14:sldId id="264"/>
            <p14:sldId id="265"/>
            <p14:sldId id="266"/>
            <p14:sldId id="267"/>
            <p14:sldId id="268"/>
          </p14:sldIdLst>
        </p14:section>
        <p14:section name="Routes" id="{1d8c1b22-5829-2389-5b91-26381a980fac}">
          <p14:sldIdLst>
            <p14:sldId id="269"/>
            <p14:sldId id="270"/>
            <p14:sldId id="271"/>
          </p14:sldIdLst>
        </p14:section>
        <p14:section name="Close" id="{0a6d2b4e-611e-bbd4-bb97-da8d07a85456}">
          <p14:sldIdLst>
            <p14:sldId id="272"/>
          </p14:sldIdLst>
        </p14:section>
        <p14:section name="Answers" id="{290e8704-f740-dc28-da64-076fa275fcc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The camps, and the Final Solution of 1941-1945. How the camps began and how their purpose changed, the lies the Nazis told to get people onto the trains, and how the persecution became the organised mass murder the Nazis called the Final Solution.
This deck covers the department's lessons: 4 (Progress check and the concentration camps: What was a concentration camp, and how did the purpose of the camps change?); 5 (1941-1945: the Final Solution and responsibility: How did the treatment of Jewish people change after 1941, and who should be held responsible?).
Read the big question aloud: "What was the Holocaust, how did it happen step by step, and who should be held responsible?"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purpose of the first concentration camps, set up in Germany in the 1930s?  →  B   To imprison and frighten people who disagreed with the Nazi regime, and to force them to work
2. The Nazi plan, agreed in 1942, to murder the Jewish people of Europe was called the ___ Solution.  →  Final
3. Why did many Jewish families not know what was waiting for them when they were deported?  →  B   The Nazis lied, describing the deportations as resettlement in labour camps in the east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purpose of the first concentration camps, set up in Germany in the 1930s?  →  B   To imprison and frighten people who disagreed with the Nazi regime, and to force them to work
2. The Nazi plan, agreed in 1942, to murder the Jewish people of Europe was called the ___ Solution.  →  Final
3. Why did many Jewish families not know what was waiting for them when they were deported?  →  B   The Nazis lied, describing the deportations as resettlement in labour camps in the east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To imprison and frighten people who disagreed with the Nazi regime, and to force them to work. The earliest camps, such as Dachau in 1933, held political prisoners. Their purpose was to imprison and intimidate opponents of the regime and to use them as forced labour.
2. Final. The Nazis called their plan the Final Solution. Historians keep the Nazis' own name for it, in order to be exact about what was decided and when.
3. B   The Nazis lied, describing the deportations as resettlement in labour camps in the east. The Nazis deliberately disguised what they were doing. People were told they were being resettled, and the names of the camps meant nothing to them, which is why they labelled their suitcases.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concentration camp: a camp where people were imprisoned without trial and forced to work. Example: "The first concentration camp in Germany was Dachau, opened in 1933."
• deportation: being forced out of your home and taken somewhere else by the state. Example: "Deportation to the camps was carried out by train."
• deception: deliberately making people believe something that is not true. Example: "The Nazis used deception to persuade people that they were being resettled."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Einsatzgruppen: the Nazi killing squads sent into Eastern Europe after the invasion of the Soviet Union. Example: "The Einsatzgruppen followed the German army into the Soviet Union in 1941."
• extermination camp: a camp built by the Nazis for the purpose of murdering the people brought to it. Example: "The extermination camps were built in occupied Poland."
• liberated: set free by an army that has defeated the people in control. Example: "The camps were liberated by the Allies in 1945."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first camps were opened in Germany in 1933.
2. Dachau held political prisoners who disagreed with the Nazis.
3. People were imprisoned without trial and forced to work.
4. As Germany occupied other countries, it built camps there too.
5. Jewish people and Roma people were now sent to the camps.
6. The Nazis lied about where the trains were going.
7. Families were told they were being resettled in the east.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wrote their names and addresses on their suitcases.
9. They believed they would need their belongings again.
10. In 1941 the purpose of the camps changed.
11. The Nazis began the organised mass murder they called the Final Solution.
12. The camps were liberated by the Allies in 1945.
13. Survivors went home to find their towns ruined and their families gone.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camps began, and how their purpose changed. Say it in your own words, then check understanding with a quick question: ask a pupil from the pre-teach group first, since they met these words and ideas before the lesson. Pupils try to recall before you re-explain.
The camps did not start as places of murder. They were set up inside Germany as forced-labour camps, and at first the people in them were not Jewish. The first was Dachau, in Germany, which opened on 22 March 1933, only weeks after the Nazis took power, and held political prisoners. Your lesson is clear about what the camps were for in the 1930s: to imprison and frighten anyone who disagreed with the Nazi regime, and then to work them for the benefit of the state.
As Germany occupied other countries, it built camps in them, including in Poland, Austria and Czechoslovakia. The prisoners were no longer only political opponents: now they included the people the Nazis called racially inferior, which meant Jewish and Roma people. By 1942 Germany had a shortage of workers, and sub-camps were built next to factories and mines so that prisoners could be used as free labour. SS officers were told to keep those prisoners alive because they were needed for the work, and many ignored the instruction. Prisoners were worked until they could work no longer.
The decisive change came in 1941. Before that year the camps were about imprisonment and labour; from that year the Nazis set out to murder the people they sent there. Keeping those two phases apart is one of the things your assessment will test.
Worked example — model it step by step, thinking aloud: Explain one way in which the purpose of the concentration camps changed between 1933 and 1942. (1) Point: the purpose changed from imprisoning political opponents to working and then murdering the people the Nazis had decided to destroy. (2) Evidence from the start: Dachau opened in March 1933 for political prisoners, to frighten anyone who disagreed with the regime. (3) Evidence from later: by 1942 sub-camps were built beside factories and mines to use prisoners, now including Jewish and Roma people, as free labour. (4) Explain the link: as Germany occupied more countries and then needed more workers, the camps grew into a system, and from 1941 they were used for murder as well as labour. Answer: The camps began as prisons for political opponents and became a system of forced labour for the groups the Nazis persecuted, and from 1941 a system of murder..
Tip: Dates do the work here: 1933 political prisoners; 1939 onwards camps in occupied countries; 1941 the purpose changes; 1942 sub-camps for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camps began, and how their purpose changed. Say it in your own words, then check understanding with a quick question: ask a pupil from the pre-teach group first, since they met these words and ideas before the lesson. Pupils try to recall before you re-explain.
The camps did not start as places of murder. They were set up inside Germany as forced-labour camps, and at first the people in them were not Jewish. The first was Dachau, in Germany, which opened on 22 March 1933, only weeks after the Nazis took power, and held political prisoners. Your lesson is clear about what the camps were for in the 1930s: to imprison and frighten anyone who disagreed with the Nazi regime, and then to work them for the benefit of the state.
As Germany occupied other countries, it built camps in them, including in Poland, Austria and Czechoslovakia. The prisoners were no longer only political opponents: now they included the people the Nazis called racially inferior, which meant Jewish and Roma people. By 1942 Germany had a shortage of workers, and sub-camps were built next to factories and mines so that prisoners could be used as free labour. SS officers were told to keep those prisoners alive because they were needed for the work, and many ignored the instruction. Prisoners were worked until they could work no longer.
The decisive change came in 1941. Before that year the camps were about imprisonment and labour; from that year the Nazis set out to murder the people they sent there. Keeping those two phases apart is one of the things your assessment will test.
Worked example — model it step by step, thinking aloud: Explain one way in which the purpose of the concentration camps changed between 1933 and 1942. (1) Point: the purpose changed from imprisoning political opponents to working and then murdering the people the Nazis had decided to destroy. (2) Evidence from the start: Dachau opened in March 1933 for political prisoners, to frighten anyone who disagreed with the regime. (3) Evidence from later: by 1942 sub-camps were built beside factories and mines to use prisoners, now including Jewish and Roma people, as free labour. (4) Explain the link: as Germany occupied more countries and then needed more workers, the camps grew into a system, and from 1941 they were used for murder as well as labour. Answer: The camps began as prisons for political opponents and became a system of forced labour for the groups the Nazis persecuted, and from 1941 a system of murder..
Tip: Dates do the work here: 1933 political prisoners; 1939 onwards camps in occupied countries; 1941 the purpose changes; 1942 sub-camps for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the camps began, and how their purpose changed. Say it in your own words, then check understanding with a quick question: ask a pupil from the pre-teach group first, since they met these words and ideas before the lesson. Pupils try to recall before you re-explain.
The camps did not start as places of murder. They were set up inside Germany as forced-labour camps, and at first the people in them were not Jewish. The first was Dachau, in Germany, which opened on 22 March 1933, only weeks after the Nazis took power, and held political prisoners. Your lesson is clear about what the camps were for in the 1930s: to imprison and frighten anyone who disagreed with the Nazi regime, and then to work them for the benefit of the state.
As Germany occupied other countries, it built camps in them, including in Poland, Austria and Czechoslovakia. The prisoners were no longer only political opponents: now they included the people the Nazis called racially inferior, which meant Jewish and Roma people. By 1942 Germany had a shortage of workers, and sub-camps were built next to factories and mines so that prisoners could be used as free labour. SS officers were told to keep those prisoners alive because they were needed for the work, and many ignored the instruction. Prisoners were worked until they could work no longer.
The decisive change came in 1941. Before that year the camps were about imprisonment and labour; from that year the Nazis set out to murder the people they sent there. Keeping those two phases apart is one of the things your assessment will test.
Worked example — model it step by step, thinking aloud: Explain one way in which the purpose of the concentration camps changed between 1933 and 1942. (1) Point: the purpose changed from imprisoning political opponents to working and then murdering the people the Nazis had decided to destroy. (2) Evidence from the start: Dachau opened in March 1933 for political prisoners, to frighten anyone who disagreed with the regime. (3) Evidence from later: by 1942 sub-camps were built beside factories and mines to use prisoners, now including Jewish and Roma people, as free labour. (4) Explain the link: as Germany occupied more countries and then needed more workers, the camps grew into a system, and from 1941 they were used for murder as well as labour. Answer: The camps began as prisons for political opponents and became a system of forced labour for the groups the Nazis persecuted, and from 1941 a system of murder..
Tip: Dates do the work here: 1933 political prisoners; 1939 onwards camps in occupied countries; 1941 the purpose changes; 1942 sub-camps for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Deception and deportation. Say it in your own words, then check understanding with a quick question: ask a pupil from the pre-teach group first, since they met these words and ideas before the lesson. Pupils try to recall before you re-explain.
The Nazis knew that people would not walk calmly onto a train if they knew where it went, so they lied. Deportations were described as a resettlement of the Jewish population in labour camps in the east. Your lesson makes a point that is easy to miss: the word Auschwitz meant nothing frightening to European Jewish families in the 1930s and early 1940s, because nobody outside knew what was being done there. Many people believed they were going to a better life.
That is why there are names and addresses written on the suitcases in the photographs. People packed as if they were moving house, and labelled their luggage so that it could be returned to them. They were then forced into sealed cattle trucks, overcrowded, without enough food or water, and many died before the trains reached their destination.
Two of the people your lesson names made that journey. Leo Schneiderman arrived at Auschwitz from the Lodz ghetto in Poland, which was destroyed in 1944. Kitty Hart-Moxon was sixteen when she arrived at Auschwitz-Birkenau in 1943; she survived, and has spent her life since telling people what was done there. When you write about deportation, write about them: a sixteen-year-old girl and a man from Lodz, not a cargo.
Tip: The suitcases are the best single piece of evidence for Nazi deception. One detail, well explained, is worth a paragraph of general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Final Solution, 1941-1945. Say it in your own words, then check understanding with a quick question: ask a pupil from the pre-teach group first, since they met these words and ideas before the lesson. Pupils try to recall before you re-explain.
The Final Solution was the Nazis' name for an organised effort to murder everyone they considered unworthy of life in Europe. Six million European Jewish people were murdered, and so were disabled people, gay people and black people. Your lesson divides the plan into two phases. The first began in June 1941, when Germany invaded the Soviet Union. As in Poland two years earlier, the invasion brought a very large Jewish population under Nazi control.
In that first phase the killing was done by the Einsatzgruppen, Nazi death squads sent into Eastern Europe behind the army, whose task was to kill the Jewish people they could find. By the end of 1943 they had killed over 1.5 million people. This was the beginning of targeted, organised mass murder, and it was carried out by units whose members had been given their orders and followed them.
The second phase began in 1942, when Nazi officials agreed to murder the Jewish people of Europe in camps, using poison gas. Six extermination camps were built, and people were brought to them from the ghettos and from towns and cities all over Europe. A leading Nazi official explained at his trial after the war why they changed method: shooting on that scale was slow, needed too many men and too much ammunition, and was too hard on the officers ordered to do it. He is not describing something that happened to him. He is describing a decision that he and others took, and the reason they took it was efficiency. The camps were liberated as Germany was defeated, and the Holocaust, which is also called the Shoah, ended on 8 May 1945. Many survivors walked across Europe to the places they had once called home, and found them ruined and their families gone.
Tip: Phase 1: the Einsatzgruppen, from 1941. Phase 2: the extermination camps, from 1942. Name the phase, the method and the year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the Final Solution.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Each event has its year in brackets. Read all five years first. (2) Find the smallest year: that event comes first. (3) Cross it off and find the next smallest, and so on. (4) Check the story makes sense: invasions, then the plan, then the report reaching the Allies, then liberation.
Parallel worked example for Support (model it, do not give the task answer): Put these in chronological order: the Battle of Britain (1940); the invasion of Normandy (1944); Germany invades Poland (1939). Read the three years.; 1939 is smallest, so Poland comes first.; Then 1940, then 1944.. Answer: Germany invades Poland; the Battle of Britain; the invasion of Normandy..
Core — reveal the hint only on request: Smallest year first. The two invasions come before the plan, and liberation comes last.
Stretch — no help; when finished: Explain how each of the first three events made the next one more likely, without suggesting that any of them had to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road to the Final Solution.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in chronological order.
Support — work through the steps with the group: (1) Each event has its year in brackets. Read all five years first. (2) Find the smallest year: that event comes first. (3) Cross it off and find the next smallest, and so on. (4) Check the story makes sense: invasions, then the plan, then the report reaching the Allies, then liberation.
Parallel worked example for Support (model it, do not give the task answer): Put these in chronological order: the Battle of Britain (1940); the invasion of Normandy (1944); Germany invades Poland (1939). Read the three years.; 1939 is smallest, so Poland comes first.; Then 1940, then 1944.. Answer: Germany invades Poland; the Battle of Britain; the invasion of Normandy..
Core — reveal the hint only on request: Smallest year first. The two invasions come before the plan, and liberation comes last.
Stretch — no help; when finished: Explain how each of the first three events made the next one more likely, without suggesting that any of them had to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years.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first ghettos were set up in Poland in 1939. Nazi officials agreed the Final Solution in 1942. How many years passed between them?
Support — work through the steps with the group: (1) Write the later year first: 1942. (2) Subtract the earlier year: 1942 - 1939. (3) The thousands and hundreds cancel, so you only need 42 - 39 = 3. (4) Check it is sensible: three years is less than the length of the war.
Parallel worked example for Support (model it, do not give the task answer): Germany invaded Poland in 1939 and the Normandy landings took place in 1944. How many years passed between them? Later year first: 1944.; Subtract the earlier year: 1944 - 1939.; 44 - 39 = 5.. Answer: 5 years.
Core — reveal the hint only on request: Later year minus earlier year. Do not use 1945; that is liberation, not the decision.
Stretch — no help; when finished: Explain what those three years tell you about how the Nazis' policy developed, using the ghettos, the invasion of the Soviet Union and the Einsatzgruppen.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purpose of the first concentration camps, set up in Germany in the 1930s?
Answer: A   To imprison and frighten people who disagreed with the Nazi regime, and to force them to work. The earliest camps, such as Dachau in 1933, held political prisoners. Their purpose was to imprison and intimidate opponents of the regime and to use them as forced labour.
Source of this question: gate item 1 re-asked (options rotated) — this chapter has no third quick-check module.
The ebook also holds task 3, "What changed after 1941?",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road to the Final Solution. Reveal the answer; pupils mark their own work in a different colour, then read the "why" together. Same destination for every lane, so one answer serves the whole class.
Answer: Germany invades Poland and the first ghettos are set up (1939)  (E); Germany invades the Soviet Union and the Einsatzgruppen are sent east (1941)  (D); Nazi officials agree the Final Solution and the extermination camps are used (1942)  (C); The Vrba Report reaches Britain and America (1944)  (B); The camps are liberated by the Allies and the Holocaust ends (1945)  (A)
Why: 1939, 1941, 1942, 1944, 1945. The order matters because it shows the murder being organised after each new conquest brought more people under Nazi control, and the Allies learning in detail only in 1944.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Counting the years. Reveal the answer; pupils mark their own work in a different colour, then read the "why" together. Same destination for every lane, so one answer serves the whole class.
Answer: 3 years
Why: 1942 - 1939 = 3 years. In that short time the policy moved from shutting people into ghettos to deciding to murder them, which is why the chronology is worth knowing precisely.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To imprison and frighten people who disagreed with the Nazi regime, and to force them to work
Why: The earliest camps, such as Dachau in 1933, held political prisoners. Their purpose was to imprison and intimidate opponents of the regime and to use them as forced labour.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Holocaust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Holocaust · AQA KS3 → 8145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The camps, and the Final Solution of 1941-1945</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F2EDE9"/>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the concentration camps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1941-1945: the Final Solution and responsibility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was the Holocaust, how did it happen step by step, and who should be held responsible?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was the purpose of the first concentration camps, set up in Germany in the 1930s?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hold Allied prisoners of war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imprison and frighten people who disagreed with the Nazi regime, and to force them to work</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house German soldiers during the war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To murder the Jewish people of Europe</a:t>
            </a:r>
            <a:endParaRPr lang="en-US" sz="20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Nazi plan, agreed in 1942, to murder the Jewish people of Europe was called the ___ Solution.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Final  ·  Eastern  ·  Total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did many Jewish families not know what was waiting for them when they were deported?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Almost nobody was moved by train, so there was nothing to notice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lied, describing the deportations as resettlement in labour camps in the east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had been told the truth but chose not to believe it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Newspapers across Europe had reported the camps in full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977644"/>
          </a:xfrm>
          <a:prstGeom prst="roundRect">
            <a:avLst>
              <a:gd name="adj" fmla="val 5548"/>
            </a:avLst>
          </a:prstGeom>
          <a:solidFill>
            <a:srgbClr val="EDE1CA"/>
          </a:solidFill>
          <a:ln w="19050">
            <a:solidFill>
              <a:srgbClr val="B8862B"/>
            </a:solidFill>
            <a:prstDash val="solid"/>
          </a:ln>
        </p:spPr>
      </p:sp>
      <p:sp>
        <p:nvSpPr>
          <p:cNvPr id="12" name="answer"/>
          <p:cNvSpPr txBox="1"/>
          <p:nvPr/>
        </p:nvSpPr>
        <p:spPr>
          <a:xfrm>
            <a:off x="822960"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To imprison and frighten people who disagreed with the Nazi regime, and to force them to work</a:t>
            </a:r>
            <a:endParaRPr lang="en-US" sz="2200" dirty="0"/>
          </a:p>
        </p:txBody>
      </p:sp>
      <p:sp>
        <p:nvSpPr>
          <p:cNvPr id="13" name="card-body"/>
          <p:cNvSpPr txBox="1"/>
          <p:nvPr/>
        </p:nvSpPr>
        <p:spPr>
          <a:xfrm>
            <a:off x="731520"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earliest camps, such as Dachau in 1933, held political prisoners. Their purpose was to imprison and intimidate…</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Final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Nazi plan, agreed in 1942, to murder the Jewish people of Europe was called the ___ Solution.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Nazis called their plan the Final Solution. Historians keep the Nazis' own name for it, in order to be exact about what was decided and when.</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Nazis lied, describing the deportations as resettlement in labour camps in the east</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Nazis deliberately disguised what they were doing. People were told they were being resettled, and the…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concentration camp</a:t>
            </a:r>
            <a:endParaRPr lang="en-US" sz="2600" dirty="0"/>
          </a:p>
        </p:txBody>
      </p:sp>
      <p:sp>
        <p:nvSpPr>
          <p:cNvPr id="11" name="word-rule"/>
          <p:cNvSpPr/>
          <p:nvPr/>
        </p:nvSpPr>
        <p:spPr>
          <a:xfrm>
            <a:off x="731520" y="2558288"/>
            <a:ext cx="3149498" cy="0"/>
          </a:xfrm>
          <a:prstGeom prst="line">
            <a:avLst/>
          </a:prstGeom>
          <a:ln w="12700">
            <a:solidFill>
              <a:srgbClr val="CAB7A5"/>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camp where people were imprisoned without trial and forced to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first concentration camp in Germany was Dachau, opened in 1933.</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deportation</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being forced out of your home and taken somewhere else by the state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Deportation to the camps was carried out by train.</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deception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deliberately making people believe something that is not true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Nazis used deception to persuade people that they were being resettled.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Einsatzgruppen</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Nazi killing squads sent into Eastern Europe after the invasion of the Soviet Union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Einsatzgruppen followed the German army into the Soviet Union in 1941.</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extermination camp</a:t>
            </a:r>
            <a:endParaRPr lang="en-US" sz="2600" dirty="0"/>
          </a:p>
        </p:txBody>
      </p:sp>
      <p:sp>
        <p:nvSpPr>
          <p:cNvPr id="17" name="word-rule"/>
          <p:cNvSpPr/>
          <p:nvPr/>
        </p:nvSpPr>
        <p:spPr>
          <a:xfrm>
            <a:off x="4521098" y="2558288"/>
            <a:ext cx="3149498" cy="0"/>
          </a:xfrm>
          <a:prstGeom prst="line">
            <a:avLst/>
          </a:prstGeom>
          <a:ln w="12700">
            <a:solidFill>
              <a:srgbClr val="CAB7A5"/>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camp built by the Nazis for the purpose of murdering the people brought to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extermination camps were built in occupied Poland.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liberated</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set free by an army that has defeated the people in control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camps were liberated by the Allies in 1945.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first camps were opened in Germany in 1933.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Dachau held political prisoners who disagreed with the Nazis.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were imprisoned without trial and forced to work.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As Germany occupied other countries, it built camps there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Jewish people and Roma people were now sent to the camps.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lied about where the trains were going.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Families were told they were being resettled in the east.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wrote their names and addresses on their suitcases.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believed they would need their belongings again.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1941 the purpose of the camps changed.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Nazis began the organised mass murder they called the Final Solution.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camps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liberated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by the Allies in 1945.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Survivors went home to find their towns ruined and their families gone.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How the camps began, and how their purpose changed</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Dates do the work here: 1933 political prisoners; 1939 onwards camps in occupied countries; 1941 the purpose changes; 1942 sub-camps for labour.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camps did not start as places of murder. They were set up inside Germany as forced-labour camps, and at first the people in them were not Jewish.</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As Germany occupied other countries, it built camps in them, including in Poland, Austria and Czechoslovakia.</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decisive change came in 1941. Before that year the camps were about imprisonment and labour; from that year the Nazis set out to murder the people they sent there.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How the camps began, and how their purpose changed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purpose of the concentration camps changed between 1933 and 1942.</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Point: the purpose changed from imprisoning political opponents to working and then murdering the people the Nazis had decided to destroy.</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from the start: Dachau opened in March 1933 for political prisoners, to frighten anyone who disagreed with the regime.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How the camps began, and how their purpose changed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the purpose of the concentration camps changed between 1933 and 1942.</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from later: by 1942 sub-camps were built beside factories and mines to use prisoners, now including Jewish and Roma people, as free labour.</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as Germany occupied more countries and then needed more workers, the camps grew into a system, and from 1941 they were used for murder as well as labour.</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camps began as prisons for political opponents and became a system of forced labour for the groups the Nazis persecuted, and from 1941 a system of murder.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Deception and deportation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suitcases are the best single piece of evidence for Nazi deception. One detail, well explained, is worth a paragraph of general description.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Nazis knew that people would not walk calmly onto a train if they knew where it went, so they lied.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why there are names and addresses written on the suitcases in the photographs.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of the people your lesson names made that journey.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Final Solution, 1941-1945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Phase 1: the Einsatzgruppen, from 1941. Phase 2: the extermination camps, from 1942. Name the phase, the method and the year every time.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Final Solution was the Nazis' name for an organised effort to murder everyone they considered unworthy of life in Europe.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that first phase the killing was done by the Einsatzgruppen, Nazi death squads sent into Eastern Europe behind the army, whose task was to kill the Jewish people they could find.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second phase began in 1942, when Nazi officials agreed to murder the Jewish people of Europe in camps, using poison gas.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road to the Final Solution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events in chronological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camps are liberated by the Allies and the Holocaust ends (1945)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Vrba Report reaches Britain and America (1944)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Nazi officials agree the Final Solution and the extermination camps are used (1942)</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Germany invades the Soviet Union and the Einsatzgruppen are sent east (1941)</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Germany invades Poland and the first ghettos are set up (1939)</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road to the Final Solution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road to the Final Solution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event has its year in brackets. Read all five years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smallest year: that event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it off and find the next smallest, and so 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invasions, then the plan, then the report reaching the Allies, then liberation.</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Smallest year first. The two invasions come before the plan, and liberation comes last.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each of the first three events made the next one more likely, without suggesting that any of them had to happen.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Counting the years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first ghettos were set up in Poland in 1939. Nazi officials agreed the Final Solution in 1942. How many years passed between them?</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ED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year first: 1942.</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year: 1942 - 1939.</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thousands and hundreds cancel, so you only need 42 - 39 = 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is sensible: three years is less than the length of the war.</a:t>
            </a:r>
            <a:endParaRPr lang="en-US" sz="1800" dirty="0"/>
          </a:p>
        </p:txBody>
      </p:sp>
      <p:sp>
        <p:nvSpPr>
          <p:cNvPr id="17" name="col-Core"/>
          <p:cNvSpPr/>
          <p:nvPr/>
        </p:nvSpPr>
        <p:spPr>
          <a:xfrm>
            <a:off x="5490762" y="2948940"/>
            <a:ext cx="2938987" cy="3195828"/>
          </a:xfrm>
          <a:prstGeom prst="roundRect">
            <a:avLst>
              <a:gd name="adj" fmla="val 1867"/>
            </a:avLst>
          </a:prstGeom>
          <a:solidFill>
            <a:srgbClr val="E2D7CE"/>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year minus earlier year. Do not use 1945; that is liberation, not the decision.</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those three years tell you about how the Nazis' policy developed, using the ghettos, the invasion of the Soviet Union and the Einsatzgruppen.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the purpose of the first concentration camps, set up in Germany in the 1930s?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imprison and frighten people who disagreed with the Nazi regime, and to force them to work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house German soldiers during the war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murder the Jewish people of Europe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To hold Allied prisoners of war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road to the Final Solution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Germany invades Poland and the first ghettos are set up (1939)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Germany invades the Soviet Union and the Einsatzgruppen are sent east (1941)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Nazi officials agree the Final Solution and the extermination camps are used (1942)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Vrba Report reaches Britain and America (1944)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camps are liberated by the Allies and the Holocaust ends (1945)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1939, 1941, 1942, 1944, 1945. The order matters because it shows the murder being organised after each new conquest brought more people under Nazi control, and the Allies learning in detail only in 1944.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Counting the years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first ghettos were set up in Poland in 1939. Nazi officials agreed the Final Solution in 1942. How many years passed between them?</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1942 - 1939 = 3 years. In that short time the policy moved from shutting people into ghettos to deciding to murder them, which is why the chronology is worth knowing precisely.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purpose of the first concentration camps, set up in Germany in the 1930s?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To imprison and frighten people who disagreed with the Nazi regime, and to force them to work</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earliest camps, such as Dachau in 1933, held political prisoners. Their purpose was to imprison and intimidate opponents of the regime and to use them as forced labour.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Holocaust · Chapter 5: The camps, and the Final Solution of 1941-1945</dc:title>
  <dc:subject>History · Year 9</dc:subject>
  <dc:creator>Dr Vitor Merissi de Carvalho</dc:creator>
  <cp:lastModifiedBy>Dr Vitor Merissi de Carvalho</cp:lastModifiedBy>
  <cp:revision>1</cp:revision>
  <dcterms:created xsi:type="dcterms:W3CDTF">2026-10-19T16:23:07Z</dcterms:created>
  <dcterms:modified xsi:type="dcterms:W3CDTF">2026-10-19T16:23:07Z</dcterms:modified>
</cp:coreProperties>
</file>