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c7e4172-6f97-3c80-b421-9e2efa923980}">
          <p14:sldIdLst>
            <p14:sldId id="256"/>
          </p14:sldIdLst>
        </p14:section>
        <p14:section name="Gate" id="{173d12c9-e3bc-c2dc-e452-e5dd5a97485b}">
          <p14:sldIdLst>
            <p14:sldId id="257"/>
            <p14:sldId id="258"/>
          </p14:sldIdLst>
        </p14:section>
        <p14:section name="Pre-teach" id="{dafb92b6-9b9c-9ea9-2af6-794278f367db}">
          <p14:sldIdLst>
            <p14:sldId id="259"/>
          </p14:sldIdLst>
        </p14:section>
        <p14:section name="Read-along" id="{bb97d282-5787-d6b1-a006-43b2fb321a35}">
          <p14:sldIdLst>
            <p14:sldId id="260"/>
            <p14:sldId id="261"/>
          </p14:sldIdLst>
        </p14:section>
        <p14:section name="Teach" id="{ec54cc2a-9eba-fc5a-1f8f-bf88adaa3576}">
          <p14:sldIdLst>
            <p14:sldId id="262"/>
            <p14:sldId id="263"/>
            <p14:sldId id="264"/>
            <p14:sldId id="265"/>
          </p14:sldIdLst>
        </p14:section>
        <p14:section name="Routes" id="{5b7c33d6-2c2e-2d79-3c36-fb5978c34615}">
          <p14:sldIdLst>
            <p14:sldId id="266"/>
            <p14:sldId id="267"/>
            <p14:sldId id="268"/>
            <p14:sldId id="269"/>
            <p14:sldId id="270"/>
            <p14:sldId id="271"/>
          </p14:sldIdLst>
        </p14:section>
        <p14:section name="Close" id="{3ff1bf65-a381-2bf9-750f-78cdb62abfef}">
          <p14:sldIdLst>
            <p14:sldId id="272"/>
          </p14:sldIdLst>
        </p14:section>
        <p14:section name="Answers" id="{2bfd8282-8dcc-7006-fc25-529d16191ed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Two armies get ready. This chapter weighs the two armies that met at Hastings: a tired English force that had just fought a battle, and a Norman army that had rested, built a camp and waited.
This deck covers the department's lesson: 3 (Progress check and preparations for Hastings: How did Stamford Bridge weaken Harold, how did William prepare, and who had the stronger army?).
Read the big question aloud: "William won the Battle of Hastings because he was lucky. How far do you agree?"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did William land in England unopposed on 28 September 1066?  →  A   Harold's army was in the north, where it had just fought the Vikings
2. The ___ were highly trained, paid professional soldiers who protected the king and carried heavy axes.  →  huscarls
3. Harold had about 15,000 men at Stamford Bridge and about 7,000 at Hastings. How many men had he lost in total between the two battles?  →  8000 men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Harold's army was in the north, where it had just fought the Vikings. Harold had marched north to fight Hardrada at Stamford Bridge on 25 September, so there was no army in the south when William landed three days later.
2. huscarls. Huscarls were the professional core of the English army. The fyrd were untrained; archers belonged to William's army.
3. 8000 men. 15,000 − 7,000 = 8,000: about 5,000 died at Stamford Bridge and about 3,000 went home on the march.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huscarl: a trained, paid professional soldier in Harold's army. Example: "The huscarls carried heavy axes and protected the king."
• fyrd: ordinary men who fought only when the king called them. Example: "The fyrd were farmers with homemade spears, not trained soldiers."
• cavalry: soldiers who fight on horseback. Example: "William's cavalry charged at the enemy on their horses."
• professional: trained and paid to do a job. Example: "William's foot soldiers were professional, well-trained men."
• tapestry: a long piece of cloth with pictures sewn into it. Example: "The Bayeux Tapestry shows William's men building ships."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Harold had won at Stamford Bridge, but it had cost him dearly.
2. He had taken about 15,000 soldiers north.
3. About 5,000 of them died in the battle.
4. Then, on 28 September, William landed in the south with 9,000 men.
5. Nobody was there to stop him, because Harold's army was in the north.
6. William built a camp, rested his men and waited.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Harold's army had to march all the way back south.
8. The men were exhausted, and some went home.
9. Harold arrived with about 7,000 men.
10. His army was made of huscarls, who were professional, and the fyrd, who were not.
11. William's army had cavalry, foot soldiers and archers.
12. Which army would you rather lead?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 lands unopposed. Say it in your own words, then check understanding with a quick question: ask a pupil from the pre-teach group first, since they met these words and ideas before the lesson. Pupils try to recall before you re-explain.
On 28 September 1066, three days after Stamford Bridge, the wind in the Channel finally changed. William, Duke of Normandy, landed on the south coast of England with about 9,000 men. There was nobody to stop him. Harold's army was hundreds of kilometres away in the north, where it had just fought the Vikings. The one thing Harold had guarded against all summer happened the moment he left.
William then made a clever decision. Instead of marching to find Harold, he built a base camp in the south and waited for Harold to come to him. This meant his soldiers could rest, eat and prepare, while Harold's soldiers would have to march the whole length of England again and arrive tired. The longer William waited, the weaker his enemy became.
A homework in your lesson used the Bayeux Tapestry to show how William prepared. One scene shows William hearing that Harold has become king, and ordering his men to chop down trees. Later scenes show the wood being shaped into ships and the fleet setting sail. The Tapestry was made by the winning side after the Conquest, so a historian uses it with care, but it shows how long and how seriously William had planned.
Tip: 28 September: William lands. Learn it with 25 September, Stamford Bridge: three days apart, at opposite ends of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Counting Harold's losses. Say it in your own words, then check understanding with a quick question: ask a pupil from the pre-teach group first, since they met these words and ideas before the lesson. Pupils try to recall before you re-explain.
Your lesson used a BBC Bitesize account of Harold's march, which gives these numbers. Harold took about 15,000 soldiers to fight the Vikings at Stamford Bridge. He won, but he lost about 5,000 of them in the battle. With the 10,000 who remained, he marched back south to face William. Men dropped out on the way because they were exhausted, and your lesson notes that over 3,000 went home. Harold arrived in the south with about 7,000 men and began the battle almost immediately.
So Harold's army at Hastings was less than half the size of the one he had marched north with. It had fought one battle, marched the length of England twice, and lost its best soldiers along the way. Your lesson asks whether Harold's army was well prepared to fight a battle. Think about what he could have done differently: waited for more men, rested, or chosen the moment himself instead of rushing to meet William.
These numbers come from the deck's source and are rounded; historians give different figures for medieval armies, because nobody counted them carefully at the time. What matters for your argument is the pattern: a big army, a costly victory, a long march, a smaller and tired army at the end of it.
Worked example — model it step by step, thinking aloud: Harold took about 15,000 men to Stamford Bridge and lost about 5,000 there. He reached Hastings with about 7,000. How many men did he lose on the march south? (1) After the battle: 15,000 − 5,000 = 10,000 men. (2) At Hastings: 7,000 men. Lost on the march: 10,000 − 7,000 = 3,000. Answer: about 3,000 men.
Tip: 15,000, minus 5,000 in battle, minus 3,000 on the road, leaves 7,000. Check: 7,000 is less than half of 15,000.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Harold's army: huscarls and the fyrd. Say it in your own words, then check understanding with a quick question: ask a pupil from the pre-teach group first, since they met these words and ideas before the lesson. Pupils try to recall before you re-explain.
The English army had two types of soldier. The huscarls were highly trained, paid professional soldiers. Being a soldier was their job. They were protected by strong armour, a shield and a helmet, and they carried a heavy axe. They were feared warriors, and their job in battle was to lock their shields together to form a shield wall, and to protect the king.
The fyrd were everyone else: ordinary men who fought when the king needed them and were not trained. They were unpaid, protected their local area, and only fought when called on. They did not have good weapons or armour, and often made their own spears. In battle they helped to keep the shield wall together and threw spears and stones at the enemy.
Most of Harold's 7,000 men at Hastings were fyrd. His best soldiers, the huscarls, had taken the heaviest losses at Stamford Bridge. When you compare the armies, this matters: Harold's professional core was smaller than it had been, and the men filling the gaps were farmers.
Tip: Huscarl: paid, trained, axe, protects the king. Fyrd: unpaid, untrained, homemade spear, fights when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William's army: cavalry, foot soldiers and archers. Say it in your own words, then check understanding with a quick question: ask a pupil from the pre-teach group first, since they met these words and ideas before the lesson. Pupils try to recall before you re-explain.
William's army had three types of soldier. The cavalry were mounted on horses. They wore heavy armour and carried long swords, so that they could attack foot soldiers from above. Their tactic was to charge quickly at the enemy, surround them and kill them. Being on a horse also protected them, because they could ride away from danger.
Foot soldiers made up the majority of William's army. They were professional, well-trained men with some of the best armour and weapons in Europe. Archers carried bows and arrows and could attack the English from far away. Their tactic was to attack first, to weaken the enemy before a cavalry charge. Your lesson notes that historians debate how much the archers actually fought at Hastings.
Now compare. Harold's huscarls against William's cavalry: both professional, but one on foot with an axe, the other on a horse with a sword. Harold's fyrd against William's foot soldiers: farmers with homemade spears against trained men with good armour. A shield wall is very hard to break by charging at it. But could it stand against arrows falling from above, charge after charge, for a whole day?
Tip: Cavalry charge, foot soldiers fight, archers soften the enemy first. Three jobs, one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fought for whom?.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soldier to the correct description.
Support — work through the steps with the group: (1) Sort first by army: two types are Harold's (English) and three are William's (Norman). (2) Of Harold's two, one is professional and one is not. (3) Of William's three, one rides, one shoots, and one is everybody else.
Parallel worked example for Support (model it, do not give the task answer): Practice: in a school, match ‘teachers’, ‘prefects’ and ‘visitors’ to: trained and paid to teach; pupils given a job to help; people from outside for the day. Teachers are trained and paid.; Prefects are pupils with a job.; Visitors come from outside.. Answer: Teachers: trained and paid. Prefects: pupils with a job. Visitors: from outside..
Core — reveal the hint only on request: Axe and king: huscarls. Homemade spears: fyrd. Horses: cavalry. Bows: archers. Everyone else in William's army: foot soldiers.
Stretch — no help; when finished: Give each type of soldier a rating out of 5 and explain your rating for the two you think are furthest apart. Then say which single comparison, huscarls against cavalry or fyrd against foot soldiers, tells you more about who would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fought for whom?.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soldier to the correct description.
Support — work through the steps with the group: (1) Sort first by army: two types are Harold's (English) and three are William's (Norman). (2) Of Harold's two, one is professional and one is not. (3) Of William's three, one rides, one shoots, and one is everybody else.
Parallel worked example for Support (model it, do not give the task answer): Practice: in a school, match ‘teachers’, ‘prefects’ and ‘visitors’ to: trained and paid to teach; pupils given a job to help; people from outside for the day. Teachers are trained and paid.; Prefects are pupils with a job.; Visitors come from outside.. Answer: Teachers: trained and paid. Prefects: pupils with a job. Visitors: from outside..
Core — reveal the hint only on request: Axe and king: huscarls. Homemade spears: fyrd. Horses: cavalry. Bows: archers. Everyone else in William's army: foot soldiers.
Stretch — no help; when finished: Give each type of soldier a rating out of 5 and explain your rating for the two you think are furthest apart. Then say which single comparison, huscarls against cavalry or fyrd against foot soldiers, tells you more about who would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fought for whom?.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soldier to the correct description.
Support — work through the steps with the group: (1) Sort first by army: two types are Harold's (English) and three are William's (Norman). (2) Of Harold's two, one is professional and one is not. (3) Of William's three, one rides, one shoots, and one is everybody else.
Parallel worked example for Support (model it, do not give the task answer): Practice: in a school, match ‘teachers’, ‘prefects’ and ‘visitors’ to: trained and paid to teach; pupils given a job to help; people from outside for the day. Teachers are trained and paid.; Prefects are pupils with a job.; Visitors come from outside.. Answer: Teachers: trained and paid. Prefects: pupils with a job. Visitors: from outside..
Core — reveal the hint only on request: Axe and king: huscarls. Homemade spears: fyrd. Horses: cavalry. Bows: archers. Everyone else in William's army: foot soldiers.
Stretch — no help; when finished: Give each type of soldier a rating out of 5 and explain your rating for the two you think are furthest apart. Then say which single comparison, huscarls against cavalry or fyrd against foot soldiers, tells you more about who would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fought for whom?.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soldier to the correct description.
Support — work through the steps with the group: (1) Sort first by army: two types are Harold's (English) and three are William's (Norman). (2) Of Harold's two, one is professional and one is not. (3) Of William's three, one rides, one shoots, and one is everybody else.
Parallel worked example for Support (model it, do not give the task answer): Practice: in a school, match ‘teachers’, ‘prefects’ and ‘visitors’ to: trained and paid to teach; pupils given a job to help; people from outside for the day. Teachers are trained and paid.; Prefects are pupils with a job.; Visitors come from outside.. Answer: Teachers: trained and paid. Prefects: pupils with a job. Visitors: from outside..
Core — reveal the hint only on request: Axe and king: huscarls. Homemade spears: fyrd. Horses: cavalry. Bows: archers. Everyone else in William's army: foot soldiers.
Stretch — no help; when finished: Give each type of soldier a rating out of 5 and explain your rating for the two you think are furthest apart. Then say which single comparison, huscarls against cavalry or fyrd against foot soldiers, tells you more about who would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Tired army, rested army.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William landed on 28 September and then waited in the south for Harold to come to him. Why was this a clever tactic?
Support — work through the steps with the group: (1) Where was Harold's army on 28 September? In the north, just after a battle. (2) What would it have to do to reach William? March all the way back south. (3) What was William's army doing in the meantime? Resting, eating, building a camp. (4) Who gains from a delay?
Parallel worked example for Support (model it, do not give the task answer): Practice: two runners race. One has just finished a marathon and must jog ten miles to the start line. The other has slept well and waits at the start. Why does waiting help the second runner? The first runner is already tired and gets more tired getting to the start.; The second runner loses nothing by waiting.. Answer: Waiting costs the rested runner nothing and makes the tired runner more tired..
Core — reveal the hint only on request: Think about what each army was doing between 28 September and 14 October.
Stretch — no help; when finished: Harold could have waited too, gathering fresh men in London before marching to Hastings. Give one reason he might have chosen to rush instead, and say whether you think it was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Tired army, rested army.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William landed on 28 September and then waited in the south for Harold to come to him. Why was this a clever tactic?
Support — work through the steps with the group: (1) Where was Harold's army on 28 September? In the north, just after a battle. (2) What would it have to do to reach William? March all the way back south. (3) What was William's army doing in the meantime? Resting, eating, building a camp. (4) Who gains from a delay?
Parallel worked example for Support (model it, do not give the task answer): Practice: two runners race. One has just finished a marathon and must jog ten miles to the start line. The other has slept well and waits at the start. Why does waiting help the second runner? The first runner is already tired and gets more tired getting to the start.; The second runner loses nothing by waiting.. Answer: Waiting costs the rested runner nothing and makes the tired runner more tired..
Core — reveal the hint only on request: Think about what each army was doing between 28 September and 14 October.
Stretch — no help; when finished: Harold could have waited too, gathering fresh men in London before marching to Hastings. Give one reason he might have chosen to rush instead, and say whether you think it was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William land in England unopposed on 28 September 1066?
Answer: D   Harold's army was in the north, where it had just fought the Vikings. Harold had marched north to fight Hardrada at Stamford Bridge on 25 September, so there was no army in the south when William landed three days later.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Who fought for whom?. Reveal the answer; pupils mark their own work in a different colour, then read the "why" together. Same destination for every lane, so one answer serves the whole class.
Answer: Huscarls  →  E  Harold's paid, highly trained professionals with heavy axes, who protected the king; Fyrd  →  D  Harold's ordinary men, untrained and unpaid, often with homemade spears; Cavalry  →  C  William's heavily armoured soldiers on horses, with long swords; Foot soldiers  →  B  The majority of William's army: professional men with some of the best armour and weapons; Archers  →  A  William's soldiers with bows and arrows, who attacked first from far away
Why: Harold's army: huscarls (professional, axes, protect the king) and fyrd (untrained, homemade spears). William's army: cavalry (horses, armour, long swords), foot soldiers (the professional majority) and archers (bows, attack first from a distance).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Tired army, rested army. Reveal the answer; pupils mark their own work in a different colour, then read the "why" together. Same destination for every lane, so one answer serves the whole class.
Answer: B   His men could rest and build a camp while Harold's men had to march the length of England and arrive tired
Why: By waiting in his base camp, William let his army rest and prepare, while Harold's army, already weakened by Stamford Bridge, had to march the length of England and arrived exhausted with about 7,000 men.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Harold's army was in the north, where it had just fought the Vikings
Why: Harold had marched north to fight Hardrada at Stamford Bridge on 25 September, so there was no army in the south when William landed three days later.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Hastings · AQA KS3 → 8145</a:t>
            </a:r>
            <a:endParaRPr lang="en-US" sz="1800" dirty="0"/>
          </a:p>
        </p:txBody>
      </p:sp>
      <p:sp>
        <p:nvSpPr>
          <p:cNvPr id="10" name="deck-title"/>
          <p:cNvSpPr txBox="1"/>
          <p:nvPr/>
        </p:nvSpPr>
        <p:spPr>
          <a:xfrm>
            <a:off x="548640" y="256844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Two armies get ready</a:t>
            </a:r>
            <a:endParaRPr lang="en-US" sz="4000" dirty="0"/>
          </a:p>
        </p:txBody>
      </p:sp>
      <p:sp>
        <p:nvSpPr>
          <p:cNvPr id="11" name="lessons-card"/>
          <p:cNvSpPr/>
          <p:nvPr/>
        </p:nvSpPr>
        <p:spPr>
          <a:xfrm>
            <a:off x="548640" y="3584448"/>
            <a:ext cx="5287975" cy="1290320"/>
          </a:xfrm>
          <a:prstGeom prst="roundRect">
            <a:avLst>
              <a:gd name="adj" fmla="val 5669"/>
            </a:avLst>
          </a:prstGeom>
          <a:solidFill>
            <a:srgbClr val="F6F2EF"/>
          </a:solidFill>
          <a:ln/>
        </p:spPr>
      </p:sp>
      <p:sp>
        <p:nvSpPr>
          <p:cNvPr id="12" name="lessons"/>
          <p:cNvSpPr txBox="1"/>
          <p:nvPr/>
        </p:nvSpPr>
        <p:spPr>
          <a:xfrm>
            <a:off x="685800" y="36758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preparations for Hastings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William won the Battle of Hastings because he was lucky. How far do you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did William land in England unopposed on 28 September 1066?</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Harold's army was in the north, where it had just fought the Vikings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English nobles supported William</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 coast had no beaches to defend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 had surrendered</a:t>
            </a:r>
            <a:endParaRPr lang="en-US" sz="2200" dirty="0"/>
          </a:p>
        </p:txBody>
      </p:sp>
      <p:sp>
        <p:nvSpPr>
          <p:cNvPr id="12"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___ were highly trained, paid professional soldiers who protected the king and carried heavy axes.</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huscarls  ·  fyrd  ·  archers</a:t>
            </a:r>
            <a:endParaRPr lang="en-US" sz="2000" dirty="0"/>
          </a:p>
        </p:txBody>
      </p:sp>
      <p:sp>
        <p:nvSpPr>
          <p:cNvPr id="17"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Harold had about 15,000 men at Stamford Bridge and about 7,000 at Hastings. How many men had he lost in total between the two battles?</a:t>
            </a:r>
            <a:endParaRPr lang="en-US" sz="1800" dirty="0"/>
          </a:p>
          <a:p>
            <a:pPr algn="l" indent="0" marL="0">
              <a:buNone/>
            </a:pPr>
            <a:r>
              <a:rPr lang="en-US" sz="1800" b="1" dirty="0">
                <a:solidFill>
                  <a:srgbClr val="7A4A1E"/>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men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Harold's army was in the north, where it had just fought the Vikings</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did William land in England unopposed on 28 September 1066?</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Harold had marched north to fight Hardrada at Stamford Bridge on 25 September, so there was no army in the south when William landed three days later.</a:t>
            </a:r>
            <a:endParaRPr lang="en-US" sz="2000" dirty="0"/>
          </a:p>
        </p:txBody>
      </p:sp>
      <p:sp>
        <p:nvSpPr>
          <p:cNvPr id="14" name="card"/>
          <p:cNvSpPr/>
          <p:nvPr/>
        </p:nvSpPr>
        <p:spPr>
          <a:xfrm>
            <a:off x="6095848"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huscarls</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Huscarls were the professional core of the English army. The fyrd were untrained; archers belonged to William's army.</a:t>
            </a:r>
            <a:endParaRPr lang="en-US" sz="1800" dirty="0"/>
          </a:p>
        </p:txBody>
      </p:sp>
      <p:sp>
        <p:nvSpPr>
          <p:cNvPr id="21"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8000 men</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15,000 − 7,000 = 8,000: about 5,000 died at Stamford Bridge and about 3,000 went home on the march.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huscarl</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trained, paid professional soldier in Harold's army</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huscarls carried heavy axes and protected the king.</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fyrd</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ordinary men who fought only when the king called them</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fyrd were farmers with homemade spears, not trained soldiers.</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cavalry</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soldiers who fight on horseback</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William's cavalry charged at the enemy on their horses.</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professional</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trained and paid to do a job</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William's foot soldiers were professional, well-trained men.</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tapestry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long piece of cloth with pictures sewn into it</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Bayeux Tapestry shows William's men building ships.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Harold had won at Stamford Bridge, but it had cost him dearly.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had taken about 15,000 soldiers north.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About 5,000 of them died in the battle.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on 28 September, William landed in the south with 9,000 men.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Nobody was there to stop him, because Harold's army was in the north.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William built a camp, rested his men and waited.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Harold's army had to march all the way back south.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men were exhausted, and some went home.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Harold arrived with about 7,000 men.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 army was made of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huscarls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who were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professional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fyrd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who were not.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William's army had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cavalry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foot soldiers and archers.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Which army would you rather lead?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William lands unopposed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28 September: William lands. Learn it with 25 September, Stamford Bridge: three days apart, at opposite ends of England.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 28 September 1066, three days after Stamford Bridge, the wind in the Channel finally changed.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William then made a clever decision. Instead of marching to find Harold, he built a base camp in the south and waited for Harold to come to him.</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homework in your lesson used the Bayeux Tapestry to show how William prepared.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Counting Harold's losses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15,000, minus 5,000 in battle, minus 3,000 on the road, leaves 7,000. Check: 7,000 is less than half of 15,000.</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Harold took about 15,000 men to Stamford Bridge and lost about 5,000 there. He reached Hastings with about 7,000. How many men did he lose on the march south?</a:t>
            </a:r>
            <a:endParaRPr lang="en-US" sz="1800" dirty="0"/>
          </a:p>
        </p:txBody>
      </p:sp>
      <p:sp>
        <p:nvSpPr>
          <p:cNvPr id="14" name="step-box"/>
          <p:cNvSpPr/>
          <p:nvPr/>
        </p:nvSpPr>
        <p:spPr>
          <a:xfrm>
            <a:off x="6126480" y="3446272"/>
            <a:ext cx="5379415" cy="566928"/>
          </a:xfrm>
          <a:prstGeom prst="roundRect">
            <a:avLst>
              <a:gd name="adj" fmla="val 16129"/>
            </a:avLst>
          </a:prstGeom>
          <a:solidFill>
            <a:srgbClr val="F6F2EF"/>
          </a:solidFill>
          <a:ln/>
        </p:spPr>
      </p:sp>
      <p:sp>
        <p:nvSpPr>
          <p:cNvPr id="15" name="step-hex"/>
          <p:cNvSpPr/>
          <p:nvPr/>
        </p:nvSpPr>
        <p:spPr>
          <a:xfrm>
            <a:off x="6217920" y="3547606"/>
            <a:ext cx="420624" cy="364260"/>
          </a:xfrm>
          <a:prstGeom prst="hexagon">
            <a:avLst/>
          </a:prstGeom>
          <a:solidFill>
            <a:srgbClr val="7A4A1E"/>
          </a:solidFill>
          <a:ln/>
        </p:spPr>
      </p:sp>
      <p:sp>
        <p:nvSpPr>
          <p:cNvPr id="16" name="step-hex-label"/>
          <p:cNvSpPr txBox="1"/>
          <p:nvPr/>
        </p:nvSpPr>
        <p:spPr>
          <a:xfrm>
            <a:off x="6217920" y="35476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After the battle: 15,000 − 5,000 = 10,000 men.</a:t>
            </a:r>
            <a:endParaRPr lang="en-US" sz="1800" dirty="0"/>
          </a:p>
        </p:txBody>
      </p:sp>
      <p:sp>
        <p:nvSpPr>
          <p:cNvPr id="18" name="step-box"/>
          <p:cNvSpPr/>
          <p:nvPr/>
        </p:nvSpPr>
        <p:spPr>
          <a:xfrm>
            <a:off x="6126480" y="4104640"/>
            <a:ext cx="5379415" cy="794512"/>
          </a:xfrm>
          <a:prstGeom prst="roundRect">
            <a:avLst>
              <a:gd name="adj" fmla="val 11509"/>
            </a:avLst>
          </a:prstGeom>
          <a:solidFill>
            <a:srgbClr val="F6F2EF"/>
          </a:solidFill>
          <a:ln/>
        </p:spPr>
      </p:sp>
      <p:sp>
        <p:nvSpPr>
          <p:cNvPr id="19" name="step-hex"/>
          <p:cNvSpPr/>
          <p:nvPr/>
        </p:nvSpPr>
        <p:spPr>
          <a:xfrm>
            <a:off x="6217920" y="4319766"/>
            <a:ext cx="420624" cy="364260"/>
          </a:xfrm>
          <a:prstGeom prst="hexagon">
            <a:avLst/>
          </a:prstGeom>
          <a:solidFill>
            <a:srgbClr val="7A4A1E"/>
          </a:solidFill>
          <a:ln/>
        </p:spPr>
      </p:sp>
      <p:sp>
        <p:nvSpPr>
          <p:cNvPr id="20" name="step-hex-label"/>
          <p:cNvSpPr txBox="1"/>
          <p:nvPr/>
        </p:nvSpPr>
        <p:spPr>
          <a:xfrm>
            <a:off x="6217920" y="43197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10464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Hastings: 7,000 men. Lost on the march: 10,000 − 7,000 = 3,000.</a:t>
            </a:r>
            <a:endParaRPr lang="en-US" sz="1800" dirty="0"/>
          </a:p>
        </p:txBody>
      </p:sp>
      <p:sp>
        <p:nvSpPr>
          <p:cNvPr id="22" name="worked-answer"/>
          <p:cNvSpPr/>
          <p:nvPr/>
        </p:nvSpPr>
        <p:spPr>
          <a:xfrm>
            <a:off x="6126480" y="5036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about 3,000 men</a:t>
            </a:r>
            <a:endParaRPr lang="en-US" sz="1800" dirty="0"/>
          </a:p>
        </p:txBody>
      </p:sp>
      <p:sp>
        <p:nvSpPr>
          <p:cNvPr id="23" name="bullet-card"/>
          <p:cNvSpPr/>
          <p:nvPr/>
        </p:nvSpPr>
        <p:spPr>
          <a:xfrm>
            <a:off x="548640" y="1389888"/>
            <a:ext cx="5074920" cy="1630426"/>
          </a:xfrm>
          <a:prstGeom prst="roundRect">
            <a:avLst>
              <a:gd name="adj" fmla="val 4487"/>
            </a:avLst>
          </a:prstGeom>
          <a:solidFill>
            <a:srgbClr val="F8F6F4"/>
          </a:solidFill>
          <a:ln/>
        </p:spPr>
      </p:sp>
      <p:sp>
        <p:nvSpPr>
          <p:cNvPr id="24" name="bullet-hex"/>
          <p:cNvSpPr/>
          <p:nvPr/>
        </p:nvSpPr>
        <p:spPr>
          <a:xfrm>
            <a:off x="676656" y="2038808"/>
            <a:ext cx="384048" cy="332586"/>
          </a:xfrm>
          <a:prstGeom prst="hexagon">
            <a:avLst/>
          </a:prstGeom>
          <a:solidFill>
            <a:srgbClr val="7A4A1E"/>
          </a:solidFill>
          <a:ln/>
        </p:spPr>
      </p:sp>
      <p:sp>
        <p:nvSpPr>
          <p:cNvPr id="25"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used a BBC Bitesize account of Harold's march, which gives these numbers.</a:t>
            </a:r>
            <a:endParaRPr lang="en-US" sz="2200" dirty="0"/>
          </a:p>
        </p:txBody>
      </p:sp>
      <p:sp>
        <p:nvSpPr>
          <p:cNvPr id="26" name="bullet-card"/>
          <p:cNvSpPr/>
          <p:nvPr/>
        </p:nvSpPr>
        <p:spPr>
          <a:xfrm>
            <a:off x="548640" y="3166618"/>
            <a:ext cx="5074920" cy="1630426"/>
          </a:xfrm>
          <a:prstGeom prst="roundRect">
            <a:avLst>
              <a:gd name="adj" fmla="val 4487"/>
            </a:avLst>
          </a:prstGeom>
          <a:solidFill>
            <a:srgbClr val="F8F6F4"/>
          </a:solidFill>
          <a:ln/>
        </p:spPr>
      </p:sp>
      <p:sp>
        <p:nvSpPr>
          <p:cNvPr id="27" name="bullet-hex"/>
          <p:cNvSpPr/>
          <p:nvPr/>
        </p:nvSpPr>
        <p:spPr>
          <a:xfrm>
            <a:off x="676656" y="3815538"/>
            <a:ext cx="384048" cy="332586"/>
          </a:xfrm>
          <a:prstGeom prst="hexagon">
            <a:avLst/>
          </a:prstGeom>
          <a:solidFill>
            <a:srgbClr val="B8862B"/>
          </a:solidFill>
          <a:ln/>
        </p:spPr>
      </p:sp>
      <p:sp>
        <p:nvSpPr>
          <p:cNvPr id="28" name="bullet"/>
          <p:cNvSpPr txBox="1"/>
          <p:nvPr/>
        </p:nvSpPr>
        <p:spPr>
          <a:xfrm>
            <a:off x="1143000" y="3166618"/>
            <a:ext cx="4389120" cy="16304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 Harold's army at Hastings was less than half the size of the one he had marched north with.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Harold's army: huscarls and the fyrd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Huscarl: paid, trained, axe, protects the king. Fyrd: unpaid, untrained, homemade spear, fights when called.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English army had two types of soldier. The huscarls were highly trained, paid professional soldiers.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fyrd were everyone else: ordinary men who fought when the king needed them and were not trained.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of Harold's 7,000 men at Hastings were fyrd. His best soldiers, the huscarls, had taken the heaviest losses at Stamford Bridge.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William's army: cavalry, foot soldiers and archers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Cavalry charge, foot soldiers fight, archers soften the enemy first. Three jobs, one plan.</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William's army had three types of soldier. The cavalry were mounted on horses.</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Foot soldiers made up the majority of William's army. They were professional, well-trained men with some of the best armour and weapons in Europe.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Now compare. Harold's huscarls against William's cavalry: both professional, but one on foot with an axe, the other on a horse with a sword.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 fought for whom?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soldier to the correct description.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(1 of 2): Who fought for whom?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soldier to the correct description.</a:t>
            </a:r>
            <a:endParaRPr lang="en-US" sz="2400" dirty="0"/>
          </a:p>
        </p:txBody>
      </p:sp>
      <p:sp>
        <p:nvSpPr>
          <p:cNvPr id="11" name="match-card"/>
          <p:cNvSpPr/>
          <p:nvPr/>
        </p:nvSpPr>
        <p:spPr>
          <a:xfrm>
            <a:off x="777240" y="2468331"/>
            <a:ext cx="3081437" cy="1103559"/>
          </a:xfrm>
          <a:prstGeom prst="roundRect">
            <a:avLst>
              <a:gd name="adj" fmla="val 6629"/>
            </a:avLst>
          </a:prstGeom>
          <a:solidFill>
            <a:srgbClr val="F8F6F4"/>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Huscarls</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9F4EC"/>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William's heavily armoured soldiers on horses, with long swords</a:t>
            </a:r>
            <a:endParaRPr lang="en-US" sz="2200" dirty="0"/>
          </a:p>
        </p:txBody>
      </p:sp>
      <p:sp>
        <p:nvSpPr>
          <p:cNvPr id="19" name="match-card"/>
          <p:cNvSpPr/>
          <p:nvPr/>
        </p:nvSpPr>
        <p:spPr>
          <a:xfrm>
            <a:off x="777240" y="3663330"/>
            <a:ext cx="3081437" cy="1103559"/>
          </a:xfrm>
          <a:prstGeom prst="roundRect">
            <a:avLst>
              <a:gd name="adj" fmla="val 6629"/>
            </a:avLst>
          </a:prstGeom>
          <a:solidFill>
            <a:srgbClr val="F8F6F4"/>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Fyrd</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9F4EC"/>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Harold's ordinary men, untrained and unpaid, often with homemade spears</a:t>
            </a:r>
            <a:endParaRPr lang="en-US" sz="2200" dirty="0"/>
          </a:p>
        </p:txBody>
      </p:sp>
      <p:sp>
        <p:nvSpPr>
          <p:cNvPr id="27" name="match-card"/>
          <p:cNvSpPr/>
          <p:nvPr/>
        </p:nvSpPr>
        <p:spPr>
          <a:xfrm>
            <a:off x="777240" y="4858329"/>
            <a:ext cx="3081437" cy="1103559"/>
          </a:xfrm>
          <a:prstGeom prst="roundRect">
            <a:avLst>
              <a:gd name="adj" fmla="val 6629"/>
            </a:avLst>
          </a:prstGeom>
          <a:solidFill>
            <a:srgbClr val="F8F6F4"/>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Cavalry</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9F4EC"/>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Harold's paid, highly trained professionals with heavy axes, who protected the 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(2 of 2): Who fought for whom?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soldier to the correct description.</a:t>
            </a:r>
            <a:endParaRPr lang="en-US" sz="2400" dirty="0"/>
          </a:p>
        </p:txBody>
      </p:sp>
      <p:sp>
        <p:nvSpPr>
          <p:cNvPr id="11" name="match-card"/>
          <p:cNvSpPr/>
          <p:nvPr/>
        </p:nvSpPr>
        <p:spPr>
          <a:xfrm>
            <a:off x="777240" y="2468331"/>
            <a:ext cx="3081437" cy="1165352"/>
          </a:xfrm>
          <a:prstGeom prst="roundRect">
            <a:avLst>
              <a:gd name="adj" fmla="val 6277"/>
            </a:avLst>
          </a:prstGeom>
          <a:solidFill>
            <a:srgbClr val="F8F6F4"/>
          </a:solidFill>
          <a:ln/>
        </p:spPr>
      </p:sp>
      <p:sp>
        <p:nvSpPr>
          <p:cNvPr id="12" name="match-hex"/>
          <p:cNvSpPr/>
          <p:nvPr/>
        </p:nvSpPr>
        <p:spPr>
          <a:xfrm>
            <a:off x="850392" y="2884715"/>
            <a:ext cx="384048" cy="332586"/>
          </a:xfrm>
          <a:prstGeom prst="hexagon">
            <a:avLst/>
          </a:prstGeom>
          <a:solidFill>
            <a:srgbClr val="7A4A1E"/>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Foot soldiers</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9F4EC"/>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William's soldiers with bows and arrows, who attacked first from far away</a:t>
            </a:r>
            <a:endParaRPr lang="en-US" sz="2200" dirty="0"/>
          </a:p>
        </p:txBody>
      </p:sp>
      <p:sp>
        <p:nvSpPr>
          <p:cNvPr id="19" name="match-card"/>
          <p:cNvSpPr/>
          <p:nvPr/>
        </p:nvSpPr>
        <p:spPr>
          <a:xfrm>
            <a:off x="777240" y="3725123"/>
            <a:ext cx="3081437" cy="1165352"/>
          </a:xfrm>
          <a:prstGeom prst="roundRect">
            <a:avLst>
              <a:gd name="adj" fmla="val 6277"/>
            </a:avLst>
          </a:prstGeom>
          <a:solidFill>
            <a:srgbClr val="F8F6F4"/>
          </a:solidFill>
          <a:ln/>
        </p:spPr>
      </p:sp>
      <p:sp>
        <p:nvSpPr>
          <p:cNvPr id="20" name="match-hex"/>
          <p:cNvSpPr/>
          <p:nvPr/>
        </p:nvSpPr>
        <p:spPr>
          <a:xfrm>
            <a:off x="850392" y="4141507"/>
            <a:ext cx="384048" cy="332586"/>
          </a:xfrm>
          <a:prstGeom prst="hexagon">
            <a:avLst/>
          </a:prstGeom>
          <a:solidFill>
            <a:srgbClr val="7A4A1E"/>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Archers</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9F4EC"/>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majority of William's army: professional men with some of the best armour and weapons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Who fought for whom?</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type of soldier to the correct description.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6F2EF"/>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first by army: two types are Harold's (English) and three are William's (Norman).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Harold's two, one is professional and one is not.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William's three, one rides, one shoots, and one is everybody else.</a:t>
            </a:r>
            <a:endParaRPr lang="en-US" sz="1800" dirty="0"/>
          </a:p>
        </p:txBody>
      </p:sp>
      <p:sp>
        <p:nvSpPr>
          <p:cNvPr id="17" name="col-Core"/>
          <p:cNvSpPr/>
          <p:nvPr/>
        </p:nvSpPr>
        <p:spPr>
          <a:xfrm>
            <a:off x="4338218" y="2578608"/>
            <a:ext cx="3515258" cy="3566160"/>
          </a:xfrm>
          <a:prstGeom prst="roundRect">
            <a:avLst>
              <a:gd name="adj" fmla="val 1561"/>
            </a:avLst>
          </a:prstGeom>
          <a:solidFill>
            <a:srgbClr val="E6DDD4"/>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Axe and king: huscarls. Homemade spears: fyrd. Horses: cavalry. Bows: archers. Everyone else in William's army: foot soldiers.</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7A4A1E"/>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Give each type of soldier a rating out of 5 and explain your rating for the two you think are furthest apart. Then say which single comparison, huscarls against cavalry or fyrd against foot soldiers, tells you more about who would win.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Tired army, rested army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William landed on 28 September and then waited in the south for Harold to come to him. Why was this a clever tactic?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let William's ships sail back to Normandy for more men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His men could rest and build a camp while Harold's men had to march the length of England and arrive tired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gave Hardrada time to join William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English would run out of arrows while they waited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Tired army, rested army</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William landed on 28 September and then waited in the south for Harold to come to him. Why was this a clever tactic?</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was Harold's army on 28 September? In the north, just after a battle.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would it have to do to reach William? March all the way back south.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was William's army doing in the meantime? Resting, eating, building a camp.</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 gains from a delay?</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DD4"/>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about what each army was doing between 28 September and 14 October.</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Harold could have waited too, gathering fresh men in London before marching to Hastings. Give one reason he might have chosen to rush instead, and say whether you think it was a mistake.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did William land in England unopposed on 28 September 1066?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English nobles supported William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 coast had no beaches to defend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 had surrendered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Harold's army was in the north, where it had just fought the Vikings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 fought for whom?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Huscarls  →  E  Harold's paid, highly trained professionals with heavy axes, who protected the king</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Fyrd  →  D  Harold's ordinary men, untrained and unpaid, often with homemade spears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Cavalry  →  C  William's heavily armoured soldiers on horses, with long swords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Foot soldiers  →  B  The majority of William's army: professional men with some of the best armour and weapons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Archers  →  A  William's soldiers with bows and arrows, who attacked first from far away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Harold's army: huscarls (professional, axes, protect the king) and fyrd (untrained, homemade spears). William's army: cavalry (horses, armour, long swords), foot soldiers (the professional majority) and archers (bows, attack first from a distance).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Tired army, rested army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William landed on 28 September and then waited in the south for Harold to come to him. Why was this a clever tactic?</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His men could rest and build a camp while Harold's men had to march the length of England and arrive tired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By waiting in his base camp, William let his army rest and prepare, while Harold's army, already weakened by Stamford Bridge, had to march the length of England and arrived exhausted with about 7,000 men.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William land in England unopposed on 28 September 1066?</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Harold's army was in the north, where it had just fought the Vikings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had marched north to fight Hardrada at Stamford Bridge on 25 September, so there was no army in the south when William landed three days later.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 · Chapter 4: Two armies get ready</dc:title>
  <dc:subject>History · Year 7</dc:subject>
  <dc:creator>Dr Vitor Merissi de Carvalho</dc:creator>
  <cp:lastModifiedBy>Dr Vitor Merissi de Carvalho</cp:lastModifiedBy>
  <cp:revision>1</cp:revision>
  <dcterms:created xsi:type="dcterms:W3CDTF">2026-10-19T06:07:54Z</dcterms:created>
  <dcterms:modified xsi:type="dcterms:W3CDTF">2026-10-19T06:07:54Z</dcterms:modified>
</cp:coreProperties>
</file>