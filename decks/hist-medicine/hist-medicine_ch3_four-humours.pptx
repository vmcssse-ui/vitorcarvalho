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9057f02-7c98-b23f-5094-088ae2467bf3}">
          <p14:sldIdLst>
            <p14:sldId id="256"/>
          </p14:sldIdLst>
        </p14:section>
        <p14:section name="Gate" id="{a9ec77f5-5703-3c33-19c0-e68cdb57b6e1}">
          <p14:sldIdLst>
            <p14:sldId id="257"/>
            <p14:sldId id="258"/>
          </p14:sldIdLst>
        </p14:section>
        <p14:section name="Pre-teach" id="{9ae75ffb-1349-171d-0eba-e716204bb849}">
          <p14:sldIdLst>
            <p14:sldId id="259"/>
            <p14:sldId id="260"/>
          </p14:sldIdLst>
        </p14:section>
        <p14:section name="Read-along" id="{366d6606-5816-084b-38ab-ec9f3b698221}">
          <p14:sldIdLst>
            <p14:sldId id="261"/>
            <p14:sldId id="262"/>
          </p14:sldIdLst>
        </p14:section>
        <p14:section name="Teach" id="{656106b7-1adb-9594-9cfe-b1ce9f2493ee}">
          <p14:sldIdLst>
            <p14:sldId id="263"/>
            <p14:sldId id="264"/>
            <p14:sldId id="265"/>
            <p14:sldId id="266"/>
            <p14:sldId id="267"/>
          </p14:sldIdLst>
        </p14:section>
        <p14:section name="Routes" id="{abc40115-86d0-d4db-140a-6e742fe090a0}">
          <p14:sldIdLst>
            <p14:sldId id="268"/>
            <p14:sldId id="269"/>
            <p14:sldId id="270"/>
            <p14:sldId id="271"/>
          </p14:sldIdLst>
        </p14:section>
        <p14:section name="Close" id="{f1994917-82ef-69d9-521a-13a70ae7761a}">
          <p14:sldIdLst>
            <p14:sldId id="272"/>
          </p14:sldIdLst>
        </p14:section>
        <p14:section name="Answers" id="{2a463dff-6598-944d-30c6-5e23f8abf7b9}">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The Four Humours: Hippocrates, Galen and the Church. This chapter explains the most popular medieval theory of disease, where it came from, how Galen built on it, and why the Church made sure it was never challenged.
This deck covers the department's lessons: 3 (The Four Humours: How did the Four Humours explain disease?); 4 (Four Humours Popularity: Why was the Theory of the Four Humours so popular?).
Read the big question aloud: "Why was there so little change in medicine in medieval England between c1250 and c1500?"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first set out the Theory of the Four Humours?  →  A   Hippocrates, in Ancient Greece
2. Galen's ___ said that an illness should be treated with its opposite: a hot cure for a cold illness.  →  Theory of Opposites
3. Which four liquids did the Theory of the Four Humours say made up the body?  →  A   Blood, phlegm, yellow bile and black bile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Hippocrates, in Ancient Greece. Hippocrates, a doctor in fifth-century BC Greece, set out the Four Humours. Galen developed the theory about five hundred years later.
2. Theory of Opposites. The Theory of Opposites was Galen's addition to the Four Humours: balance a cold, wet illness with something hot and dry.
3. A   Blood, phlegm, yellow bile and black bile. The humours were blood, phlegm, yellow bile and black bile, each linked to one of the four elements.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Hippocrates: a doctor in Ancient Greece, fifth century BC. Example: "Hippocrates set out the Theory of the Four Humours."
• Galen: a Greek doctor who worked in Ancient Rome, second century AD. Example: "Galen developed the ideas of Hippocrates."
• humour: one of four liquids people believed made up the body. Example: "Blood was thought to be the hot, wet humour."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Theory of Opposites: Galen's idea of treating an illness with its opposite. Example: "By the Theory of Opposites, a cold illness needed a hot cure."
• dissection: cutting open a dead body to study it. Example: "The Church discouraged the dissection of human bodies."
• Latin: the language of the Church and of learning. Example: "Galen's books were translated into Latin around the year 1000."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The most popular idea about disease was the Theory of the Four Humours.
2. It came from Hippocrates, a doctor in Ancient Greece.
3. He lived in the fifth century BC.
4. He thought the body held four liquids, called humours.
5. They were blood, phlegm, yellow bile and black bile.
6. If the humours were out of balance, he believed, you became ill.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Galen was a doctor in Ancient Rome, about five hundred years later.
8. He added the Theory of Opposites.
9. A cold illness, he said, needed a hot cure.
10. Around the year 1000, their books were translated into Latin.
11. The Church liked their ideas and taught them in its universities.
12. For hundreds of years, nobody was allowed to prove them wrong.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Hippocrates and the four liquids. Say it in your own words, then check understanding with a quick question: ask a pupil from the pre-teach group first, since they met these words and ideas before the lesson. Pupils try to recall before you re-explain.
Hippocrates was a doctor in Ancient Greece who lived from about 460 to 370 BC. He rejected the idea that the gods caused disease. Illness, he argued, had a physical cause and needed a physical cure. He watched his patients closely, wrote down their symptoms and compared them with other cases before deciding what was wrong. That method, clinical observation, is still how a doctor works today.
His most famous idea was the Theory of the Four Humours. The Greeks thought the world was made of four elements: earth, air, fire and water. Hippocrates reasoned that the body must also be made of four things. These were the humours: blood, phlegm, yellow bile and black bile. Each was linked to an element and to two qualities. Blood was hot and wet like air; phlegm cold and wet like water; yellow bile hot and dry like fire; black bile cold and dry like earth.
In a healthy person, the humours were believed to be in balance. Illness meant that one humour had grown too strong or too weak. A runny nose was too much phlegm; a fever was too much blood. Treatment meant putting the balance right, mostly through diet, rest and exercise, but sometimes by bleeding or purging.
Tip: Four elements, four liquids, two qualities each. Draw the diagram from memory until you can do it in under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Galen and the Theory of Opposites. Say it in your own words, then check understanding with a quick question: ask a pupil from the pre-teach group first, since they met these words and ideas before the lesson. Pupils try to recall before you re-explain.
Galen was a Greek doctor who worked in Ancient Rome in the second century AD, from 129 to about 216. He took the Four Humours from Hippocrates and developed them. His great addition was the Theory of Opposites: if an illness was caused by too much of a cold, wet humour, the cure was something hot and dry. A patient with too much phlegm might be told to eat hot peppers. A patient with a fever, hot and red, might be given cucumber, or bled.
Galen also studied the body. He treated wounded gladiators, which let him see inside living people, and he dissected animals, mostly pigs and apes, because human dissection was not allowed in Rome. From this he drew detailed diagrams. Some were accurate. Some were wrong: he believed the liver made the blood and pumped it round the body, which it does not.
Galen wrote a great many books, and that is the key to his power. When his work was translated into Latin around the year 1000, roughly 800 years after his death, it became the basis of medical training in Europe. For medieval students, Galen was not an opinion; he was the textbook.
Tip: Hippocrates set out the humours; Galen developed them and added the Theory of Opposites. Exam questions often ask you to tell the two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Church backed Galen. Say it in your own words, then check understanding with a quick question: ask a pupil from the pre-teach group first, since they met these words and ideas before the lesson. Pupils try to recall before you re-explain.
The Four Humours were popular for 250 years because the Church promoted them. Galen's ideas fitted Christian beliefs: he wrote that the body had a soul, and that every part of it was designed to work together, which matched the teaching that God had created the body. The Church adopted Hippocrates and Galen as the approved explanation of disease.
The Church then made sure the theory was not challenged. It controlled the universities where physicians were trained, so students learned Galen and nothing else. Books were copied by hand by monks, so the Church chose which books existed. Most people could not read, so they believed what they were told. And the Church discouraged the dissection of human bodies, so nobody could check Galen's anatomy against a real one.
The few dissections that did happen prove the point. A painting in the Fasciculus Medicinae, printed in 1491 and the first medical book printed with pictures, shows a physician reading aloud from Galen while a barber surgeon cuts open the body of an executed criminal. The purpose was not to discover anything new. It was to show students that Galen was right.
Worked example — model it step by step, thinking aloud: Explain one way in which the Church helped to keep the Four Humours popular. Plan it as point, evidence, explanation. (1) Point: choose one way the Church acted. The Church controlled medical training. (2) Evidence: name something specific. The Church ran the universities where physicians studied, and the course was based on Galen's books. (3) Explanation: say what this meant. Every trained physician left university believing in the Four Humours, and nobody taught an alternative. (4) Check the belief words: the plan says physicians believed in the humours; it does not say the humours were real. Answer: Point: the Church controlled training. Evidence: Church-run universities taught Galen. Explanation: every physician was trained to believe the Four Humours and no other theory was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Church backed Galen. Say it in your own words, then check understanding with a quick question: ask a pupil from the pre-teach group first, since they met these words and ideas before the lesson. Pupils try to recall before you re-explain.
The Four Humours were popular for 250 years because the Church promoted them. Galen's ideas fitted Christian beliefs: he wrote that the body had a soul, and that every part of it was designed to work together, which matched the teaching that God had created the body. The Church adopted Hippocrates and Galen as the approved explanation of disease.
The Church then made sure the theory was not challenged. It controlled the universities where physicians were trained, so students learned Galen and nothing else. Books were copied by hand by monks, so the Church chose which books existed. Most people could not read, so they believed what they were told. And the Church discouraged the dissection of human bodies, so nobody could check Galen's anatomy against a real one.
The few dissections that did happen prove the point. A painting in the Fasciculus Medicinae, printed in 1491 and the first medical book printed with pictures, shows a physician reading aloud from Galen while a barber surgeon cuts open the body of an executed criminal. The purpose was not to discover anything new. It was to show students that Galen was right.
Worked example — model it step by step, thinking aloud: Explain one way in which the Church helped to keep the Four Humours popular. Plan it as point, evidence, explanation. (1) Point: choose one way the Church acted. The Church controlled medical training. (2) Evidence: name something specific. The Church ran the universities where physicians studied, and the course was based on Galen's books. (3) Explanation: say what this meant. Every trained physician left university believing in the Four Humours, and nobody taught an alternative. (4) Check the belief words: the plan says physicians believed in the humours; it does not say the humours were real. Answer: Point: the Church controlled training. Evidence: Church-run universities taught Galen. Explanation: every physician was trained to believe the Four Humours and no other theory was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Church backed Galen. Say it in your own words, then check understanding with a quick question: ask a pupil from the pre-teach group first, since they met these words and ideas before the lesson. Pupils try to recall before you re-explain.
The Four Humours were popular for 250 years because the Church promoted them. Galen's ideas fitted Christian beliefs: he wrote that the body had a soul, and that every part of it was designed to work together, which matched the teaching that God had created the body. The Church adopted Hippocrates and Galen as the approved explanation of disease.
The Church then made sure the theory was not challenged. It controlled the universities where physicians were trained, so students learned Galen and nothing else. Books were copied by hand by monks, so the Church chose which books existed. Most people could not read, so they believed what they were told. And the Church discouraged the dissection of human bodies, so nobody could check Galen's anatomy against a real one.
The few dissections that did happen prove the point. A painting in the Fasciculus Medicinae, printed in 1491 and the first medical book printed with pictures, shows a physician reading aloud from Galen while a barber surgeon cuts open the body of an executed criminal. The purpose was not to discover anything new. It was to show students that Galen was right.
Worked example — model it step by step, thinking aloud: Explain one way in which the Church helped to keep the Four Humours popular. Plan it as point, evidence, explanation. (1) Point: choose one way the Church acted. The Church controlled medical training. (2) Evidence: name something specific. The Church ran the universities where physicians studied, and the course was based on Galen's books. (3) Explanation: say what this meant. Every trained physician left university believing in the Four Humours, and nobody taught an alternative. (4) Check the belief words: the plan says physicians believed in the humours; it does not say the humours were real. Answer: Point: the Church controlled training. Evidence: Church-run universities taught Galen. Explanation: every physician was trained to believe the Four Humours and no other theory was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 chronology of the humours.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earliest first.
Support — work through the steps with the group: (1) BC dates come before AD dates, and a bigger BC number is earlier. (2) The fifth century BC is before the second century AD. (3) Around 1000 is before 1066, which is before 1491. (4) Read the dates in the brackets and arrange from smallest to largest, BC first.
Parallel worked example for Support (model it, do not give the task answer): Practice: put in order: the Norman Conquest (1066), the Black Death (1348), Hippocrates (fifth century BC). BC comes first: Hippocrates.; Then the smaller AD date: 1066.; Then 1348.. Answer: Hippocrates; the Norman Conquest; the Black Death..
Core — reveal the hint only on request: Greece before Rome; both before the Middle Ages. Within the Middle Ages, around 1000 comes before 1066, and 1491 is near the very end.
Stretch — no help; when finished: About 800 years separate Galen's death and the Latin translations of his work. Explain why that gap matters for the question of why the Four Humours were still believed in 1500.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 chronology of the humours.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earliest first.
Support — work through the steps with the group: (1) BC dates come before AD dates, and a bigger BC number is earlier. (2) The fifth century BC is before the second century AD. (3) Around 1000 is before 1066, which is before 1491. (4) Read the dates in the brackets and arrange from smallest to largest, BC first.
Parallel worked example for Support (model it, do not give the task answer): Practice: put in order: the Norman Conquest (1066), the Black Death (1348), Hippocrates (fifth century BC). BC comes first: Hippocrates.; Then the smaller AD date: 1066.; Then 1348.. Answer: Hippocrates; the Norman Conquest; the Black Death..
Core — reveal the hint only on request: Greece before Rome; both before the Middle Ages. Within the Middle Ages, around 1000 comes before 1066, and 1491 is near the very end.
Stretch — no help; when finished: About 800 years separate Galen's death and the Latin translations of his work. Explain why that gap matters for the question of why the Four Humours were still believed in 1500.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Using the Theory of Opposites.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patient has a fever: he is hot and red. Following Galen's Theory of Opposites, what would a medieval physician most likely advise?
Support — work through the steps with the group: (1) Name the quality of the illness: a fever is hot. (2) The Theory of Opposites says: give the opposite quality. (3) The opposite of hot is cold, so look for a cold, wet food. (4) Rule out anything that is not about the humours at all, such as prayer or clearing rubbish.
Parallel worked example for Support (model it, do not give the task answer): Practice: a patient has a runny nose and shivers, which physicians classed as cold and wet. By the Theory of Opposites, what would they give? The illness is cold and wet.; Give the opposite: hot and dry.; Hot peppers or chillies fit.. Answer: Something hot and dry, such as hot peppers..
Core — reveal the hint only on request: Hot illness, cold cure. Which option is cold?
Stretch — no help; when finished: The same patient also has a runny nose, which physicians classed as cold and wet. Explain the problem a physician faced in treating both symptoms at once, and what this tells you about the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Using the Theory of Opposites.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patient has a fever: he is hot and red. Following Galen's Theory of Opposites, what would a medieval physician most likely advise?
Support — work through the steps with the group: (1) Name the quality of the illness: a fever is hot. (2) The Theory of Opposites says: give the opposite quality. (3) The opposite of hot is cold, so look for a cold, wet food. (4) Rule out anything that is not about the humours at all, such as prayer or clearing rubbish.
Parallel worked example for Support (model it, do not give the task answer): Practice: a patient has a runny nose and shivers, which physicians classed as cold and wet. By the Theory of Opposites, what would they give? The illness is cold and wet.; Give the opposite: hot and dry.; Hot peppers or chillies fit.. Answer: Something hot and dry, such as hot peppers..
Core — reveal the hint only on request: Hot illness, cold cure. Which option is cold?
Stretch — no help; when finished: The same patient also has a runny nose, which physicians classed as cold and wet. Explain the problem a physician faced in treating both symptoms at once, and what this tells you about the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Who first set out the Theory of the Four Humours?
Answer: D   Hippocrates, in Ancient Greece. Hippocrates, a doctor in fifth-century BC Greece, set out the Four Humours. Galen developed the theory about five hundred years later.
Source of this question: gate item 1 re-asked (options rotated) — this chapter has no third quick-check module.
The ebook also holds task 3, "Explain one way the Church kept the theory popular",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 chronology of the humours. Reveal the answer; pupils mark their own work in a different colour, then read the "why" together. Same destination for every lane, so one answer serves the whole class.
Answer: Hippocrates sets out the Four Humours in Ancient Greece (fifth century BC)  (B); Galen develops the theory in Ancient Rome (second century AD)  (D); Latin translations of Hippocrates and Galen appear in Europe (around 1000)  (C); The Normans conquer England (1066)  (E); The Fasciculus Medicinae is printed with pictures of a dissection (1491)  (A)
Why: Hippocrates (fifth century BC), then Galen (second century AD), then the Latin translations around 1000, then the Norman Conquest in 1066, then the printed Fasciculus Medicinae in 1491.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Using the Theory of Opposites. Reveal the answer; pupils mark their own work in a different colour, then read the "why" together. Same destination for every lane, so one answer serves the whole class.
Answer: A   Something cold and wet, such as cucumber
Why: By the Theory of Opposites, a hot illness needs a cold remedy. Whoever the patient is, a fever is hot and red, so the advice is cold and wet: cucumber, or bleeding.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Hippocrates, in Ancient Greece
Why: Hippocrates, a doctor in fifth-century BC Greece, set out the Four Humours. Galen developed the theory about five hundred years later.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Medieval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Medieval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Medieval Medicine · AQA KS3 → 8145</a:t>
            </a:r>
            <a:endParaRPr lang="en-US" sz="1800" dirty="0"/>
          </a:p>
        </p:txBody>
      </p:sp>
      <p:sp>
        <p:nvSpPr>
          <p:cNvPr id="10" name="deck-title"/>
          <p:cNvSpPr txBox="1"/>
          <p:nvPr/>
        </p:nvSpPr>
        <p:spPr>
          <a:xfrm>
            <a:off x="548640" y="218617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The Four Humours: Hippocrates, Galen and the Church</a:t>
            </a:r>
            <a:endParaRPr lang="en-US" sz="2800" dirty="0"/>
          </a:p>
        </p:txBody>
      </p:sp>
      <p:sp>
        <p:nvSpPr>
          <p:cNvPr id="11" name="lessons-card"/>
          <p:cNvSpPr/>
          <p:nvPr/>
        </p:nvSpPr>
        <p:spPr>
          <a:xfrm>
            <a:off x="548640" y="3928618"/>
            <a:ext cx="5287975" cy="1328420"/>
          </a:xfrm>
          <a:prstGeom prst="roundRect">
            <a:avLst>
              <a:gd name="adj" fmla="val 5507"/>
            </a:avLst>
          </a:prstGeom>
          <a:solidFill>
            <a:srgbClr val="F2EDE9"/>
          </a:solidFill>
          <a:ln/>
        </p:spPr>
      </p:sp>
      <p:sp>
        <p:nvSpPr>
          <p:cNvPr id="12" name="lessons"/>
          <p:cNvSpPr txBox="1"/>
          <p:nvPr/>
        </p:nvSpPr>
        <p:spPr>
          <a:xfrm>
            <a:off x="685800" y="40200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Four Humours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Four Humours Popularity</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Why was there so little change in medicine in medieval England between c1250 and c1500?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Who first set out the Theory of the Four Humours?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Hippocrates, in Ancient Greece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Galen, in Ancient Rome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John of Gaddesden, in England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William the Conqueror, in Normandy</a:t>
            </a:r>
            <a:endParaRPr lang="en-US" sz="1800" dirty="0"/>
          </a:p>
        </p:txBody>
      </p:sp>
      <p:sp>
        <p:nvSpPr>
          <p:cNvPr id="12"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Galen's ___ said that an illness should be treated with its opposite: a hot cure for a cold illness.</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Theory of Opposites  ·  miasma  ·  feudal system</a:t>
            </a:r>
            <a:endParaRPr lang="en-US" sz="2400" dirty="0"/>
          </a:p>
        </p:txBody>
      </p:sp>
      <p:sp>
        <p:nvSpPr>
          <p:cNvPr id="17"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four liquids did the Theory of the Four Humours say made up the body?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Blood, phlegm, yellow bile and black bile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Blood, water, sweat and tears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Blood, phlegm, urine and bile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Water, air, fire and earth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DE1CA"/>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Hippocrates, in Ancient Greece</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Who first set out the Theory of the Four Humours?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Hippocrates, a doctor in fifth-century BC Greece, set out the Four Humours. Galen developed the theory about five hundred years later.</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Theory of Opposites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Galen's ___ said that an illness should be treated with its opposite: a hot cure for a cold illness.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Theory of Opposites was Galen's addition to the Four Humours: balance a cold, wet illness with something hot and dry.</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DE1CA"/>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Blood, phlegm, yellow bile and black bile</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humours were blood, phlegm, yellow bile and black bile, each linked to one of the four elements.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Hippocrates</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doctor in Ancient Greece, fifth century BC</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Hippocrates set out the Theory of the Four Humours.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Galen</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Greek doctor who worked in Ancient Rome, second century AD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Galen developed the ideas of Hippocrates.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humour</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of four liquids people believed made up the body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Blood was thought to be the hot, wet humour.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Theory of Opposites</a:t>
            </a:r>
            <a:endParaRPr lang="en-US" sz="2600" dirty="0"/>
          </a:p>
        </p:txBody>
      </p:sp>
      <p:sp>
        <p:nvSpPr>
          <p:cNvPr id="11" name="word-rule"/>
          <p:cNvSpPr/>
          <p:nvPr/>
        </p:nvSpPr>
        <p:spPr>
          <a:xfrm>
            <a:off x="731520" y="2558288"/>
            <a:ext cx="3149498" cy="0"/>
          </a:xfrm>
          <a:prstGeom prst="line">
            <a:avLst/>
          </a:prstGeom>
          <a:ln w="12700">
            <a:solidFill>
              <a:srgbClr val="CAB7A5"/>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Galen's idea of treating an illness with its opposite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By the Theory of Opposites, a cold illness needed a hot cure.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dissection</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cutting open a dead body to study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Church discouraged the dissection of human bodies.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Latin</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language of the Church and of learning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Galen's books were translated into Latin around the year 1000.</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most popular idea about disease was the Theory of the Four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Humours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came from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Hippocrates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 doctor in Ancient Greece.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lived in the fifth century BC.</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thought the body held four liquids, called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humours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were blood, phlegm, yellow bile and black bile.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If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humours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were out of balance, he believed, you became ill.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Galen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was a doctor in Ancient Rome, about five hundred years later.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added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Theory of Opposites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cold illness, he said, needed a hot cure.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Around the year 1000, their books were translated into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Latin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Church liked their ideas and taught them in its universities.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For hundreds of years, nobody was allowed to prove them wrong.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Hippocrates and the four liquids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Four elements, four liquids, two qualities each. Draw the diagram from memory until you can do it in under a minute.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Hippocrates was a doctor in Ancient Greece who lived from about 460 to 370 BC.</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 most famous idea was the Theory of the Four Humours.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a healthy person, the humours were believed to be in balance.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Galen and the Theory of Opposites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Hippocrates set out the humours; Galen developed them and added the Theory of Opposites. Exam questions often ask you to tell the two apart.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Galen was a Greek doctor who worked in Ancient Rome in the second century AD, from 129 to about 216.</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Galen also studied the body. He treated wounded gladiators, which let him see inside living people, and he dissected animals, mostly pigs and apes, because human dissection was not allowed in Rome.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Galen wrote a great many books, and that is the key to his power.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the Church backed Galen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Four Humours were popular for 250 years because the Church promoted them.</a:t>
            </a:r>
            <a:endParaRPr lang="en-US" sz="20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Church then made sure the theory was not challenged.</a:t>
            </a:r>
            <a:endParaRPr lang="en-US" sz="20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few dissections that did happen prove the point. A painting in the Fasciculus Medicinae, printed in 1491 and the first medical book printed with pictures, shows a physician reading aloud from Galen while a barber surgeon cuts open the body of an executed criminal.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Worked example (1 of 2): Why the Church backed Galen</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way in which the Church helped to keep the Four Humours popular. Plan it as point, evidence, explanation.</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choose one way the Church acted. The Church controlled medical training.</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name something specific. The Church ran the universities where physicians studied, and the course was based on Galen's books.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Worked example (2 of 2): Why the Church backed Galen</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way in which the Church helped to keep the Four Humours popular. Plan it as point, evidence, explanation.</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Explanation: say what this meant. Every trained physician left university believing in the Four Humours, and nobody taught an alternative.</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the belief words: the plan says physicians believed in the humours; it does not say the humours were real.</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the Church controlled training. Evidence: Church-run universities taught Galen. Explanation: every physician was trained to believe the Four Humours and no other theory was taught.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A chronology of the humours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events in chronological order, earliest first.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Fasciculus Medicinae is printed with pictures of a dissection (1491)</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Hippocrates sets out the Four Humours in Ancient Greece (fifth century BC)</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Latin translations of Hippocrates and Galen appear in Europe (around 1000)</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Galen develops the theory in Ancient Rome (second century AD)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Normans conquer England (1066)</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A chronology of the humours</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events in chronological order, earliest first.</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ED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BC dates come before AD dates, and a bigger BC number is earlier.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fifth century BC is before the second century AD.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Around 1000 is before 1066, which is before 1491.</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the dates in the brackets and arrange from smallest to largest, BC first.</a:t>
            </a:r>
            <a:endParaRPr lang="en-US" sz="1800" dirty="0"/>
          </a:p>
        </p:txBody>
      </p:sp>
      <p:sp>
        <p:nvSpPr>
          <p:cNvPr id="17" name="col-Core"/>
          <p:cNvSpPr/>
          <p:nvPr/>
        </p:nvSpPr>
        <p:spPr>
          <a:xfrm>
            <a:off x="5490762" y="2578608"/>
            <a:ext cx="2938987" cy="3566160"/>
          </a:xfrm>
          <a:prstGeom prst="roundRect">
            <a:avLst>
              <a:gd name="adj" fmla="val 1867"/>
            </a:avLst>
          </a:prstGeom>
          <a:solidFill>
            <a:srgbClr val="E2D7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Greece before Rome; both before the Middle Ages. Within the Middle Ages, around 1000 comes before 1066, and 1491 is near the very end.</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About 800 years separate Galen's death and the Latin translations of his work. Explain why that gap matters for the question of why the Four Humours were still believed in 1500.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Using the Theory of Opposites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patient has a fever: he is hot and red. Following Galen's Theory of Opposites, what would a medieval physician most likely advise?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Something cold and wet, such as cucumber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Something hot and dry, such as peppers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pilgrimage to a holy shrine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Clearing the rubbish from the street outside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Using the Theory of Opposites</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Using the Theory of Opposites</a:t>
            </a:r>
            <a:endParaRPr lang="en-US" sz="2000" dirty="0"/>
          </a:p>
        </p:txBody>
      </p:sp>
      <p:sp>
        <p:nvSpPr>
          <p:cNvPr id="12" name="col-Support"/>
          <p:cNvSpPr/>
          <p:nvPr/>
        </p:nvSpPr>
        <p:spPr>
          <a:xfrm>
            <a:off x="548640" y="2395728"/>
            <a:ext cx="3515258" cy="3749040"/>
          </a:xfrm>
          <a:prstGeom prst="roundRect">
            <a:avLst>
              <a:gd name="adj" fmla="val 1561"/>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3240938"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Name the quality of the illness: a fever is hot.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Theory of Opposites says: give the opposite quality.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opposite of hot is cold, so look for a cold, wet food.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Rule out anything that is not about the humours at all, such as prayer or clearing rubbish.</a:t>
            </a:r>
            <a:endParaRPr lang="en-US" sz="1800" dirty="0"/>
          </a:p>
        </p:txBody>
      </p:sp>
      <p:sp>
        <p:nvSpPr>
          <p:cNvPr id="17" name="col-Core"/>
          <p:cNvSpPr/>
          <p:nvPr/>
        </p:nvSpPr>
        <p:spPr>
          <a:xfrm>
            <a:off x="4338218" y="2395728"/>
            <a:ext cx="3515258" cy="3749040"/>
          </a:xfrm>
          <a:prstGeom prst="roundRect">
            <a:avLst>
              <a:gd name="adj" fmla="val 1561"/>
            </a:avLst>
          </a:prstGeom>
          <a:solidFill>
            <a:srgbClr val="E2D7CE"/>
          </a:solidFill>
          <a:ln/>
        </p:spPr>
      </p:sp>
      <p:sp>
        <p:nvSpPr>
          <p:cNvPr id="18" name="col-hex"/>
          <p:cNvSpPr/>
          <p:nvPr/>
        </p:nvSpPr>
        <p:spPr>
          <a:xfrm>
            <a:off x="4447946"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Hot illness, cold cure. Which option is cold?</a:t>
            </a:r>
            <a:endParaRPr lang="en-US" sz="1800" dirty="0"/>
          </a:p>
        </p:txBody>
      </p:sp>
      <p:sp>
        <p:nvSpPr>
          <p:cNvPr id="22" name="col-Stretch"/>
          <p:cNvSpPr/>
          <p:nvPr/>
        </p:nvSpPr>
        <p:spPr>
          <a:xfrm>
            <a:off x="8127797" y="2395728"/>
            <a:ext cx="3515258" cy="3749040"/>
          </a:xfrm>
          <a:prstGeom prst="roundRect">
            <a:avLst>
              <a:gd name="adj" fmla="val 1561"/>
            </a:avLst>
          </a:prstGeom>
          <a:solidFill>
            <a:srgbClr val="7A4A1E"/>
          </a:solidFill>
          <a:ln/>
        </p:spPr>
      </p:sp>
      <p:sp>
        <p:nvSpPr>
          <p:cNvPr id="23" name="col-hex"/>
          <p:cNvSpPr/>
          <p:nvPr/>
        </p:nvSpPr>
        <p:spPr>
          <a:xfrm>
            <a:off x="8237525"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same patient also has a runny nose, which physicians classed as cold and wet. Explain the problem a physician faced in treating both symptoms at once, and what this tells you about the theory.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Who first set out the Theory of the Four Humours?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Galen, in Ancient Rome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John of Gaddesden, in England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William the Conqueror, in Normandy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Hippocrates, in Ancient Greece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A chronology of the humours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Hippocrates sets out the Four Humours in Ancient Greece (fifth century BC)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Galen develops the theory in Ancient Rome (second century AD)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Latin translations of Hippocrates and Galen appear in Europe (around 1000)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Normans conquer England (1066)  (E)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Fasciculus Medicinae is printed with pictures of a dissection (1491)  (A)</a:t>
            </a:r>
            <a:endParaRPr lang="en-US" sz="22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Hippocrates (fifth century BC), then Galen (second century AD), then the Latin translations around 1000, then the Norman Conquest in 1066, then the printed Fasciculus Medicinae in 1491.</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Using the Theory of Opposites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patient has a fever: he is hot and red. Following Galen's Theory of Opposites, what would a medieval physician most likely advise?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Something cold and wet, such as cucumber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By the Theory of Opposites, a hot illness needs a cold remedy. Whoever the patient is, a fever is hot and red, so the advice is cold and wet: cucumber, or bleeding.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Who first set out the Theory of the Four Humours?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Hippocrates, in Ancient Greece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Hippocrates, a doctor in fifth-century BC Greece, set out the Four Humours. Galen developed the theory about five hundred years later.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Medieval Medicine · Chapter 3: The Four Humours: Hippocrates, Galen and the Church</dc:title>
  <dc:subject>History · Year 9</dc:subject>
  <dc:creator>Dr Vitor Merissi de Carvalho</dc:creator>
  <cp:lastModifiedBy>Dr Vitor Merissi de Carvalho</cp:lastModifiedBy>
  <cp:revision>1</cp:revision>
  <dcterms:created xsi:type="dcterms:W3CDTF">2026-10-18T21:47:55Z</dcterms:created>
  <dcterms:modified xsi:type="dcterms:W3CDTF">2026-10-18T21:47:55Z</dcterms:modified>
</cp:coreProperties>
</file>