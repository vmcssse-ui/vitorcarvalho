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ee9efb-f950-b5f2-33f4-e31d65e66e50}">
          <p14:sldIdLst>
            <p14:sldId id="256"/>
          </p14:sldIdLst>
        </p14:section>
        <p14:section name="Gate" id="{542d4295-dcf6-8dde-45a9-367b7481d4de}">
          <p14:sldIdLst>
            <p14:sldId id="257"/>
            <p14:sldId id="258"/>
          </p14:sldIdLst>
        </p14:section>
        <p14:section name="Pre-teach" id="{e9512c39-c957-4d90-4750-956ce6fcdb11}">
          <p14:sldIdLst>
            <p14:sldId id="259"/>
            <p14:sldId id="260"/>
          </p14:sldIdLst>
        </p14:section>
        <p14:section name="Read-along" id="{477ffdf6-9caa-ee97-a13f-dce4c09164b5}">
          <p14:sldIdLst>
            <p14:sldId id="261"/>
            <p14:sldId id="262"/>
          </p14:sldIdLst>
        </p14:section>
        <p14:section name="Teach" id="{178a810c-230d-3c45-edef-6dda8afc86d7}">
          <p14:sldIdLst>
            <p14:sldId id="263"/>
            <p14:sldId id="264"/>
            <p14:sldId id="265"/>
            <p14:sldId id="266"/>
            <p14:sldId id="267"/>
            <p14:sldId id="268"/>
            <p14:sldId id="269"/>
            <p14:sldId id="270"/>
          </p14:sldIdLst>
        </p14:section>
        <p14:section name="Routes" id="{3d6fede9-27c3-7b5a-0f37-c7eb90c93aae}">
          <p14:sldIdLst>
            <p14:sldId id="271"/>
            <p14:sldId id="272"/>
            <p14:sldId id="273"/>
          </p14:sldIdLst>
        </p14:section>
        <p14:section name="Close" id="{a5767900-3a7f-f97f-0a49-03a7638b8bb5}">
          <p14:sldIdLst>
            <p14:sldId id="274"/>
          </p14:sldIdLst>
        </p14:section>
        <p14:section name="Answers" id="{1c4446bf-3938-156f-e532-ccd72d6a2d43}">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Case study: the Great Plague, 1665. This chapter is the test of everything else: a plague in 1665 met with almost the same ideas as the plague of 1348, and the one prevention that worked.
This deck covers the department's lesson: 8 (Case study: the Great Plague, 1665: How did England react to the Great Plague in 1665?).
Read the big question aloud: "How important were individuals in driving change in medicine in Renaissance England, c1500–c1700?"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was the Great Plague in England?  →  1665
2. What did most people in 1665 believe had caused the plague?  →  B   Bad air, or that God or the position of the stars had sent it
3. To slow the plague in 1665 the government banned public ___ and closed the theatres.  →  meetings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1665. The Great Plague ran from June to November 1665. Earlier outbreaks had hit London in 1603 and 1625.
2. B   Bad air, or that God or the position of the stars had sent it. Explanations in 1665 were supernatural (God, the stars) or what the lesson calls rational (miasma, or bad air). The Four Humours were weaker but nothing had replaced them.
3. meetings. Banning public meetings and closing the theatres were meant to stop crowds gathering. Infected houses were also shut up.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Great Plague: the major outbreak of plague in England in 1665. Example: "The Great Plague struck London hardest in the summer of 1665."
• outbreak: a sudden rise in the number of people with a disease. Example: "There were smaller outbreaks of plague in 1603 and 1625."
• quarantine: keeping people who may carry a disease away from others for a set time. Example: "The villagers of Eyam put themselves into quarantine."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quack doctor: someone with no training who sold remedies that did not work. Example: "Quack doctors sold expensive remedies during the plague."
• case study: one example studied in detail to test a bigger question. Example: "The Great Plague is the case study for this unit."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plague did not disappear after the Black Death of 1348.
2. There were smaller local outbreaks for the next three hundred years.
3. London was hit badly in 1603 and again in 1625.
4. Then, between June and November 1665, came a major outbreak.
5. At its worst, 7,000 people a week were dying.
6. Over 100,000 people died in London, about a fifth of the city.
7. Historians today say the disease was carried by fleas on rats.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Nobody in 1665 knew that.
9. People still blamed bad air, the stars or God.
10. Treatments had barely changed since 1348.
11. Prevention had changed, because the government acted.
12. Public meetings were banned and the theatres were closed.
13. In the village of Eyam, the people shut themselves off to protect their neighbours.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plague never really left. Say it in your own words, then check understanding with a quick question: ask a pupil from the pre-teach group first, since they met these words and ideas before the lesson. Pupils try to recall before you re-explain.
The Black Death of 1348 is in your last unit; this is its sequel. The disease did not go away afterwards. For the next three hundred years there were local and regional outbreaks, year after year, without ever again becoming a national disaster on that scale. London was hit hard in 1603 and again in 1625. Then, between June and November 1665, came the second great outbreak in English history, known as the Great Plague.
The figures your lesson gives are these. At the peak of the outbreak, 7,000 people a week were dying. Across the city, over 100,000 people died in all, which was about a fifth of London's population. For comparison, conservative estimates for 1348 and 1349 put the deaths at about one third of the population of the whole country.
Historians today say that this was bubonic plague, caused by bacteria that travelled in fleas living on black rats, and the rats came in on ships. Nobody in 1665 knew any of that, and it is worth saying out loud: the people you are about to study were not stupid. They were working with the explanations they had.
Tip: Give the 1665 figures as the city of London's, not the country's. Mixing up a London figure with a national one is an easy mark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Causes and treatments: how little had changed. Say it in your own words, then check understanding with a quick question: ask a pupil from the pre-teach group first, since they met these words and ideas before the lesson. Pupils try to recall before you re-explain.
Your lesson's summary is blunt: very little had changed since 1348. Belief in the Theory of the Four Humours was weaker than before, but no other explanation had taken its place, which left people reaching for the same two groups of answers as in 1348. Some were supernatural: many believed that God had sent the plague, or that the position of the stars and planets was to blame. Others were what your lesson calls rational: most people believed in miasma, that bad air carried the disease.
Because nobody knew what caused the plague, nobody could treat it. Patients were wrapped up and put by a fire to sweat the disease out. Transference was tried, in the belief that the illness could be drawn out of the body and into an object or an animal. Quack doctors, who had no training at all, sold expensive remedies to desperate people and promised cures they could not give.
That is why an exam question about treatment in 1665 has such a short answer. Treatment follows explanation. While the explanation stayed the same, so did the treatments, and none of them touched the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 the government acts. Say it in your own words, then check understanding with a quick question: ask a pupil from the pre-teach group first, since they met these words and ideas before the lesson. Pupils try to recall before you re-explain.
Prevention is where 1665 differs, and the factor is government. The authorities took much stricter action than in 1348. Public meetings were banned and the theatres were closed, to stop crowds gathering. Streets were cleaned, because of the belief in miasma. Houses where someone had fallen ill were shut up with the family inside, and watchmen were posted to keep them there, for a period your booklet gives.
Notice what is happening. The explanations behind these measures were mostly wrong: cleaning the air did nothing to stop fleas. But two of the measures, closing crowded places and keeping infected households apart from everyone else, do reduce the spread of a disease passed on by close contact, whatever the reason behind them. People stumbled on something that worked for a reason they did not know.
That is the most interesting thing in this chapter, and it is a point worth making in an essay. A measure can be effective and its explanation can still be mistaken. Historians call this an unintended consequence, and it is not the same as progress, because nobody could explain it or build on it.
Worked example — model it step by step, thinking aloud: Plan an answer to: ‘Explain one way in which ideas about the cause of disease were similar in 1348 and in 1665.’ (1) Choose the idea with evidence in both years. Miasma is the strongest: it was widely believed in both. (2) Give the 1348 evidence from your last unit: people blamed bad air rising from rotting rubbish, and town councils were ordered to clear the streets. (3) Give the 1665 evidence: miasma was still the most popular explanation, and the authorities had the streets cleaned for that reason. (4) Explain what the similarity meant: prevention in both years aimed at the air, so neither outbreak was met with anything that addressed the real cause. Answer: Point: in both years most people believed bad air, or miasma, caused the plague. Evidence: street-clearing orders in the fourteenth century; streets cleaned again and houses shut up in 1665. Explanation: prevention aimed at the air both times. Link: the explanation of the plague had barely moved in over three hundred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 the government acts. Say it in your own words, then check understanding with a quick question: ask a pupil from the pre-teach group first, since they met these words and ideas before the lesson. Pupils try to recall before you re-explain.
Prevention is where 1665 differs, and the factor is government. The authorities took much stricter action than in 1348. Public meetings were banned and the theatres were closed, to stop crowds gathering. Streets were cleaned, because of the belief in miasma. Houses where someone had fallen ill were shut up with the family inside, and watchmen were posted to keep them there, for a period your booklet gives.
Notice what is happening. The explanations behind these measures were mostly wrong: cleaning the air did nothing to stop fleas. But two of the measures, closing crowded places and keeping infected households apart from everyone else, do reduce the spread of a disease passed on by close contact, whatever the reason behind them. People stumbled on something that worked for a reason they did not know.
That is the most interesting thing in this chapter, and it is a point worth making in an essay. A measure can be effective and its explanation can still be mistaken. Historians call this an unintended consequence, and it is not the same as progress, because nobody could explain it or build on it.
Worked example — model it step by step, thinking aloud: Plan an answer to: ‘Explain one way in which ideas about the cause of disease were similar in 1348 and in 1665.’ (1) Choose the idea with evidence in both years. Miasma is the strongest: it was widely believed in both. (2) Give the 1348 evidence from your last unit: people blamed bad air rising from rotting rubbish, and town councils were ordered to clear the streets. (3) Give the 1665 evidence: miasma was still the most popular explanation, and the authorities had the streets cleaned for that reason. (4) Explain what the similarity meant: prevention in both years aimed at the air, so neither outbreak was met with anything that addressed the real cause. Answer: Point: in both years most people believed bad air, or miasma, caused the plague. Evidence: street-clearing orders in the fourteenth century; streets cleaned again and houses shut up in 1665. Explanation: prevention aimed at the air both times. Link: the explanation of the plague had barely moved in over three hundred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 the government acts. Say it in your own words, then check understanding with a quick question: ask a pupil from the pre-teach group first, since they met these words and ideas before the lesson. Pupils try to recall before you re-explain.
Prevention is where 1665 differs, and the factor is government. The authorities took much stricter action than in 1348. Public meetings were banned and the theatres were closed, to stop crowds gathering. Streets were cleaned, because of the belief in miasma. Houses where someone had fallen ill were shut up with the family inside, and watchmen were posted to keep them there, for a period your booklet gives.
Notice what is happening. The explanations behind these measures were mostly wrong: cleaning the air did nothing to stop fleas. But two of the measures, closing crowded places and keeping infected households apart from everyone else, do reduce the spread of a disease passed on by close contact, whatever the reason behind them. People stumbled on something that worked for a reason they did not know.
That is the most interesting thing in this chapter, and it is a point worth making in an essay. A measure can be effective and its explanation can still be mistaken. Historians call this an unintended consequence, and it is not the same as progress, because nobody could explain it or build on it.
Worked example — model it step by step, thinking aloud: Plan an answer to: ‘Explain one way in which ideas about the cause of disease were similar in 1348 and in 1665.’ (1) Choose the idea with evidence in both years. Miasma is the strongest: it was widely believed in both. (2) Give the 1348 evidence from your last unit: people blamed bad air rising from rotting rubbish, and town councils were ordered to clear the streets. (3) Give the 1665 evidence: miasma was still the most popular explanation, and the authorities had the streets cleaned for that reason. (4) Explain what the similarity meant: prevention in both years aimed at the air, so neither outbreak was met with anything that addressed the real cause. Answer: Point: in both years most people believed bad air, or miasma, caused the plague. Evidence: street-clearing orders in the fourteenth century; streets cleaned again and houses shut up in 1665. Explanation: prevention aimed at the air both times. Link: the explanation of the plague had barely moved in over three hundred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 the government acts. Say it in your own words, then check understanding with a quick question: ask a pupil from the pre-teach group first, since they met these words and ideas before the lesson. Pupils try to recall before you re-explain.
Prevention is where 1665 differs, and the factor is government. The authorities took much stricter action than in 1348. Public meetings were banned and the theatres were closed, to stop crowds gathering. Streets were cleaned, because of the belief in miasma. Houses where someone had fallen ill were shut up with the family inside, and watchmen were posted to keep them there, for a period your booklet gives.
Notice what is happening. The explanations behind these measures were mostly wrong: cleaning the air did nothing to stop fleas. But two of the measures, closing crowded places and keeping infected households apart from everyone else, do reduce the spread of a disease passed on by close contact, whatever the reason behind them. People stumbled on something that worked for a reason they did not know.
That is the most interesting thing in this chapter, and it is a point worth making in an essay. A measure can be effective and its explanation can still be mistaken. Historians call this an unintended consequence, and it is not the same as progress, because nobody could explain it or build on it.
Worked example — model it step by step, thinking aloud: Plan an answer to: ‘Explain one way in which ideas about the cause of disease were similar in 1348 and in 1665.’ (1) Choose the idea with evidence in both years. Miasma is the strongest: it was widely believed in both. (2) Give the 1348 evidence from your last unit: people blamed bad air rising from rotting rubbish, and town councils were ordered to clear the streets. (3) Give the 1665 evidence: miasma was still the most popular explanation, and the authorities had the streets cleaned for that reason. (4) Explain what the similarity meant: prevention in both years aimed at the air, so neither outbreak was met with anything that addressed the real cause. Answer: Point: in both years most people believed bad air, or miasma, caused the plague. Evidence: street-clearing orders in the fourteenth century; streets cleaned again and houses shut up in 1665. Explanation: prevention aimed at the air both times. Link: the explanation of the plague had barely moved in over three hundred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 the government acts. Say it in your own words, then check understanding with a quick question: ask a pupil from the pre-teach group first, since they met these words and ideas before the lesson. Pupils try to recall before you re-explain.
Prevention is where 1665 differs, and the factor is government. The authorities took much stricter action than in 1348. Public meetings were banned and the theatres were closed, to stop crowds gathering. Streets were cleaned, because of the belief in miasma. Houses where someone had fallen ill were shut up with the family inside, and watchmen were posted to keep them there, for a period your booklet gives.
Notice what is happening. The explanations behind these measures were mostly wrong: cleaning the air did nothing to stop fleas. But two of the measures, closing crowded places and keeping infected households apart from everyone else, do reduce the spread of a disease passed on by close contact, whatever the reason behind them. People stumbled on something that worked for a reason they did not know.
That is the most interesting thing in this chapter, and it is a point worth making in an essay. A measure can be effective and its explanation can still be mistaken. Historians call this an unintended consequence, and it is not the same as progress, because nobody could explain it or build on it.
Worked example — model it step by step, thinking aloud: Plan an answer to: ‘Explain one way in which ideas about the cause of disease were similar in 1348 and in 1665.’ (1) Choose the idea with evidence in both years. Miasma is the strongest: it was widely believed in both. (2) Give the 1348 evidence from your last unit: people blamed bad air rising from rotting rubbish, and town councils were ordered to clear the streets. (3) Give the 1665 evidence: miasma was still the most popular explanation, and the authorities had the streets cleaned for that reason. (4) Explain what the similarity meant: prevention in both years aimed at the air, so neither outbreak was met with anything that addressed the real cause. Answer: Point: in both years most people believed bad air, or miasma, caused the plague. Evidence: street-clearing orders in the fourteenth century; streets cleaned again and houses shut up in 1665. Explanation: prevention aimed at the air both times. Link: the explanation of the plague had barely moved in over three hundred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Eyam, and comparing the two plagues. Say it in your own words, then check understanding with a quick question: ask a pupil from the pre-teach group first, since they met these words and ideas before the lesson. Pupils try to recall before you re-explain.
Eyam is a village in Derbyshire, and in 1665 the plague arrived there in a bale of cloth sent from London, with infected fleas in it. As people began to die, the villagers agreed to do something remarkable: they shut themselves off from the outside world so that the disease would not reach their neighbours. Nearby towns carried food and supplies as far as the village boundary and left them there, and the villagers paid by putting coins in vinegar, in the belief that the vinegar would stop the money carrying the disease. Over fourteen months at least 273 of the village's roughly 350 people died. The plague did not spread to the surrounding towns and villages.
Eyam is the one place in this unit where a prevention clearly worked, and it is also the clearest example of people acting for others at great cost to themselves. Their reason for using vinegar was a mistaken one; their decision to isolate was not.
So, finally, compare 1348 with 1665. The continuity is in ideas: miasma, religion and astrology in both; the Four Humours weaker but unreplaced; treatments useless in both. The change is in response: a government that acted, towns that isolated households, pest houses, and at Eyam a community that quarantined itself. Set that beside Vesalius, Harvey and Sydenham and you have your answer to the enquiry. Individuals changed what was known about the body; nobody yet had changed what was believed about disease, and that is why 1665 looked so much like 1348.
Tip: When you compare two case studies, organise by theme (causes, treatments, preventions), not by date. It is the only way the similarities show up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long between the two plagues?.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Black Death reached England in 1348. The Great Plague struck in 1665. How many years lie between them?
Support — work through the steps with the group: (1) Write the later date above the earlier one: 1665 above 1348. (2) Subtract, or count on from 1348. (3) Counting on: 1348 to 1648 is 300; 1648 to 1665 is 17. (4) Add the jumps: 300 + 17 = 317.
Parallel worked example for Support (model it, do not give the task answer): Practice: London was hit by plague in 1603 and again in 1625. How many years apart were those outbreaks? Later minus earlier: 1625 − 1603.; That is 22.. Answer: 22 years.
Core — reveal the hint only on request: Later date minus earlier date. Counting on from 1348 in hundreds first makes it easier.
Stretch — no help; when finished: Use your answer to make a point about change and continuity: what does a gap of this length, with so little difference in ideas, tell you about medicine before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happened at Eyam.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at Eyam in 1665 in the order they happened.
Support — work through the steps with the group: (1) Find the event that starts everything off: something has to arrive in the village first. (2) People cannot decide to isolate themselves until they know the plague is there. (3) The food arrangement is a consequence of the decision, so it comes after it. (4) The outcome, after fourteen months, must be last.
Parallel worked example for Support (model it, do not give the task answer): Practice: put these three in order: a town council orders the streets to be cleaned; a case of plague is reported in the town; the council hears that plague has reached a nearby city. News from elsewhere arrives first.; Then a case appears in the town itself.; Then the council acts.. Answer: The council hears that plague has reached a nearby city; a case of plague is reported in the town; the council orders the streets to be cleaned..
Core — reveal the hint only on request: Arrival, illness, decision, supplies, outcome.
Stretch — no help; when finished: The villagers left money in vinegar because they believed it would stop the disease travelling with the coins. Explain why a mistaken belief can still sit alongside a decision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happened at Eyam.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at Eyam in 1665 in the order they happened.
Support — work through the steps with the group: (1) Find the event that starts everything off: something has to arrive in the village first. (2) People cannot decide to isolate themselves until they know the plague is there. (3) The food arrangement is a consequence of the decision, so it comes after it. (4) The outcome, after fourteen months, must be last.
Parallel worked example for Support (model it, do not give the task answer): Practice: put these three in order: a town council orders the streets to be cleaned; a case of plague is reported in the town; the council hears that plague has reached a nearby city. News from elsewhere arrives first.; Then a case appears in the town itself.; Then the council acts.. Answer: The council hears that plague has reached a nearby city; a case of plague is reported in the town; the council orders the streets to be cleaned..
Core — reveal the hint only on request: Arrival, illness, decision, supplies, outcome.
Stretch — no help; when finished: The villagers left money in vinegar because they believed it would stop the disease travelling with the coins. Explain why a mistaken belief can still sit alongside a decision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was the Great Plague in England?
Answer: 1665. The Great Plague ran from June to November 1665. Earlier outbreaks had hit London in 1603 and 1625.
Source of this question: gate item 1 re-asked (options rotated) — this chapter has no third quick-check module.
The ebook also holds task 3, "Explain why 1665 looked so like 1348 (12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long between the two plagues?. Reveal the answer; pupils mark their own work in a different colour, then read the "why" together. Same destination for every lane, so one answer serves the whole class.
Answer: 317 years
Why: 1665 − 1348 = 317. The number is worth remembering because it makes the continuity in ideas about disease so striking.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happened at Eyam. Reveal the answer; pupils mark their own work in a different colour, then read the "why" together. Same destination for every lane, so one answer serves the whole class.
Answer: A bale of cloth arrives in the village from London, with infected fleas in it  (A); People in Eyam begin to fall ill and die  (C); The villagers agree to shut themselves off from the outside world  (D); Nearby towns leave food and supplies at the edge of the village  (E); After fourteen months most of the village has died, but the plague has not spread to its neighbours  (B)
Why: The cloth arrived from London, people fell ill, the village chose to isolate itself, neighbouring towns supplied it, and after fourteen months the plague had killed most of Eyam but had not spread.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1665
Why: The Great Plague ran from June to November 1665. Earlier outbreaks had hit London in 1603 and 1625.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Renaissance Medicine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Case study: the Great Plague, 1665</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Case study: the Great Plague, 1665</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important were individuals in driving change in medicine in Renaissance England, c1500–c1700?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was the Great Plague in England?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527288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did most people in 1665 believe had caused the plague?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Dirty drinking water in the city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Bad air, or that God or the position of the stars had sent it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closing of the theatres and public meeting places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Bacteria carried by fleas living on rats</a:t>
            </a:r>
            <a:endParaRPr lang="en-US" sz="2200" dirty="0"/>
          </a:p>
        </p:txBody>
      </p:sp>
      <p:sp>
        <p:nvSpPr>
          <p:cNvPr id="17"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To slow the plague in 1665 the government banned public ___ and closed the theatres.</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meetings  ·  markets  ·  schools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1665</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was the Great Plague in England?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Great Plague ran from June to November 1665. Earlier outbreaks had hit London in 1603 and 1625.</a:t>
            </a:r>
            <a:endParaRPr lang="en-US" sz="1800" dirty="0"/>
          </a:p>
        </p:txBody>
      </p:sp>
      <p:sp>
        <p:nvSpPr>
          <p:cNvPr id="14" name="card"/>
          <p:cNvSpPr/>
          <p:nvPr/>
        </p:nvSpPr>
        <p:spPr>
          <a:xfrm>
            <a:off x="3459404" y="1389888"/>
            <a:ext cx="5272888" cy="4754880"/>
          </a:xfrm>
          <a:prstGeom prst="roundRect">
            <a:avLst>
              <a:gd name="adj" fmla="val 1154"/>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Bad air, or that God or the position of the stars had sent it</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did most people in 1665 believe had caused the plague?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Explanations in 1665 were supernatural (God, the stars) or what the lesson calls rational (miasma, or bad air). The Four Humours were weaker but nothing had replaced them.</a:t>
            </a:r>
            <a:endParaRPr lang="en-US" sz="2000" dirty="0"/>
          </a:p>
        </p:txBody>
      </p:sp>
      <p:sp>
        <p:nvSpPr>
          <p:cNvPr id="21"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meetings</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Banning public meetings and closing the theatres were meant to stop crowds gathering. Infected houses were also shut up.</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Great Plague</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major outbreak of plague in England in 1665</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Great Plague struck London hardest in the summer of 1665.</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outbreak</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sudden rise in the number of people with a disease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were smaller outbreaks of plague in 1603 and 1625.</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quarantine</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keeping people who may carry a disease away from others for a set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villagers of Eyam put themselves into quarantine.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quack doctor</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someone with no training who sold remedies that did not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Quack doctors sold expensive remedies during the plague.</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case study</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example studied in detail to test a bigger question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Great Plague is the case study for this unit.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plague did not disappear after the Black Death of 1348.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were smaller local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outbreaks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for the next three hundred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London was hit badly in 1603 and again in 1625.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between June and November 1665, came a major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outbreak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its worst, 7,000 people a week were dying.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Over 100,000 people died in London, about a fifth of the 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today say the disease was carried by fleas on rats.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Nobody in 1665 knew that.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still blamed bad air, the stars or God.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Treatments had barely changed since 1348.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Prevention had changed, because the government acted.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Public meetings were banned and the theatres were closed.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village of Eyam, the people shut themselves off to protect their neighbours.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plague never really left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Give the 1665 figures as the city of London's, not the country's. Mixing up a London figure with a national one is an easy mark to lose.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Black Death of 1348 is in your last unit; this is its sequel.</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figures your lesson gives are these. At the peak of the outbreak, 7,000 people a week were dying.</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Historians today say that this was bubonic plague, caused by bacteria that travelled in fleas living on black rats, and the rats came in on ships.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Causes and treatments: how little had changed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summary is blunt: very little had changed since 1348.</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Because nobody knew what caused the plague, nobody could treat it.</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why an exam question about treatment in 1665 has such a short answer.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Prevention: the government acts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Prevention is where 1665 differs, and the factor is government.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Notice what is happening. The explanations behind these measures were mostly wrong: cleaning the air did nothing to stop fleas.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the most interesting thing in this chapter, and it is a point worth making in an essay.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4): Prevention: the government acts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an answer to: ‘Explain one way in which ideas about the cause of disease were similar in 1348 and in 1665.’</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Choose the idea with evidence in both years. Miasma is the strongest: it was widely believed in both.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4): Prevention: the government acts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an answer to: ‘Explain one way in which ideas about the cause of disease were similar in 1348 and in 1665.’</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1348 evidence from your last unit: people blamed bad air rising from rotting rubbish, and town councils were ordered to clear the streets.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(3 of 4): Prevention: the government acts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an answer to: ‘Explain one way in which ideas about the cause of disease were similar in 1348 and in 1665.’</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1665 evidence: miasma was still the most popular explanation, and the authorities had the streets cleaned for that reason.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(4 of 4): Prevention: the government acts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an answer to: ‘Explain one way in which ideas about the cause of disease were similar in 1348 and in 1665.’</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what the similarity meant: prevention in both years aimed at the air, so neither outbreak was met with anything that addressed the real cause.</a:t>
            </a:r>
            <a:endParaRPr lang="en-US" sz="1800" dirty="0"/>
          </a:p>
        </p:txBody>
      </p:sp>
      <p:sp>
        <p:nvSpPr>
          <p:cNvPr id="13" name="worked-answer"/>
          <p:cNvSpPr/>
          <p:nvPr/>
        </p:nvSpPr>
        <p:spPr>
          <a:xfrm>
            <a:off x="1463040" y="4755896"/>
            <a:ext cx="9265615" cy="1388872"/>
          </a:xfrm>
          <a:prstGeom prst="roundRect">
            <a:avLst>
              <a:gd name="adj" fmla="val 13168"/>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in both years most people believed bad air, or miasma, caused the plague. Evidence: street-clearing orders in the fourteenth century; streets cleaned again and houses shut up in 1665. Explanation: prevention aimed at the air both times. Link: the explanation of the plague had barely moved in over three hundred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Eyam, and comparing the two plagues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compare two case studies, organise by theme (causes, treatments, preventions), not by date. It is the only way the similarities show up clearly.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Eyam is a village in Derbyshire, and in 1665 the plague arrived there in a bale of cloth sent from London, with infected fleas in it.</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Eyam is the one place in this unit where a prevention clearly worked, and it is also the clearest example of people acting for others at great cost to themselves.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So, finally, compare 1348 with 1665. The continuity is in ideas: miasma, religion and astrology in both; the Four Humours weaker but unreplaced; treatments useless in both.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How long between the two plagues?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Black Death reached England in 1348. The Great Plague struck in 1665. How many years lie between them?</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ED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date above the earlier one: 1665 above 1348.</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or count on from 1348.</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Counting on: 1348 to 1648 is 300; 1648 to 1665 is 17.</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jumps: 300 + 17 = 317.</a:t>
            </a:r>
            <a:endParaRPr lang="en-US" sz="1800" dirty="0"/>
          </a:p>
        </p:txBody>
      </p:sp>
      <p:sp>
        <p:nvSpPr>
          <p:cNvPr id="17" name="col-Core"/>
          <p:cNvSpPr/>
          <p:nvPr/>
        </p:nvSpPr>
        <p:spPr>
          <a:xfrm>
            <a:off x="5490762" y="2948940"/>
            <a:ext cx="2938987" cy="3195828"/>
          </a:xfrm>
          <a:prstGeom prst="roundRect">
            <a:avLst>
              <a:gd name="adj" fmla="val 1867"/>
            </a:avLst>
          </a:prstGeom>
          <a:solidFill>
            <a:srgbClr val="E2D7CE"/>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Counting on from 1348 in hundreds first makes it easier.</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Use your answer to make a point about change and continuity: what does a gap of this length, with so little difference in ideas, tell you about medicine before 1700?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happened at Eyam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events at Eyam in 1665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bale of cloth arrives in the village from London, with infected fleas in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After fourteen months most of the village has died, but the plague has not spread to its neighbours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People in Eyam begin to fall ill and die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villagers agree to shut themselves off from the outside world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Nearby towns leave food and supplies at the edge of the village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What happened at Eyam</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happened at Eyam</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event that starts everything off: something has to arrive in the village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People cannot decide to isolate themselves until they know the plague is there.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food arrangement is a consequence of the decision, so it comes after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outcome, after fourteen months, must be last.</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Arrival, illness, decision, supplies, outcome.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villagers left money in vinegar because they believed it would stop the disease travelling with the coins. Explain why a mistaken belief can still sit alongside a decision that worked.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was the Great Plague in England?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between the two plagues?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Black Death reached England in 1348. The Great Plague struck in 1665. How many years lie between them?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317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1665 − 1348 = 317. The number is worth remembering because it makes the continuity in ideas about disease so striking.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happened at Eyam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bale of cloth arrives in the village from London, with infected fleas in it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People in Eyam begin to fall ill and die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villagers agree to shut themselves off from the outside world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Nearby towns leave food and supplies at the edge of the village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After fourteen months most of the village has died, but the plague has not spread to its neighbours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cloth arrived from London, people fell ill, the village chose to isolate itself, neighbouring towns supplied it, and after fourteen months the plague had killed most of Eyam but had not spread.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was the Great Plague in England?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1665</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Great Plague ran from June to November 1665. Earlier outbreaks had hit London in 1603 and 1625.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Renaissance Medicine · Chapter 6: Case study: the Great Plague, 1665</dc:title>
  <dc:subject>History · Year 9</dc:subject>
  <dc:creator>Dr Vitor Merissi de Carvalho</dc:creator>
  <cp:lastModifiedBy>Dr Vitor Merissi de Carvalho</cp:lastModifiedBy>
  <cp:revision>1</cp:revision>
  <dcterms:created xsi:type="dcterms:W3CDTF">2026-10-19T16:23:11Z</dcterms:created>
  <dcterms:modified xsi:type="dcterms:W3CDTF">2026-10-19T16:23:11Z</dcterms:modified>
</cp:coreProperties>
</file>