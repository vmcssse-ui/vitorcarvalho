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c937ed4-b78b-34fb-a643-47ec85f5fc84}">
          <p14:sldIdLst>
            <p14:sldId id="256"/>
          </p14:sldIdLst>
        </p14:section>
        <p14:section name="Gate" id="{57013a37-89df-d690-686c-897a12f67f33}">
          <p14:sldIdLst>
            <p14:sldId id="257"/>
            <p14:sldId id="258"/>
          </p14:sldIdLst>
        </p14:section>
        <p14:section name="Pre-teach" id="{2cfa64f6-8320-2b1c-79b8-b9852b9589de}">
          <p14:sldIdLst>
            <p14:sldId id="259"/>
          </p14:sldIdLst>
        </p14:section>
        <p14:section name="Read-along" id="{eaac555f-a96d-eb3a-81f3-3a2fbc067242}">
          <p14:sldIdLst>
            <p14:sldId id="260"/>
            <p14:sldId id="261"/>
          </p14:sldIdLst>
        </p14:section>
        <p14:section name="Teach" id="{9fe89766-9567-eed3-a520-cc475052f292}">
          <p14:sldIdLst>
            <p14:sldId id="262"/>
            <p14:sldId id="263"/>
            <p14:sldId id="264"/>
            <p14:sldId id="265"/>
          </p14:sldIdLst>
        </p14:section>
        <p14:section name="Routes" id="{bd45b61d-b18d-9e47-3554-ca18edf2e661}">
          <p14:sldIdLst>
            <p14:sldId id="266"/>
            <p14:sldId id="267"/>
            <p14:sldId id="268"/>
            <p14:sldId id="269"/>
          </p14:sldIdLst>
        </p14:section>
        <p14:section name="Close" id="{2958ea6a-854a-1751-a35e-5fc267d7d83f}">
          <p14:sldIdLst>
            <p14:sldId id="270"/>
          </p14:sldIdLst>
        </p14:section>
        <p14:section name="Answers" id="{519ee697-5074-a9f6-530c-3fd7fb7e3a2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5: Plates that move: Wegener's big idea. Alfred Wegener's theory of plate tectonics, the seven major plates, and why earthquakes and volcanoes line up along their edges.
This deck covers the department's lesson: 2 (Plate tectonic theory: tectonic plates and plate boundaries: Where are earthquakes and volcanoes in the world, and why do they occur in these places?).
Read the big question aloud: "What moves the ground beneath our feet, where do earthquakes and volcanoes happen, and why do millions of people choose to live near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major tectonic plates are there?  →  7 plates
2. Who first put forward the theory of plate tectonics, in 1912?  →  A   Alfred Wegener
3. The name for all the land on Earth when it was joined together as one piece is ___.  →  Pangaea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7 plates. There are seven major plates: North American, South American, Eurasian, African, Indo-Australian, Pacific and Antarctic.
2. A   Alfred Wegener. Alfred Wegener suggested in 1912 that the continents had once been joined and had drifted apart.
3. Pangaea. Pangaea is the name given to the single landmass that later split into today's continents.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tectonic plate: one of the huge pieces that the Earth's crust is broken into. Example: "Each tectonic plate moves a few centimetres every year."
• theory: a big idea that explains the evidence and can be tested. Example: "Wegener's theory explained why the continents fit together."
• continent: one of the seven great areas of land on Earth. Example: "Africa is a continent, and so is Europe."
• Pangaea: the name for all the land when it was joined as one piece. Example: "Long ago all the continents were joined together as Pangaea."
• evidence: facts that support an idea. Example: "The jigsaw fit of the coastlines was Wegener's first piece of evidence."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Look at a map of the world.
2. The east coast of South America and the west coast of Africa seem to fit together.
3. A scientist called Alfred Wegener noticed this.
4. In 1912 he said the continents had once been joined together.
5. He called this one great piece of land Pangaea.
6. He also noticed that the same kinds of living things are found on different continents.
7. Those continents are now separated by wide oceans.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Hardly anyone believed him until the 1950s.
9. Today we know he was right.
10. The Earth's crust is broken into huge pieces called tectonic plates.
11. There are seven major plates and some smaller ones.
12. The plates move towards each other, away from each other, or side by side.
13. Where two plates meet is called a plate boundary.
14. Nearly all earthquakes and volcanoes happen along plate boundaries.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Alfred Wegener's idea. Say it in your own words, then check understanding with a quick question: ask a pupil from the pre-teach group first, since they met these words and ideas before the lesson. Pupils try to recall before you re-explain.
In 1912 a German scientist named Alfred Wegener put forward a bold idea. He said that the continents are not fixed in place. Long ago they were all joined together in one giant piece of land, which we now call Pangaea, and since then they have slowly drifted apart.
He had two main pieces of evidence. First, the shapes of the continents seem to fit together like pieces of a jigsaw, especially South America and Africa. Second, the same kinds of plants and animals are found on continents that are now separated by wide oceans. How could they have crossed, unless the land was once joined?
Hardly anyone believed him. Scientists could not see what could possibly move a whole continent. It was not until the 1950s, when new evidence came from the ocean floor, that his idea was accepted. Today it is the theory of plate tectonics, and it explains where earthquakes and volcanoes happen.
Worked example — model it step by step, thinking aloud: Give two pieces of evidence that Wegener used to support his idea that the continents were once joined. (2 marks) (1) Think of the map: what did he notice about the shapes of the coastlines? (2) Think of living things: what did he notice about where the same species are found? (3) Write each piece of evidence as a full sentence, and say what it suggests. Answer: First, the coastlines of continents such as South America and Africa fit together like jigsaw pieces, which suggests they were once joined. Second, the same species are found on continents now separated by oceans, which suggests the land was once connected so living things could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Alfred Wegener's idea. Say it in your own words, then check understanding with a quick question: ask a pupil from the pre-teach group first, since they met these words and ideas before the lesson. Pupils try to recall before you re-explain.
In 1912 a German scientist named Alfred Wegener put forward a bold idea. He said that the continents are not fixed in place. Long ago they were all joined together in one giant piece of land, which we now call Pangaea, and since then they have slowly drifted apart.
He had two main pieces of evidence. First, the shapes of the continents seem to fit together like pieces of a jigsaw, especially South America and Africa. Second, the same kinds of plants and animals are found on continents that are now separated by wide oceans. How could they have crossed, unless the land was once joined?
Hardly anyone believed him. Scientists could not see what could possibly move a whole continent. It was not until the 1950s, when new evidence came from the ocean floor, that his idea was accepted. Today it is the theory of plate tectonics, and it explains where earthquakes and volcanoes happen.
Worked example — model it step by step, thinking aloud: Give two pieces of evidence that Wegener used to support his idea that the continents were once joined. (2 marks) (1) Think of the map: what did he notice about the shapes of the coastlines? (2) Think of living things: what did he notice about where the same species are found? (3) Write each piece of evidence as a full sentence, and say what it suggests. Answer: First, the coastlines of continents such as South America and Africa fit together like jigsaw pieces, which suggests they were once joined. Second, the same species are found on continents now separated by oceans, which suggests the land was once connected so living things could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seven major plates. Say it in your own words, then check understanding with a quick question: ask a pupil from the pre-teach group first, since they met these words and ideas before the lesson. Pupils try to recall before you re-explain.
The Earth's crust is broken into huge pieces called tectonic plates. They fit together like an uneven jigsaw. There are seven major plates: the North American, South American, Eurasian, African, Indo-Australian, Pacific and Antarctic plates. There are also a number of smaller, minor plates.
Most plates carry a continent and some of the ocean floor around it, so they are made of both continental and oceanic crust. The Pacific Plate is different: it is almost entirely oceanic crust, under the Pacific Ocean.
The plates sit on the slowly moving mantle and are dragged along by its convection currents (Chapter 1). They move only a few centimetres a year, about as fast as your fingernails grow, but over millions of years that adds up to thousands of kilometres.
Tip: To remember the seven: two Americas, Eurasian, African, Indo-Australian, Pacific, Antarctic. Six carry continents; the Pacific is the ocean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do earthquakes and volcanoes happen?. Say it in your own words, then check understanding with a quick question: ask a pupil from the pre-teach group first, since they met these words and ideas before the lesson. Pupils try to recall before you re-explain.
Where two plates meet is called a plate boundary, or plate margin. The plates can move towards each other, away from each other, or slide side by side. Each kind of movement does something different to the crust, and that is what makes tectonic hazards: earthquakes and volcanoes.
Put the world's volcanoes on a map as red dots and a pattern jumps out. Nearly all of them lie along the plate boundaries, in long, narrow belts. Earthquakes follow the same lines. Far from the boundaries, in the middle of a plate, both are rare.
So if you know where the plate boundaries are, you know where most tectonic hazards will be. The kind of hazard depends on how the plates are moving at that boundary, which is the subject of Chapter 3.
Tip: Volcano map question? Answer in two parts: where (along plate boundaries, in narrow belts) and why (plates meeting and moving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long wait.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Wegener shared his idea in 1912. Most scientists did not accept it until the 1950s. Taking 1950 as the earliest year of acceptance, how many years did his idea wait?
Support — work through the steps with the group: (1) Write down the two years: the idea in 1912, acceptance in 1950. (2) The number of years between them is the later year take away the earlier year. (3) Work out 1950 − 1912. Try 1950 − 1900 = 50, then take away the extra 12. (4) Check your answer: it must be smaller than 50, because 1912 is after 1900.
Parallel worked example for Support (model it, do not give the task answer): A bridge was designed in 1905 and finally built in 1931. How many years did the design wait? Later year take away earlier year: 1931 − 1905.; 1931 − 1900 = 31, then take away 5 more.; 31 − 5 = 26.. Answer: 26 years.
Core — reveal the hint only on request: Later year minus earlier year. Watch the second year: the question fixes it at 1950.
Stretch — no help; when finished: Suggest two reasons why scientists in 1912 found it so hard to believe that whole continents could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long wait.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Wegener shared his idea in 1912. Most scientists did not accept it until the 1950s. Taking 1950 as the earliest year of acceptance, how many years did his idea wait?
Support — work through the steps with the group: (1) Write down the two years: the idea in 1912, acceptance in 1950. (2) The number of years between them is the later year take away the earlier year. (3) Work out 1950 − 1912. Try 1950 − 1900 = 50, then take away the extra 12. (4) Check your answer: it must be smaller than 50, because 1912 is after 1900.
Parallel worked example for Support (model it, do not give the task answer): A bridge was designed in 1905 and finally built in 1931. How many years did the design wait? Later year take away earlier year: 1931 − 1905.; 1931 − 1900 = 31, then take away 5 more.; 31 − 5 = 26.. Answer: 26 years.
Core — reveal the hint only on request: Later year minus earlier year. Watch the second year: the question fixes it at 1950.
Stretch — no help; when finished: Suggest two reasons why scientists in 1912 found it so hard to believe that whole continents could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the evidence says.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evidence to what it suggests.
Support — work through the steps with the group: (1) Read each piece of evidence and ask: what would have to be true for this to happen? (2) Jigsaw shapes only fit if the pieces were once one piece. (3) Living things cannot cross oceans on their own, so the land must once have been joined. (4) Lines of earthquakes mark the edges of something: the edges of plates.
Parallel worked example for Support (model it, do not give the task answer): Match the clue to what it suggests. Clue: wet footprints lead from the pool to the changing room. Ask what must be true for wet footprints to be there.; Someone has just walked from the pool to the changing room.. Answer: Wet footprints from the pool suggest that someone has just got out of the pool and walked to the changing room..
Core — reveal the hint only on request: Each piece of evidence points to one idea: joined land, connected land, plate edges, or careful scientists.
Stretch — no help; when finished: Wegener could not explain what moved the continents. Explain which idea from Chapter 1 answers that question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the evidence says.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piece of evidence to what it suggests.
Support — work through the steps with the group: (1) Read each piece of evidence and ask: what would have to be true for this to happen? (2) Jigsaw shapes only fit if the pieces were once one piece. (3) Living things cannot cross oceans on their own, so the land must once have been joined. (4) Lines of earthquakes mark the edges of something: the edges of plates.
Parallel worked example for Support (model it, do not give the task answer): Match the clue to what it suggests. Clue: wet footprints lead from the pool to the changing room. Ask what must be true for wet footprints to be there.; Someone has just walked from the pool to the changing room.. Answer: Wet footprints from the pool suggest that someone has just got out of the pool and walked to the changing room..
Core — reveal the hint only on request: Each piece of evidence points to one idea: joined land, connected land, plate edges, or careful scientists.
Stretch — no help; when finished: Wegener could not explain what moved the continents. Explain which idea from Chapter 1 answers that question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Where do nearly all of the world's earthquakes and volcanoes happen?
Answer: A   Along plate boundaries, where two plates meet. Earthquakes and volcanoes are caused by plates moving against each other, which only happens where plates meet, so they line up along plate boundaries.
Source of this question: module 3 task ("Where the hazards are")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 long wait. Reveal the answer; pupils mark their own work in a different colour, then read the "why" together. Same destination for every lane, so one answer serves the whole class.
Answer: 38 years
Why: Years between two dates = later year − earlier year = 1950 − 1912 = 38.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the evidence says. Reveal the answer; pupils mark their own work in a different colour, then read the "why" together. Same destination for every lane, so one answer serves the whole class.
Answer: The coastlines of South America and Africa fit together like jigsaw pieces  →  D  The continents were once joined together; The same species are found on continents separated by wide oceans  →  C  The land was once connected, so living things could spread across it; Earthquakes and volcanoes line up in narrow belts across the world  →  A  The crust is split into plates, with boundaries between them; Nobody accepted Wegener's idea until the 1950s  →  B  Scientists need strong evidence before they accept a new theory
Why: Jigsaw coastlines suggest the continents were joined; shared species suggest the land was connected; belts of earthquakes mark plate edges; and the long wait shows how much evidence a new theory needs.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Along plate boundaries, where two plates meet
Why: Earthquakes and volcanoes are caused by plates moving against each other, which only happens where plates meet, so they line up along plate boundaries.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Tectonic Processes · AQA KS3 → 8035</a:t>
            </a:r>
            <a:endParaRPr lang="en-US" sz="1800" dirty="0"/>
          </a:p>
        </p:txBody>
      </p:sp>
      <p:sp>
        <p:nvSpPr>
          <p:cNvPr id="10" name="deck-title"/>
          <p:cNvSpPr txBox="1"/>
          <p:nvPr/>
        </p:nvSpPr>
        <p:spPr>
          <a:xfrm>
            <a:off x="548640" y="223824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Plates that move: Wegener's big idea</a:t>
            </a:r>
            <a:endParaRPr lang="en-US" sz="4000" dirty="0"/>
          </a:p>
        </p:txBody>
      </p:sp>
      <p:sp>
        <p:nvSpPr>
          <p:cNvPr id="11" name="lessons-card"/>
          <p:cNvSpPr/>
          <p:nvPr/>
        </p:nvSpPr>
        <p:spPr>
          <a:xfrm>
            <a:off x="548640" y="3914648"/>
            <a:ext cx="5287975" cy="1290320"/>
          </a:xfrm>
          <a:prstGeom prst="roundRect">
            <a:avLst>
              <a:gd name="adj" fmla="val 5669"/>
            </a:avLst>
          </a:prstGeom>
          <a:solidFill>
            <a:srgbClr val="EFF2F0"/>
          </a:solidFill>
          <a:ln/>
        </p:spPr>
      </p:sp>
      <p:sp>
        <p:nvSpPr>
          <p:cNvPr id="12" name="lessons"/>
          <p:cNvSpPr txBox="1"/>
          <p:nvPr/>
        </p:nvSpPr>
        <p:spPr>
          <a:xfrm>
            <a:off x="685800" y="40060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Plate tectonic theory: tectonic plates and plate boundaries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moves the ground beneath our feet, where do earthquakes and volcanoes happen, and why do millions of people choose to live near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major tectonic plates are there?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plates</a:t>
            </a:r>
            <a:endParaRPr lang="en-US" sz="24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Who first put forward the theory of plate tectonics, in 1912?</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Alfred Wegener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Charles Darwin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Isaac Newton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Marie Curie</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name for all the land on Earth when it was joined together as one piece is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Pangaea  ·  Eurasia  ·  Antarctica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7 plates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How many major tectonic plates are there?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There are seven major plates: North American, South American, Eurasian, African, Indo-Australian, Pacific and Antarctic.</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Alfred Wegener</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Who first put forward the theory of plate tectonics, in 1912?</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Alfred Wegener suggested in 1912 that the continents had once been joined and had drifted apart.</a:t>
            </a:r>
            <a:endParaRPr lang="en-US" sz="20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Pangaea</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name for all the land on Earth when it was joined together as one piece is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Pangaea is the name given to the single landmass that later split into today's continents.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3F5F3"/>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tectonic plate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of the huge pieces that the Earth's crust is broken into</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Each tectonic plate moves a few centimetres every year.</a:t>
            </a:r>
            <a:endParaRPr lang="en-US" sz="1800" dirty="0"/>
          </a:p>
        </p:txBody>
      </p:sp>
      <p:sp>
        <p:nvSpPr>
          <p:cNvPr id="16" name="kw-row"/>
          <p:cNvSpPr/>
          <p:nvPr/>
        </p:nvSpPr>
        <p:spPr>
          <a:xfrm>
            <a:off x="548640" y="2779776"/>
            <a:ext cx="11094415" cy="786384"/>
          </a:xfrm>
          <a:prstGeom prst="roundRect">
            <a:avLst>
              <a:gd name="adj" fmla="val 6977"/>
            </a:avLst>
          </a:prstGeom>
          <a:solidFill>
            <a:srgbClr val="F8F2E9"/>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theory</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big idea that explains the evidence and can be tested</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Wegener's theory explained why the continents fit together.</a:t>
            </a:r>
            <a:endParaRPr lang="en-US" sz="1800" dirty="0"/>
          </a:p>
        </p:txBody>
      </p:sp>
      <p:sp>
        <p:nvSpPr>
          <p:cNvPr id="21" name="kw-row"/>
          <p:cNvSpPr/>
          <p:nvPr/>
        </p:nvSpPr>
        <p:spPr>
          <a:xfrm>
            <a:off x="548640" y="3639312"/>
            <a:ext cx="11094415" cy="786384"/>
          </a:xfrm>
          <a:prstGeom prst="roundRect">
            <a:avLst>
              <a:gd name="adj" fmla="val 6977"/>
            </a:avLst>
          </a:prstGeom>
          <a:solidFill>
            <a:srgbClr val="F3F5F3"/>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continent</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of the seven great areas of land on Earth</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Africa is a continent, and so is Europe.</a:t>
            </a:r>
            <a:endParaRPr lang="en-US" sz="1800" dirty="0"/>
          </a:p>
        </p:txBody>
      </p:sp>
      <p:sp>
        <p:nvSpPr>
          <p:cNvPr id="26" name="kw-row"/>
          <p:cNvSpPr/>
          <p:nvPr/>
        </p:nvSpPr>
        <p:spPr>
          <a:xfrm>
            <a:off x="548640" y="4498848"/>
            <a:ext cx="11094415" cy="786384"/>
          </a:xfrm>
          <a:prstGeom prst="roundRect">
            <a:avLst>
              <a:gd name="adj" fmla="val 6977"/>
            </a:avLst>
          </a:prstGeom>
          <a:solidFill>
            <a:srgbClr val="F8F2E9"/>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Pangaea</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name for all the land when it was joined as one piece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Long ago all the continents were joined together as Pangaea.</a:t>
            </a:r>
            <a:endParaRPr lang="en-US" sz="1800" dirty="0"/>
          </a:p>
        </p:txBody>
      </p:sp>
      <p:sp>
        <p:nvSpPr>
          <p:cNvPr id="31" name="kw-row"/>
          <p:cNvSpPr/>
          <p:nvPr/>
        </p:nvSpPr>
        <p:spPr>
          <a:xfrm>
            <a:off x="548640" y="5358384"/>
            <a:ext cx="11094415" cy="786384"/>
          </a:xfrm>
          <a:prstGeom prst="roundRect">
            <a:avLst>
              <a:gd name="adj" fmla="val 6977"/>
            </a:avLst>
          </a:prstGeom>
          <a:solidFill>
            <a:srgbClr val="F3F5F3"/>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evidence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facts that support an idea</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jigsaw fit of the coastlines was Wegener's first piece of evidence.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Look at a map of the world.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east coast of South America and the west coast of Africa seem to fit together.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scientist called Alfred Wegener noticed this.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1912 he said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continents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had once been joined together.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called this one great piece of land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Pangaea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also noticed that the same kinds of living things are found on different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continents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Those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continents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now separated by wide oceans.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Hardly anyone believed him until the 1950s.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Today we know he was right.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Earth's crust is broken into huge pieces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tectonic plates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are seven major plates and some smaller ones.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plates move towards each other, away from each other, or side by side.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Where two plates meet is called a plate boundary.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Nearly all earthquakes and volcanoes happen along plate boundaries.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Alfred Wegener's idea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FF2F0"/>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1912 a German scientist named Alfred Wegener put forward a bold idea.</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 had two main pieces of evidence. First, the shapes of the continents seem to fit together like pieces of a jigsaw, especially South America and Africa.</a:t>
            </a:r>
            <a:endParaRPr lang="en-US" sz="2400" dirty="0"/>
          </a:p>
        </p:txBody>
      </p:sp>
      <p:sp>
        <p:nvSpPr>
          <p:cNvPr id="15" name="point-card"/>
          <p:cNvSpPr/>
          <p:nvPr/>
        </p:nvSpPr>
        <p:spPr>
          <a:xfrm>
            <a:off x="8127797" y="1389888"/>
            <a:ext cx="3515258" cy="4754880"/>
          </a:xfrm>
          <a:prstGeom prst="roundRect">
            <a:avLst>
              <a:gd name="adj" fmla="val 1561"/>
            </a:avLst>
          </a:prstGeom>
          <a:solidFill>
            <a:srgbClr val="EFF2F0"/>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Hardly anyone believed him. Scientists could not see what could possibly move a whole continent.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Alfred Wegener's idea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Give two pieces of evidence that Wegener used to support his idea that the continents were once joined. (2 marks)</a:t>
            </a:r>
            <a:endParaRPr lang="en-US" sz="2200" dirty="0"/>
          </a:p>
        </p:txBody>
      </p:sp>
      <p:sp>
        <p:nvSpPr>
          <p:cNvPr id="9" name="step-box"/>
          <p:cNvSpPr/>
          <p:nvPr/>
        </p:nvSpPr>
        <p:spPr>
          <a:xfrm>
            <a:off x="548640" y="2655824"/>
            <a:ext cx="342381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Think of the map: what did he notice about the shapes of the coastlines?</a:t>
            </a:r>
            <a:endParaRPr lang="en-US" sz="1800" dirty="0"/>
          </a:p>
        </p:txBody>
      </p:sp>
      <p:sp>
        <p:nvSpPr>
          <p:cNvPr id="13" name="arrow"/>
          <p:cNvSpPr/>
          <p:nvPr/>
        </p:nvSpPr>
        <p:spPr>
          <a:xfrm>
            <a:off x="4045610" y="3366262"/>
            <a:ext cx="274320" cy="274320"/>
          </a:xfrm>
          <a:prstGeom prst="rightArrow">
            <a:avLst/>
          </a:prstGeom>
          <a:solidFill>
            <a:srgbClr val="B8862B"/>
          </a:solidFill>
          <a:ln/>
        </p:spPr>
      </p:sp>
      <p:sp>
        <p:nvSpPr>
          <p:cNvPr id="14" name="step-box"/>
          <p:cNvSpPr/>
          <p:nvPr/>
        </p:nvSpPr>
        <p:spPr>
          <a:xfrm>
            <a:off x="4383938" y="2655824"/>
            <a:ext cx="342381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Think of living things: what did he notice about where the same species are found?</a:t>
            </a:r>
            <a:endParaRPr lang="en-US" sz="1800" dirty="0"/>
          </a:p>
        </p:txBody>
      </p:sp>
      <p:sp>
        <p:nvSpPr>
          <p:cNvPr id="18" name="arrow"/>
          <p:cNvSpPr/>
          <p:nvPr/>
        </p:nvSpPr>
        <p:spPr>
          <a:xfrm>
            <a:off x="7880909" y="3366262"/>
            <a:ext cx="274320" cy="274320"/>
          </a:xfrm>
          <a:prstGeom prst="rightArrow">
            <a:avLst/>
          </a:prstGeom>
          <a:solidFill>
            <a:srgbClr val="B8862B"/>
          </a:solidFill>
          <a:ln/>
        </p:spPr>
      </p:sp>
      <p:sp>
        <p:nvSpPr>
          <p:cNvPr id="19" name="step-box"/>
          <p:cNvSpPr/>
          <p:nvPr/>
        </p:nvSpPr>
        <p:spPr>
          <a:xfrm>
            <a:off x="8219237" y="2655824"/>
            <a:ext cx="3423818" cy="1695196"/>
          </a:xfrm>
          <a:prstGeom prst="roundRect">
            <a:avLst>
              <a:gd name="adj" fmla="val 4315"/>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each piece of evidence as a full sentence, and say what it suggests.</a:t>
            </a:r>
            <a:endParaRPr lang="en-US" sz="1800" dirty="0"/>
          </a:p>
        </p:txBody>
      </p:sp>
      <p:sp>
        <p:nvSpPr>
          <p:cNvPr id="23" name="worked-answer"/>
          <p:cNvSpPr/>
          <p:nvPr/>
        </p:nvSpPr>
        <p:spPr>
          <a:xfrm>
            <a:off x="1463040" y="4755896"/>
            <a:ext cx="9265615" cy="1388872"/>
          </a:xfrm>
          <a:prstGeom prst="roundRect">
            <a:avLst>
              <a:gd name="adj" fmla="val 13168"/>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First, the coastlines of continents such as South America and Africa fit together like jigsaw pieces, which suggests they were once joined. Second, the same species are found on continents now separated by oceans, which suggests the land was once connected so living things could spread.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seven major plates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 remember the seven: two Americas, Eurasian, African, Indo-Australian, Pacific, Antarctic. Six carry continents; the Pacific is the ocean one.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Earth's crust is broken into huge pieces called tectonic plates.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Most plates carry a continent and some of the ocean floor around it, so they are made of both continental and oceanic crust.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plates sit on the slowly moving mantle and are dragged along by its convection currents (Chapter 1).</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do earthquakes and volcanoes happen?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Volcano map question? Answer in two parts: where (along plate boundaries, in narrow belts) and why (plates meeting and moving there).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Where two plates meet is called a plate boundary, or plate margin.</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Put the world's volcanoes on a map as red dots and a pattern jumps out.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if you know where the plate boundaries are, you know where most tectonic hazards will be.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A long wait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Wegener shared his idea in 1912. Most scientists did not accept it until the 1950s. Taking 1950 as the earliest year of acceptance, how many years did his idea wait?</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years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A long wait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A long wait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two years: the idea in 1912, acceptance in 1950.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number of years between them is the later year take away the earlier year.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out 1950 − 1912. Try 1950 − 1900 = 50, then take away the extra 12.</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your answer: it must be smaller than 50, because 1912 is after 1900.</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year minus earlier year. Watch the second year: the question fixes it at 1950.</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Suggest two reasons why scientists in 1912 found it so hard to believe that whole continents could move.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What the evidence says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piece of evidence to what it suggests.</a:t>
            </a:r>
            <a:endParaRPr lang="en-US" sz="2400" dirty="0"/>
          </a:p>
        </p:txBody>
      </p:sp>
      <p:sp>
        <p:nvSpPr>
          <p:cNvPr id="11" name="match-card"/>
          <p:cNvSpPr/>
          <p:nvPr/>
        </p:nvSpPr>
        <p:spPr>
          <a:xfrm>
            <a:off x="777240" y="2468331"/>
            <a:ext cx="5135728" cy="804809"/>
          </a:xfrm>
          <a:prstGeom prst="roundRect">
            <a:avLst>
              <a:gd name="adj" fmla="val 9089"/>
            </a:avLst>
          </a:prstGeom>
          <a:solidFill>
            <a:srgbClr val="F3F5F3"/>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coastlines of South America and Africa fit together like jigsaw pieces</a:t>
            </a:r>
            <a:endParaRPr lang="en-US" sz="2000" dirty="0"/>
          </a:p>
        </p:txBody>
      </p:sp>
      <p:sp>
        <p:nvSpPr>
          <p:cNvPr id="15" name="match-card"/>
          <p:cNvSpPr/>
          <p:nvPr/>
        </p:nvSpPr>
        <p:spPr>
          <a:xfrm>
            <a:off x="6278728" y="2468331"/>
            <a:ext cx="5135728" cy="804809"/>
          </a:xfrm>
          <a:prstGeom prst="roundRect">
            <a:avLst>
              <a:gd name="adj" fmla="val 9089"/>
            </a:avLst>
          </a:prstGeom>
          <a:solidFill>
            <a:srgbClr val="F8F2E9"/>
          </a:solidFill>
          <a:ln/>
        </p:spPr>
      </p:sp>
      <p:sp>
        <p:nvSpPr>
          <p:cNvPr id="16" name="match-hex"/>
          <p:cNvSpPr/>
          <p:nvPr/>
        </p:nvSpPr>
        <p:spPr>
          <a:xfrm>
            <a:off x="6351880" y="2704443"/>
            <a:ext cx="384048" cy="332586"/>
          </a:xfrm>
          <a:prstGeom prst="hexagon">
            <a:avLst/>
          </a:prstGeom>
          <a:solidFill>
            <a:srgbClr val="B8862B"/>
          </a:solidFill>
          <a:ln/>
        </p:spPr>
      </p:sp>
      <p:sp>
        <p:nvSpPr>
          <p:cNvPr id="17" name="match-hex-label"/>
          <p:cNvSpPr txBox="1"/>
          <p:nvPr/>
        </p:nvSpPr>
        <p:spPr>
          <a:xfrm>
            <a:off x="6351880"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crust is split into plates, with boundaries between them</a:t>
            </a:r>
            <a:endParaRPr lang="en-US" sz="2000" dirty="0"/>
          </a:p>
        </p:txBody>
      </p:sp>
      <p:sp>
        <p:nvSpPr>
          <p:cNvPr id="19" name="match-card"/>
          <p:cNvSpPr/>
          <p:nvPr/>
        </p:nvSpPr>
        <p:spPr>
          <a:xfrm>
            <a:off x="777240" y="3364581"/>
            <a:ext cx="5135728" cy="804809"/>
          </a:xfrm>
          <a:prstGeom prst="roundRect">
            <a:avLst>
              <a:gd name="adj" fmla="val 9089"/>
            </a:avLst>
          </a:prstGeom>
          <a:solidFill>
            <a:srgbClr val="F3F5F3"/>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same species are found on continents separated by wide oceans</a:t>
            </a:r>
            <a:endParaRPr lang="en-US" sz="2000" dirty="0"/>
          </a:p>
        </p:txBody>
      </p:sp>
      <p:sp>
        <p:nvSpPr>
          <p:cNvPr id="23" name="match-card"/>
          <p:cNvSpPr/>
          <p:nvPr/>
        </p:nvSpPr>
        <p:spPr>
          <a:xfrm>
            <a:off x="6278728" y="3364581"/>
            <a:ext cx="5135728" cy="804809"/>
          </a:xfrm>
          <a:prstGeom prst="roundRect">
            <a:avLst>
              <a:gd name="adj" fmla="val 9089"/>
            </a:avLst>
          </a:prstGeom>
          <a:solidFill>
            <a:srgbClr val="F8F2E9"/>
          </a:solidFill>
          <a:ln/>
        </p:spPr>
      </p:sp>
      <p:sp>
        <p:nvSpPr>
          <p:cNvPr id="24" name="match-hex"/>
          <p:cNvSpPr/>
          <p:nvPr/>
        </p:nvSpPr>
        <p:spPr>
          <a:xfrm>
            <a:off x="6351880" y="3600692"/>
            <a:ext cx="384048" cy="332586"/>
          </a:xfrm>
          <a:prstGeom prst="hexagon">
            <a:avLst/>
          </a:prstGeom>
          <a:solidFill>
            <a:srgbClr val="B8862B"/>
          </a:solidFill>
          <a:ln/>
        </p:spPr>
      </p:sp>
      <p:sp>
        <p:nvSpPr>
          <p:cNvPr id="25" name="match-hex-label"/>
          <p:cNvSpPr txBox="1"/>
          <p:nvPr/>
        </p:nvSpPr>
        <p:spPr>
          <a:xfrm>
            <a:off x="6351880"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36458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Scientists need strong evidence before they accept a new theory</a:t>
            </a:r>
            <a:endParaRPr lang="en-US" sz="2000" dirty="0"/>
          </a:p>
        </p:txBody>
      </p:sp>
      <p:sp>
        <p:nvSpPr>
          <p:cNvPr id="27" name="match-card"/>
          <p:cNvSpPr/>
          <p:nvPr/>
        </p:nvSpPr>
        <p:spPr>
          <a:xfrm>
            <a:off x="777240" y="4260830"/>
            <a:ext cx="5135728" cy="804809"/>
          </a:xfrm>
          <a:prstGeom prst="roundRect">
            <a:avLst>
              <a:gd name="adj" fmla="val 9089"/>
            </a:avLst>
          </a:prstGeom>
          <a:solidFill>
            <a:srgbClr val="F3F5F3"/>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Earthquakes and volcanoes line up in narrow belts across the world</a:t>
            </a:r>
            <a:endParaRPr lang="en-US" sz="2000" dirty="0"/>
          </a:p>
        </p:txBody>
      </p:sp>
      <p:sp>
        <p:nvSpPr>
          <p:cNvPr id="31" name="match-card"/>
          <p:cNvSpPr/>
          <p:nvPr/>
        </p:nvSpPr>
        <p:spPr>
          <a:xfrm>
            <a:off x="6278728" y="4260830"/>
            <a:ext cx="5135728" cy="804809"/>
          </a:xfrm>
          <a:prstGeom prst="roundRect">
            <a:avLst>
              <a:gd name="adj" fmla="val 9089"/>
            </a:avLst>
          </a:prstGeom>
          <a:solidFill>
            <a:srgbClr val="F8F2E9"/>
          </a:solidFill>
          <a:ln/>
        </p:spPr>
      </p:sp>
      <p:sp>
        <p:nvSpPr>
          <p:cNvPr id="32" name="match-hex"/>
          <p:cNvSpPr/>
          <p:nvPr/>
        </p:nvSpPr>
        <p:spPr>
          <a:xfrm>
            <a:off x="6351880" y="4496941"/>
            <a:ext cx="384048" cy="332586"/>
          </a:xfrm>
          <a:prstGeom prst="hexagon">
            <a:avLst/>
          </a:prstGeom>
          <a:solidFill>
            <a:srgbClr val="B8862B"/>
          </a:solidFill>
          <a:ln/>
        </p:spPr>
      </p:sp>
      <p:sp>
        <p:nvSpPr>
          <p:cNvPr id="33" name="match-hex-label"/>
          <p:cNvSpPr txBox="1"/>
          <p:nvPr/>
        </p:nvSpPr>
        <p:spPr>
          <a:xfrm>
            <a:off x="6351880"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260830"/>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land was once connected, so living things could spread across it</a:t>
            </a:r>
            <a:endParaRPr lang="en-US" sz="2000" dirty="0"/>
          </a:p>
        </p:txBody>
      </p:sp>
      <p:sp>
        <p:nvSpPr>
          <p:cNvPr id="35" name="match-card"/>
          <p:cNvSpPr/>
          <p:nvPr/>
        </p:nvSpPr>
        <p:spPr>
          <a:xfrm>
            <a:off x="777240" y="5157079"/>
            <a:ext cx="5135728" cy="804809"/>
          </a:xfrm>
          <a:prstGeom prst="roundRect">
            <a:avLst>
              <a:gd name="adj" fmla="val 9089"/>
            </a:avLst>
          </a:prstGeom>
          <a:solidFill>
            <a:srgbClr val="F3F5F3"/>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Nobody accepted Wegener's idea until the 1950s</a:t>
            </a:r>
            <a:endParaRPr lang="en-US" sz="2000" dirty="0"/>
          </a:p>
        </p:txBody>
      </p:sp>
      <p:sp>
        <p:nvSpPr>
          <p:cNvPr id="39" name="match-card"/>
          <p:cNvSpPr/>
          <p:nvPr/>
        </p:nvSpPr>
        <p:spPr>
          <a:xfrm>
            <a:off x="6278728" y="5157079"/>
            <a:ext cx="5135728" cy="804809"/>
          </a:xfrm>
          <a:prstGeom prst="roundRect">
            <a:avLst>
              <a:gd name="adj" fmla="val 9089"/>
            </a:avLst>
          </a:prstGeom>
          <a:solidFill>
            <a:srgbClr val="F8F2E9"/>
          </a:solidFill>
          <a:ln/>
        </p:spPr>
      </p:sp>
      <p:sp>
        <p:nvSpPr>
          <p:cNvPr id="40" name="match-hex"/>
          <p:cNvSpPr/>
          <p:nvPr/>
        </p:nvSpPr>
        <p:spPr>
          <a:xfrm>
            <a:off x="6351880" y="5393191"/>
            <a:ext cx="384048" cy="332586"/>
          </a:xfrm>
          <a:prstGeom prst="hexagon">
            <a:avLst/>
          </a:prstGeom>
          <a:solidFill>
            <a:srgbClr val="B8862B"/>
          </a:solidFill>
          <a:ln/>
        </p:spPr>
      </p:sp>
      <p:sp>
        <p:nvSpPr>
          <p:cNvPr id="41" name="match-hex-label"/>
          <p:cNvSpPr txBox="1"/>
          <p:nvPr/>
        </p:nvSpPr>
        <p:spPr>
          <a:xfrm>
            <a:off x="6351880"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157079"/>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continents were once joined together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What the evidence says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the evidence says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Read each piece of evidence and ask: what would have to be true for this to happen?</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Jigsaw shapes only fit if the pieces were once one piece.</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Living things cannot cross oceans on their own, so the land must once have been joined.</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Lines of earthquakes mark the edges of something: the edges of plates.</a:t>
            </a:r>
            <a:endParaRPr lang="en-US" sz="2000" dirty="0"/>
          </a:p>
        </p:txBody>
      </p:sp>
      <p:sp>
        <p:nvSpPr>
          <p:cNvPr id="17" name="col-Core"/>
          <p:cNvSpPr/>
          <p:nvPr/>
        </p:nvSpPr>
        <p:spPr>
          <a:xfrm>
            <a:off x="6425403" y="2395728"/>
            <a:ext cx="2471666" cy="3749040"/>
          </a:xfrm>
          <a:prstGeom prst="roundRect">
            <a:avLst>
              <a:gd name="adj" fmla="val 2220"/>
            </a:avLst>
          </a:prstGeom>
          <a:solidFill>
            <a:srgbClr val="D8E1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32563B"/>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Each piece of evidence points to one idea: joined land, connected land, plate edges, or careful scientists.</a:t>
            </a:r>
            <a:endParaRPr lang="en-US" sz="20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Wegener could not explain what moved the continents. Explain which idea from Chapter 1 answers that question today.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Where do nearly all of the world's earthquakes and volcanoes happen?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Along plate boundaries, where two plates meet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the middle of plates, far from their edges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Spread out evenly across the whole Earth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Only in the oceans, never on land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A long wait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Wegener shared his idea in 1912. Most scientists did not accept it until the 1950s. Taking 1950 as the earliest year of acceptance, how many years did his idea wait?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38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Years between two dates = later year − earlier year = 1950 − 1912 = 38.</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What the evidence says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coastlines of South America and Africa fit together like jigsaw pieces  →  D  The continents were once joined together</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same species are found on continents separated by wide oceans  →  C  The land was once connected, so living things could spread across it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Earthquakes and volcanoes line up in narrow belts across the world  →  A  The crust is split into plates, with boundaries between them</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Nobody accepted Wegener's idea until the 1950s  →  B  Scientists need strong evidence before they accept a new theory</a:t>
            </a:r>
            <a:endParaRPr lang="en-US" sz="1800" dirty="0"/>
          </a:p>
        </p:txBody>
      </p:sp>
      <p:sp>
        <p:nvSpPr>
          <p:cNvPr id="10" name="why-panel"/>
          <p:cNvSpPr/>
          <p:nvPr/>
        </p:nvSpPr>
        <p:spPr>
          <a:xfrm>
            <a:off x="7955280" y="1389888"/>
            <a:ext cx="3687775" cy="4754880"/>
          </a:xfrm>
          <a:prstGeom prst="roundRect">
            <a:avLst>
              <a:gd name="adj" fmla="val 1240"/>
            </a:avLst>
          </a:prstGeom>
          <a:solidFill>
            <a:srgbClr val="EFF2F0"/>
          </a:solidFill>
          <a:ln/>
        </p:spPr>
      </p:sp>
      <p:sp>
        <p:nvSpPr>
          <p:cNvPr id="11" name="why-hex"/>
          <p:cNvSpPr/>
          <p:nvPr/>
        </p:nvSpPr>
        <p:spPr>
          <a:xfrm>
            <a:off x="8138160" y="1572768"/>
            <a:ext cx="685800" cy="593903"/>
          </a:xfrm>
          <a:prstGeom prst="hexagon">
            <a:avLst/>
          </a:prstGeom>
          <a:solidFill>
            <a:srgbClr val="3F6B4A"/>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Jigsaw coastlines suggest the continents were joined; shared species suggest the land was connected; belts of earthquakes mark plate edges; and the long wait shows how much evidence a new theory needs.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Where do nearly all of the world's earthquakes and volcanoes happen?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Along plate boundaries, where two plates meet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Earthquakes and volcanoes are caused by plates moving against each other, which only happens where plates meet, so they line up along plate boundaries.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Tectonic Processes · Chapter 2: Plates that move: Wegener's big idea</dc:title>
  <dc:subject>Geography · Year 8</dc:subject>
  <dc:creator>Dr Vitor Merissi de Carvalho</dc:creator>
  <cp:lastModifiedBy>Dr Vitor Merissi de Carvalho</cp:lastModifiedBy>
  <cp:revision>1</cp:revision>
  <dcterms:created xsi:type="dcterms:W3CDTF">2026-10-18T21:47:50Z</dcterms:created>
  <dcterms:modified xsi:type="dcterms:W3CDTF">2026-10-18T21:47:50Z</dcterms:modified>
</cp:coreProperties>
</file>